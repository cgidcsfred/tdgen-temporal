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83" r:id="rId4"/>
  </p:sldMasterIdLst>
  <p:notesMasterIdLst>
    <p:notesMasterId r:id="rId22"/>
  </p:notesMasterIdLst>
  <p:handoutMasterIdLst>
    <p:handoutMasterId r:id="rId23"/>
  </p:handoutMasterIdLst>
  <p:sldIdLst>
    <p:sldId id="2147471697" r:id="rId5"/>
    <p:sldId id="2147471701" r:id="rId6"/>
    <p:sldId id="2147471705" r:id="rId7"/>
    <p:sldId id="2147470898" r:id="rId8"/>
    <p:sldId id="2147471702" r:id="rId9"/>
    <p:sldId id="262" r:id="rId10"/>
    <p:sldId id="2147471707" r:id="rId11"/>
    <p:sldId id="263" r:id="rId12"/>
    <p:sldId id="264" r:id="rId13"/>
    <p:sldId id="2147471706" r:id="rId14"/>
    <p:sldId id="268" r:id="rId15"/>
    <p:sldId id="11392" r:id="rId16"/>
    <p:sldId id="265" r:id="rId17"/>
    <p:sldId id="2147471710" r:id="rId18"/>
    <p:sldId id="2147471714" r:id="rId19"/>
    <p:sldId id="2147471715" r:id="rId20"/>
    <p:sldId id="2147471716" r:id="rId21"/>
  </p:sldIdLst>
  <p:sldSz cx="12192000" cy="6858000"/>
  <p:notesSz cx="7315200" cy="9601200"/>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4080" userDrawn="1">
          <p15:clr>
            <a:srgbClr val="A4A3A4"/>
          </p15:clr>
        </p15:guide>
        <p15:guide id="4" pos="3613" userDrawn="1">
          <p15:clr>
            <a:srgbClr val="A4A3A4"/>
          </p15:clr>
        </p15:guide>
        <p15:guide id="5" orient="horz" pos="216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F1FDE12-B1FB-E8C7-09BF-B50FE23A4F0E}" name="Melizza Mae Aratan" initials="MMA" userId="S::melizza.mae.aratan@cgi.com::012dde6c-0656-4597-a2d3-dbc789fe60da" providerId="AD"/>
  <p188:author id="{DCE5FD38-FC95-0624-FD71-A90613475B65}" name="Stewart, Casey A" initials="SCA" userId="S::casey.stewart@cgi.com::b39f3e4e-1968-4507-bdcf-f8399c7ca83f" providerId="AD"/>
  <p188:author id="{9BB2A889-2C28-43B5-59B8-DA7ED457C6AD}" name="Sauvageau, Joannie" initials="JS" userId="S::joannie.sauvageau@cgi.com::aba41f39-d51a-478e-b895-7de37a774b4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uvageau, Joannie" initials="SJ" lastIdx="0" clrIdx="0">
    <p:extLst>
      <p:ext uri="{19B8F6BF-5375-455C-9EA6-DF929625EA0E}">
        <p15:presenceInfo xmlns:p15="http://schemas.microsoft.com/office/powerpoint/2012/main" userId="S-1-5-21-3641078771-3653456904-245653651-1738683" providerId="AD"/>
      </p:ext>
    </p:extLst>
  </p:cmAuthor>
  <p:cmAuthor id="2" name="Karen G Sellers" initials="KGS" lastIdx="0" clrIdx="1">
    <p:extLst>
      <p:ext uri="{19B8F6BF-5375-455C-9EA6-DF929625EA0E}">
        <p15:presenceInfo xmlns:p15="http://schemas.microsoft.com/office/powerpoint/2012/main" userId="S-1-5-21-682003330-1383384898-1801674531-29202" providerId="AD"/>
      </p:ext>
    </p:extLst>
  </p:cmAuthor>
  <p:cmAuthor id="3" name="Théorêt, Marie-Philippe" initials="TMP" lastIdx="1" clrIdx="2">
    <p:extLst>
      <p:ext uri="{19B8F6BF-5375-455C-9EA6-DF929625EA0E}">
        <p15:presenceInfo xmlns:p15="http://schemas.microsoft.com/office/powerpoint/2012/main" userId="S::marie-philippe.theoret@cgi.com::562c6f3d-82ec-464d-9a1f-d8b144078a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B41231-6971-4942-9B8A-A5E8D63486E3}" v="26" dt="2026-04-16T03:24:07.157"/>
    <p1510:client id="{EF3A8948-5395-1827-CE67-781F79116749}" v="1" dt="2026-04-16T14:04:26.2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404" autoAdjust="0"/>
  </p:normalViewPr>
  <p:slideViewPr>
    <p:cSldViewPr snapToGrid="0">
      <p:cViewPr>
        <p:scale>
          <a:sx n="81" d="100"/>
          <a:sy n="81" d="100"/>
        </p:scale>
        <p:origin x="40" y="-288"/>
      </p:cViewPr>
      <p:guideLst>
        <p:guide pos="4080"/>
        <p:guide pos="3613"/>
        <p:guide orient="horz" pos="2160"/>
      </p:guideLst>
    </p:cSldViewPr>
  </p:slideViewPr>
  <p:outlineViewPr>
    <p:cViewPr>
      <p:scale>
        <a:sx n="33" d="100"/>
        <a:sy n="33" d="100"/>
      </p:scale>
      <p:origin x="0" y="-52240"/>
    </p:cViewPr>
  </p:outlineViewPr>
  <p:notesTextViewPr>
    <p:cViewPr>
      <p:scale>
        <a:sx n="1" d="1"/>
        <a:sy n="1" d="1"/>
      </p:scale>
      <p:origin x="0" y="0"/>
    </p:cViewPr>
  </p:notesTextViewPr>
  <p:notesViewPr>
    <p:cSldViewPr snapToGrid="0">
      <p:cViewPr varScale="1">
        <p:scale>
          <a:sx n="66" d="100"/>
          <a:sy n="66" d="100"/>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viewProps" Target="viewProps.xml"/><Relationship Id="rId30"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DB78A2-C125-4BD2-8B3B-E10BB1604F91}"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CA"/>
        </a:p>
      </dgm:t>
    </dgm:pt>
    <dgm:pt modelId="{013ADFB4-8392-42B2-9340-E2967DAA06EE}">
      <dgm:prSet phldrT="[Text]" phldr="0" custT="1"/>
      <dgm:spPr/>
      <dgm:t>
        <a:bodyPr/>
        <a:lstStyle/>
        <a:p>
          <a:r>
            <a:rPr lang="en-US" sz="1100" b="1" kern="1200" dirty="0">
              <a:solidFill>
                <a:schemeClr val="tx1"/>
              </a:solidFill>
              <a:latin typeface="Arial"/>
              <a:ea typeface="Arial"/>
              <a:cs typeface="Arial"/>
            </a:rPr>
            <a:t>1. Update Accounts</a:t>
          </a:r>
          <a:endParaRPr lang="en-CA" sz="1100" b="1" kern="1200" dirty="0">
            <a:solidFill>
              <a:schemeClr val="tx1"/>
            </a:solidFill>
            <a:latin typeface="Arial"/>
            <a:ea typeface="Arial"/>
            <a:cs typeface="Arial"/>
          </a:endParaRPr>
        </a:p>
      </dgm:t>
    </dgm:pt>
    <dgm:pt modelId="{1CD2E59D-880D-46D4-A9BF-36633ED22BEE}" type="parTrans" cxnId="{7405FBDF-A010-40FE-B0FC-0B68C8E92728}">
      <dgm:prSet/>
      <dgm:spPr/>
      <dgm:t>
        <a:bodyPr/>
        <a:lstStyle/>
        <a:p>
          <a:endParaRPr lang="en-CA">
            <a:solidFill>
              <a:schemeClr val="tx1"/>
            </a:solidFill>
          </a:endParaRPr>
        </a:p>
      </dgm:t>
    </dgm:pt>
    <dgm:pt modelId="{885FC3D4-BAC1-4061-A623-184BE441F928}" type="sibTrans" cxnId="{7405FBDF-A010-40FE-B0FC-0B68C8E92728}">
      <dgm:prSet/>
      <dgm:spPr/>
      <dgm:t>
        <a:bodyPr/>
        <a:lstStyle/>
        <a:p>
          <a:endParaRPr lang="en-CA">
            <a:solidFill>
              <a:schemeClr val="tx1"/>
            </a:solidFill>
          </a:endParaRPr>
        </a:p>
      </dgm:t>
    </dgm:pt>
    <dgm:pt modelId="{7C07933B-7C2A-4ABB-B41F-7D0A0055D5D2}">
      <dgm:prSet phldrT="[Text]" phldr="0" custT="1"/>
      <dgm:spPr/>
      <dgm:t>
        <a:bodyPr/>
        <a:lstStyle/>
        <a:p>
          <a:pPr marL="0" algn="l" defTabSz="914400" rtl="0" eaLnBrk="1" latinLnBrk="0" hangingPunct="1"/>
          <a:r>
            <a:rPr lang="en-US" sz="1100" b="1" kern="1200" dirty="0">
              <a:solidFill>
                <a:schemeClr val="tx1"/>
              </a:solidFill>
              <a:latin typeface="+mn-lt"/>
              <a:ea typeface="+mn-ea"/>
              <a:cs typeface="+mn-cs"/>
            </a:rPr>
            <a:t>2. Update Cards</a:t>
          </a:r>
          <a:endParaRPr lang="en-CA" sz="1100" b="1" kern="1200" dirty="0">
            <a:solidFill>
              <a:schemeClr val="tx1"/>
            </a:solidFill>
            <a:latin typeface="+mn-lt"/>
            <a:ea typeface="+mn-ea"/>
            <a:cs typeface="+mn-cs"/>
          </a:endParaRPr>
        </a:p>
      </dgm:t>
    </dgm:pt>
    <dgm:pt modelId="{AD223B15-EE41-4D41-BC24-403D8840A732}" type="parTrans" cxnId="{1EBB1EB3-902B-4432-BD55-9F78C0DEE35D}">
      <dgm:prSet/>
      <dgm:spPr/>
      <dgm:t>
        <a:bodyPr/>
        <a:lstStyle/>
        <a:p>
          <a:endParaRPr lang="en-CA">
            <a:solidFill>
              <a:schemeClr val="tx1"/>
            </a:solidFill>
          </a:endParaRPr>
        </a:p>
      </dgm:t>
    </dgm:pt>
    <dgm:pt modelId="{76DF5A24-D84F-4C7E-A456-09F62C21F6D3}" type="sibTrans" cxnId="{1EBB1EB3-902B-4432-BD55-9F78C0DEE35D}">
      <dgm:prSet/>
      <dgm:spPr/>
      <dgm:t>
        <a:bodyPr/>
        <a:lstStyle/>
        <a:p>
          <a:endParaRPr lang="en-CA">
            <a:solidFill>
              <a:schemeClr val="tx1"/>
            </a:solidFill>
          </a:endParaRPr>
        </a:p>
      </dgm:t>
    </dgm:pt>
    <dgm:pt modelId="{086DE4F3-4E49-4FAE-B141-B5850577C764}">
      <dgm:prSet phldrT="[Text]" phldr="0" custT="1"/>
      <dgm:spPr/>
      <dgm:t>
        <a:bodyPr/>
        <a:lstStyle/>
        <a:p>
          <a:r>
            <a:rPr lang="en-US" sz="1100" b="1" dirty="0">
              <a:solidFill>
                <a:schemeClr val="tx1"/>
              </a:solidFill>
            </a:rPr>
            <a:t>4. Generate Transactions</a:t>
          </a:r>
          <a:endParaRPr lang="en-CA" sz="1100" b="1" dirty="0">
            <a:solidFill>
              <a:schemeClr val="tx1"/>
            </a:solidFill>
          </a:endParaRPr>
        </a:p>
      </dgm:t>
    </dgm:pt>
    <dgm:pt modelId="{0F3D92C6-CD36-4BBF-97EA-1DA2ABB89DB8}" type="parTrans" cxnId="{8AD386FE-AB25-4C4A-8084-A2C4C739062D}">
      <dgm:prSet/>
      <dgm:spPr/>
      <dgm:t>
        <a:bodyPr/>
        <a:lstStyle/>
        <a:p>
          <a:endParaRPr lang="en-CA">
            <a:solidFill>
              <a:schemeClr val="tx1"/>
            </a:solidFill>
          </a:endParaRPr>
        </a:p>
      </dgm:t>
    </dgm:pt>
    <dgm:pt modelId="{BEE984DC-2E1F-4C93-9AF9-D7F331FC41B8}" type="sibTrans" cxnId="{8AD386FE-AB25-4C4A-8084-A2C4C739062D}">
      <dgm:prSet/>
      <dgm:spPr/>
      <dgm:t>
        <a:bodyPr/>
        <a:lstStyle/>
        <a:p>
          <a:endParaRPr lang="en-CA">
            <a:solidFill>
              <a:schemeClr val="tx1"/>
            </a:solidFill>
          </a:endParaRPr>
        </a:p>
      </dgm:t>
    </dgm:pt>
    <dgm:pt modelId="{AE528591-3048-4DB5-81D1-7EF2B9AA2E6D}">
      <dgm:prSet phldrT="[Text]" phldr="0" custT="1"/>
      <dgm:spPr/>
      <dgm:t>
        <a:bodyPr/>
        <a:lstStyle/>
        <a:p>
          <a:r>
            <a:rPr lang="en-US" sz="1100" b="1" dirty="0">
              <a:solidFill>
                <a:schemeClr val="tx1"/>
              </a:solidFill>
            </a:rPr>
            <a:t>5. Generate Statements</a:t>
          </a:r>
          <a:endParaRPr lang="en-CA" sz="1100" b="1" dirty="0">
            <a:solidFill>
              <a:schemeClr val="tx1"/>
            </a:solidFill>
          </a:endParaRPr>
        </a:p>
      </dgm:t>
    </dgm:pt>
    <dgm:pt modelId="{D98E1C70-9597-4312-A0BC-55B012F5D5D6}" type="parTrans" cxnId="{551D6B94-9B18-4369-BF96-12F8DE4364F7}">
      <dgm:prSet/>
      <dgm:spPr/>
      <dgm:t>
        <a:bodyPr/>
        <a:lstStyle/>
        <a:p>
          <a:endParaRPr lang="en-CA">
            <a:solidFill>
              <a:schemeClr val="tx1"/>
            </a:solidFill>
          </a:endParaRPr>
        </a:p>
      </dgm:t>
    </dgm:pt>
    <dgm:pt modelId="{BED6A764-BC0A-41A2-8D1B-792E07E89190}" type="sibTrans" cxnId="{551D6B94-9B18-4369-BF96-12F8DE4364F7}">
      <dgm:prSet/>
      <dgm:spPr/>
      <dgm:t>
        <a:bodyPr/>
        <a:lstStyle/>
        <a:p>
          <a:endParaRPr lang="en-CA">
            <a:solidFill>
              <a:schemeClr val="tx1"/>
            </a:solidFill>
          </a:endParaRPr>
        </a:p>
      </dgm:t>
    </dgm:pt>
    <dgm:pt modelId="{93236B8C-113C-4438-84BF-492B635901BC}">
      <dgm:prSet phldrT="[Text]" phldr="0" custT="1"/>
      <dgm:spPr/>
      <dgm:t>
        <a:bodyPr/>
        <a:lstStyle/>
        <a:p>
          <a:pPr marL="0" algn="l" defTabSz="914400" rtl="0" eaLnBrk="1" latinLnBrk="0" hangingPunct="1"/>
          <a:r>
            <a:rPr lang="en-US" sz="1100" b="1" kern="1200" dirty="0">
              <a:solidFill>
                <a:schemeClr val="tx1"/>
              </a:solidFill>
              <a:latin typeface="+mn-lt"/>
              <a:ea typeface="+mn-ea"/>
              <a:cs typeface="+mn-cs"/>
            </a:rPr>
            <a:t>6. Progress Disputes</a:t>
          </a:r>
          <a:endParaRPr lang="en-CA" sz="1100" b="1" kern="1200" dirty="0">
            <a:solidFill>
              <a:schemeClr val="tx1"/>
            </a:solidFill>
            <a:latin typeface="+mn-lt"/>
            <a:ea typeface="+mn-ea"/>
            <a:cs typeface="+mn-cs"/>
          </a:endParaRPr>
        </a:p>
      </dgm:t>
    </dgm:pt>
    <dgm:pt modelId="{E5B05E5A-829D-44A3-A992-F784B8B7E30B}" type="parTrans" cxnId="{20B2A150-512F-481D-944B-13A30BC3A93D}">
      <dgm:prSet/>
      <dgm:spPr/>
      <dgm:t>
        <a:bodyPr/>
        <a:lstStyle/>
        <a:p>
          <a:endParaRPr lang="en-CA">
            <a:solidFill>
              <a:schemeClr val="tx1"/>
            </a:solidFill>
          </a:endParaRPr>
        </a:p>
      </dgm:t>
    </dgm:pt>
    <dgm:pt modelId="{34986FC9-B5CE-4223-9470-B691667BB1A4}" type="sibTrans" cxnId="{20B2A150-512F-481D-944B-13A30BC3A93D}">
      <dgm:prSet/>
      <dgm:spPr/>
      <dgm:t>
        <a:bodyPr/>
        <a:lstStyle/>
        <a:p>
          <a:endParaRPr lang="en-CA">
            <a:solidFill>
              <a:schemeClr val="tx1"/>
            </a:solidFill>
          </a:endParaRPr>
        </a:p>
      </dgm:t>
    </dgm:pt>
    <dgm:pt modelId="{10D150CF-FC77-4D7F-A18D-2B0C6187B02D}">
      <dgm:prSet phldrT="[Text]" phldr="0" custT="1"/>
      <dgm:spPr/>
      <dgm:t>
        <a:bodyPr/>
        <a:lstStyle/>
        <a:p>
          <a:pPr marL="0" algn="l" defTabSz="914400" rtl="0" eaLnBrk="1" latinLnBrk="0" hangingPunct="1"/>
          <a:r>
            <a:rPr lang="en-US" sz="1100" b="1" kern="1200" dirty="0">
              <a:solidFill>
                <a:schemeClr val="tx1"/>
              </a:solidFill>
              <a:latin typeface="+mn-lt"/>
              <a:ea typeface="+mn-ea"/>
              <a:cs typeface="+mn-cs"/>
            </a:rPr>
            <a:t>7. Progress Fraud Alerts</a:t>
          </a:r>
          <a:endParaRPr lang="en-CA" sz="1100" b="1" kern="1200" dirty="0">
            <a:solidFill>
              <a:schemeClr val="tx1"/>
            </a:solidFill>
            <a:latin typeface="+mn-lt"/>
            <a:ea typeface="+mn-ea"/>
            <a:cs typeface="+mn-cs"/>
          </a:endParaRPr>
        </a:p>
      </dgm:t>
    </dgm:pt>
    <dgm:pt modelId="{AE4A6407-CE57-49B5-8F7F-C740F3242226}" type="parTrans" cxnId="{B8D551DD-909B-4902-B92F-0E25D431B6D2}">
      <dgm:prSet/>
      <dgm:spPr/>
      <dgm:t>
        <a:bodyPr/>
        <a:lstStyle/>
        <a:p>
          <a:endParaRPr lang="en-CA">
            <a:solidFill>
              <a:schemeClr val="tx1"/>
            </a:solidFill>
          </a:endParaRPr>
        </a:p>
      </dgm:t>
    </dgm:pt>
    <dgm:pt modelId="{D721B6FC-34C4-4040-AF82-5C25C342642F}" type="sibTrans" cxnId="{B8D551DD-909B-4902-B92F-0E25D431B6D2}">
      <dgm:prSet/>
      <dgm:spPr/>
      <dgm:t>
        <a:bodyPr/>
        <a:lstStyle/>
        <a:p>
          <a:endParaRPr lang="en-CA">
            <a:solidFill>
              <a:schemeClr val="tx1"/>
            </a:solidFill>
          </a:endParaRPr>
        </a:p>
      </dgm:t>
    </dgm:pt>
    <dgm:pt modelId="{0448548A-F497-4030-8A52-290F8EB8898D}">
      <dgm:prSet phldrT="[Text]" phldr="0" custT="1"/>
      <dgm:spPr/>
      <dgm:t>
        <a:bodyPr/>
        <a:lstStyle/>
        <a:p>
          <a:r>
            <a:rPr lang="en-US" sz="1100" b="1" kern="1200" dirty="0">
              <a:solidFill>
                <a:schemeClr val="tx1"/>
              </a:solidFill>
              <a:latin typeface="+mn-lt"/>
              <a:ea typeface="+mn-ea"/>
              <a:cs typeface="+mn-cs"/>
            </a:rPr>
            <a:t>8. Progress Chargebacks</a:t>
          </a:r>
          <a:endParaRPr lang="en-CA" sz="1100" b="1" kern="1200" dirty="0">
            <a:solidFill>
              <a:schemeClr val="tx1"/>
            </a:solidFill>
            <a:latin typeface="+mn-lt"/>
            <a:ea typeface="+mn-ea"/>
            <a:cs typeface="+mn-cs"/>
          </a:endParaRPr>
        </a:p>
      </dgm:t>
    </dgm:pt>
    <dgm:pt modelId="{712DFFA6-9F7E-4B21-91B7-C60110FA5320}" type="parTrans" cxnId="{B8F6F6B3-1BDC-45B3-9A15-CC50157EF92B}">
      <dgm:prSet/>
      <dgm:spPr/>
      <dgm:t>
        <a:bodyPr/>
        <a:lstStyle/>
        <a:p>
          <a:endParaRPr lang="en-CA">
            <a:solidFill>
              <a:schemeClr val="tx1"/>
            </a:solidFill>
          </a:endParaRPr>
        </a:p>
      </dgm:t>
    </dgm:pt>
    <dgm:pt modelId="{180DB122-3666-4602-AF73-C863CD48F92F}" type="sibTrans" cxnId="{B8F6F6B3-1BDC-45B3-9A15-CC50157EF92B}">
      <dgm:prSet/>
      <dgm:spPr/>
      <dgm:t>
        <a:bodyPr/>
        <a:lstStyle/>
        <a:p>
          <a:endParaRPr lang="en-CA">
            <a:solidFill>
              <a:schemeClr val="tx1"/>
            </a:solidFill>
          </a:endParaRPr>
        </a:p>
      </dgm:t>
    </dgm:pt>
    <dgm:pt modelId="{AF63C5FB-F5D1-4F26-BCF4-EE1E93FFAF55}">
      <dgm:prSet phldrT="[Text]" phldr="0" custT="1"/>
      <dgm:spPr/>
      <dgm:t>
        <a:bodyPr/>
        <a:lstStyle/>
        <a:p>
          <a:r>
            <a:rPr lang="en-US" sz="1100" b="1" kern="1200" dirty="0">
              <a:solidFill>
                <a:schemeClr val="tx1"/>
              </a:solidFill>
              <a:latin typeface="+mn-lt"/>
              <a:ea typeface="+mn-ea"/>
              <a:cs typeface="+mn-cs"/>
            </a:rPr>
            <a:t>9. Progress Collections</a:t>
          </a:r>
          <a:endParaRPr lang="en-CA" sz="1100" b="1" kern="1200" dirty="0">
            <a:solidFill>
              <a:schemeClr val="tx1"/>
            </a:solidFill>
            <a:latin typeface="+mn-lt"/>
            <a:ea typeface="+mn-ea"/>
            <a:cs typeface="+mn-cs"/>
          </a:endParaRPr>
        </a:p>
      </dgm:t>
    </dgm:pt>
    <dgm:pt modelId="{42F4808D-58CB-4F83-98DD-CBBD50B4112F}" type="parTrans" cxnId="{9C66E543-0C0F-4CB1-A5FB-4C200FAA742A}">
      <dgm:prSet/>
      <dgm:spPr/>
      <dgm:t>
        <a:bodyPr/>
        <a:lstStyle/>
        <a:p>
          <a:endParaRPr lang="en-CA">
            <a:solidFill>
              <a:schemeClr val="tx1"/>
            </a:solidFill>
          </a:endParaRPr>
        </a:p>
      </dgm:t>
    </dgm:pt>
    <dgm:pt modelId="{49AFEBAD-FD25-4514-9173-BA7CBAD310DD}" type="sibTrans" cxnId="{9C66E543-0C0F-4CB1-A5FB-4C200FAA742A}">
      <dgm:prSet/>
      <dgm:spPr/>
      <dgm:t>
        <a:bodyPr/>
        <a:lstStyle/>
        <a:p>
          <a:endParaRPr lang="en-CA">
            <a:solidFill>
              <a:schemeClr val="tx1"/>
            </a:solidFill>
          </a:endParaRPr>
        </a:p>
      </dgm:t>
    </dgm:pt>
    <dgm:pt modelId="{1D137256-70EF-474A-B7EF-5764BA41C58A}">
      <dgm:prSet phldrT="[Text]" phldr="0" custT="1"/>
      <dgm:spPr/>
      <dgm:t>
        <a:bodyPr/>
        <a:lstStyle/>
        <a:p>
          <a:r>
            <a:rPr lang="en-US" sz="1100" b="1" dirty="0">
              <a:solidFill>
                <a:schemeClr val="tx1"/>
              </a:solidFill>
            </a:rPr>
            <a:t>3. Update Scores</a:t>
          </a:r>
          <a:endParaRPr lang="en-CA" sz="1100" b="1" dirty="0">
            <a:solidFill>
              <a:schemeClr val="tx1"/>
            </a:solidFill>
          </a:endParaRPr>
        </a:p>
      </dgm:t>
    </dgm:pt>
    <dgm:pt modelId="{C5B05C01-EF84-4AC6-8162-2F1B402F7414}" type="parTrans" cxnId="{8627B3D6-D9A5-489C-9E79-4CAB11CC6C82}">
      <dgm:prSet/>
      <dgm:spPr/>
      <dgm:t>
        <a:bodyPr/>
        <a:lstStyle/>
        <a:p>
          <a:endParaRPr lang="en-CA">
            <a:solidFill>
              <a:schemeClr val="tx1"/>
            </a:solidFill>
          </a:endParaRPr>
        </a:p>
      </dgm:t>
    </dgm:pt>
    <dgm:pt modelId="{D25331A2-8F05-40F4-9677-5AAADE5E8C7F}" type="sibTrans" cxnId="{8627B3D6-D9A5-489C-9E79-4CAB11CC6C82}">
      <dgm:prSet/>
      <dgm:spPr/>
      <dgm:t>
        <a:bodyPr/>
        <a:lstStyle/>
        <a:p>
          <a:endParaRPr lang="en-CA">
            <a:solidFill>
              <a:schemeClr val="tx1"/>
            </a:solidFill>
          </a:endParaRPr>
        </a:p>
      </dgm:t>
    </dgm:pt>
    <dgm:pt modelId="{0C9C8033-B988-4E1D-9E80-295619570645}" type="pres">
      <dgm:prSet presAssocID="{7FDB78A2-C125-4BD2-8B3B-E10BB1604F91}" presName="cycle" presStyleCnt="0">
        <dgm:presLayoutVars>
          <dgm:dir/>
          <dgm:resizeHandles val="exact"/>
        </dgm:presLayoutVars>
      </dgm:prSet>
      <dgm:spPr/>
    </dgm:pt>
    <dgm:pt modelId="{332E671D-4AC5-461A-AF5B-56EE310B46BF}" type="pres">
      <dgm:prSet presAssocID="{013ADFB4-8392-42B2-9340-E2967DAA06EE}" presName="dummy" presStyleCnt="0"/>
      <dgm:spPr/>
    </dgm:pt>
    <dgm:pt modelId="{F4AAF873-300F-44A6-A65C-3273D7EB4738}" type="pres">
      <dgm:prSet presAssocID="{013ADFB4-8392-42B2-9340-E2967DAA06EE}" presName="node" presStyleLbl="revTx" presStyleIdx="0" presStyleCnt="9" custScaleX="154715" custScaleY="70325">
        <dgm:presLayoutVars>
          <dgm:bulletEnabled val="1"/>
        </dgm:presLayoutVars>
      </dgm:prSet>
      <dgm:spPr/>
    </dgm:pt>
    <dgm:pt modelId="{AA40E6E0-F2C6-495C-BFE6-D0852F610301}" type="pres">
      <dgm:prSet presAssocID="{885FC3D4-BAC1-4061-A623-184BE441F928}" presName="sibTrans" presStyleLbl="node1" presStyleIdx="0" presStyleCnt="9"/>
      <dgm:spPr/>
    </dgm:pt>
    <dgm:pt modelId="{5F2A51E2-CECE-4B20-8653-C38D4CAF42E4}" type="pres">
      <dgm:prSet presAssocID="{7C07933B-7C2A-4ABB-B41F-7D0A0055D5D2}" presName="dummy" presStyleCnt="0"/>
      <dgm:spPr/>
    </dgm:pt>
    <dgm:pt modelId="{94F03F9E-B3E4-45DC-8B74-30A621858112}" type="pres">
      <dgm:prSet presAssocID="{7C07933B-7C2A-4ABB-B41F-7D0A0055D5D2}" presName="node" presStyleLbl="revTx" presStyleIdx="1" presStyleCnt="9" custScaleX="154715" custScaleY="70325">
        <dgm:presLayoutVars>
          <dgm:bulletEnabled val="1"/>
        </dgm:presLayoutVars>
      </dgm:prSet>
      <dgm:spPr/>
    </dgm:pt>
    <dgm:pt modelId="{2A000772-B8B8-404E-9EA0-1407A33D9108}" type="pres">
      <dgm:prSet presAssocID="{76DF5A24-D84F-4C7E-A456-09F62C21F6D3}" presName="sibTrans" presStyleLbl="node1" presStyleIdx="1" presStyleCnt="9" custLinFactNeighborY="692"/>
      <dgm:spPr/>
    </dgm:pt>
    <dgm:pt modelId="{10EA5096-8CDA-466A-B1EA-D75F30CC5CD4}" type="pres">
      <dgm:prSet presAssocID="{1D137256-70EF-474A-B7EF-5764BA41C58A}" presName="dummy" presStyleCnt="0"/>
      <dgm:spPr/>
    </dgm:pt>
    <dgm:pt modelId="{3A6BB6E2-72AC-4F9E-A85D-9DADF35E5852}" type="pres">
      <dgm:prSet presAssocID="{1D137256-70EF-474A-B7EF-5764BA41C58A}" presName="node" presStyleLbl="revTx" presStyleIdx="2" presStyleCnt="9" custScaleX="154715" custScaleY="70325">
        <dgm:presLayoutVars>
          <dgm:bulletEnabled val="1"/>
        </dgm:presLayoutVars>
      </dgm:prSet>
      <dgm:spPr/>
    </dgm:pt>
    <dgm:pt modelId="{0F8F9AEB-A474-43B5-B456-C20F379C001B}" type="pres">
      <dgm:prSet presAssocID="{D25331A2-8F05-40F4-9677-5AAADE5E8C7F}" presName="sibTrans" presStyleLbl="node1" presStyleIdx="2" presStyleCnt="9"/>
      <dgm:spPr/>
    </dgm:pt>
    <dgm:pt modelId="{E3380398-DFD9-415D-AC5B-F9F674899B6B}" type="pres">
      <dgm:prSet presAssocID="{086DE4F3-4E49-4FAE-B141-B5850577C764}" presName="dummy" presStyleCnt="0"/>
      <dgm:spPr/>
    </dgm:pt>
    <dgm:pt modelId="{C725FC3F-0AFF-49F4-8112-B0882F743F93}" type="pres">
      <dgm:prSet presAssocID="{086DE4F3-4E49-4FAE-B141-B5850577C764}" presName="node" presStyleLbl="revTx" presStyleIdx="3" presStyleCnt="9" custScaleX="154715" custScaleY="70325">
        <dgm:presLayoutVars>
          <dgm:bulletEnabled val="1"/>
        </dgm:presLayoutVars>
      </dgm:prSet>
      <dgm:spPr/>
    </dgm:pt>
    <dgm:pt modelId="{1F5FD622-6D3E-48FB-8E13-97D78567B786}" type="pres">
      <dgm:prSet presAssocID="{BEE984DC-2E1F-4C93-9AF9-D7F331FC41B8}" presName="sibTrans" presStyleLbl="node1" presStyleIdx="3" presStyleCnt="9"/>
      <dgm:spPr/>
    </dgm:pt>
    <dgm:pt modelId="{34C5C192-3189-4DED-A910-232B8D819DDE}" type="pres">
      <dgm:prSet presAssocID="{AE528591-3048-4DB5-81D1-7EF2B9AA2E6D}" presName="dummy" presStyleCnt="0"/>
      <dgm:spPr/>
    </dgm:pt>
    <dgm:pt modelId="{BACAF4DD-9C0E-46A3-915B-F563389336C7}" type="pres">
      <dgm:prSet presAssocID="{AE528591-3048-4DB5-81D1-7EF2B9AA2E6D}" presName="node" presStyleLbl="revTx" presStyleIdx="4" presStyleCnt="9" custScaleX="154715" custScaleY="70325">
        <dgm:presLayoutVars>
          <dgm:bulletEnabled val="1"/>
        </dgm:presLayoutVars>
      </dgm:prSet>
      <dgm:spPr/>
    </dgm:pt>
    <dgm:pt modelId="{ACF32CC4-FB11-4DEB-A846-1947FF04F90F}" type="pres">
      <dgm:prSet presAssocID="{BED6A764-BC0A-41A2-8D1B-792E07E89190}" presName="sibTrans" presStyleLbl="node1" presStyleIdx="4" presStyleCnt="9"/>
      <dgm:spPr/>
    </dgm:pt>
    <dgm:pt modelId="{59B6FC4F-6521-48DB-875A-487754D4D9CC}" type="pres">
      <dgm:prSet presAssocID="{93236B8C-113C-4438-84BF-492B635901BC}" presName="dummy" presStyleCnt="0"/>
      <dgm:spPr/>
    </dgm:pt>
    <dgm:pt modelId="{9717D19A-5D0E-4228-AD67-AEAA00C021BD}" type="pres">
      <dgm:prSet presAssocID="{93236B8C-113C-4438-84BF-492B635901BC}" presName="node" presStyleLbl="revTx" presStyleIdx="5" presStyleCnt="9" custScaleX="154715" custScaleY="70325">
        <dgm:presLayoutVars>
          <dgm:bulletEnabled val="1"/>
        </dgm:presLayoutVars>
      </dgm:prSet>
      <dgm:spPr/>
    </dgm:pt>
    <dgm:pt modelId="{64E8703E-3966-4E4B-9657-E17B7A965180}" type="pres">
      <dgm:prSet presAssocID="{34986FC9-B5CE-4223-9470-B691667BB1A4}" presName="sibTrans" presStyleLbl="node1" presStyleIdx="5" presStyleCnt="9"/>
      <dgm:spPr/>
    </dgm:pt>
    <dgm:pt modelId="{67C3357D-20B9-4A9F-8D43-4DD8F1DA863A}" type="pres">
      <dgm:prSet presAssocID="{10D150CF-FC77-4D7F-A18D-2B0C6187B02D}" presName="dummy" presStyleCnt="0"/>
      <dgm:spPr/>
    </dgm:pt>
    <dgm:pt modelId="{CA8E718D-BDCB-4BA0-A285-4605D749538C}" type="pres">
      <dgm:prSet presAssocID="{10D150CF-FC77-4D7F-A18D-2B0C6187B02D}" presName="node" presStyleLbl="revTx" presStyleIdx="6" presStyleCnt="9" custScaleX="154715" custScaleY="70325">
        <dgm:presLayoutVars>
          <dgm:bulletEnabled val="1"/>
        </dgm:presLayoutVars>
      </dgm:prSet>
      <dgm:spPr/>
    </dgm:pt>
    <dgm:pt modelId="{60D1F459-58DE-4A85-9506-8655412717B3}" type="pres">
      <dgm:prSet presAssocID="{D721B6FC-34C4-4040-AF82-5C25C342642F}" presName="sibTrans" presStyleLbl="node1" presStyleIdx="6" presStyleCnt="9"/>
      <dgm:spPr/>
    </dgm:pt>
    <dgm:pt modelId="{0FD71B0F-D822-4554-BA26-592EFF5D3BFF}" type="pres">
      <dgm:prSet presAssocID="{0448548A-F497-4030-8A52-290F8EB8898D}" presName="dummy" presStyleCnt="0"/>
      <dgm:spPr/>
    </dgm:pt>
    <dgm:pt modelId="{EA5A437E-1A0D-476B-A39A-A1A4C413B063}" type="pres">
      <dgm:prSet presAssocID="{0448548A-F497-4030-8A52-290F8EB8898D}" presName="node" presStyleLbl="revTx" presStyleIdx="7" presStyleCnt="9" custScaleX="154715" custScaleY="70325">
        <dgm:presLayoutVars>
          <dgm:bulletEnabled val="1"/>
        </dgm:presLayoutVars>
      </dgm:prSet>
      <dgm:spPr/>
    </dgm:pt>
    <dgm:pt modelId="{97C2EA80-3C64-4A28-8534-6A3839098475}" type="pres">
      <dgm:prSet presAssocID="{180DB122-3666-4602-AF73-C863CD48F92F}" presName="sibTrans" presStyleLbl="node1" presStyleIdx="7" presStyleCnt="9"/>
      <dgm:spPr/>
    </dgm:pt>
    <dgm:pt modelId="{74169793-4594-45A6-A11E-D2E1F105EBE5}" type="pres">
      <dgm:prSet presAssocID="{AF63C5FB-F5D1-4F26-BCF4-EE1E93FFAF55}" presName="dummy" presStyleCnt="0"/>
      <dgm:spPr/>
    </dgm:pt>
    <dgm:pt modelId="{A5587500-DFB7-4EE1-84EE-1956DE97E2A8}" type="pres">
      <dgm:prSet presAssocID="{AF63C5FB-F5D1-4F26-BCF4-EE1E93FFAF55}" presName="node" presStyleLbl="revTx" presStyleIdx="8" presStyleCnt="9" custScaleX="154715" custScaleY="70325">
        <dgm:presLayoutVars>
          <dgm:bulletEnabled val="1"/>
        </dgm:presLayoutVars>
      </dgm:prSet>
      <dgm:spPr/>
    </dgm:pt>
    <dgm:pt modelId="{C005280D-52D2-4451-8279-C09DF7D3A840}" type="pres">
      <dgm:prSet presAssocID="{49AFEBAD-FD25-4514-9173-BA7CBAD310DD}" presName="sibTrans" presStyleLbl="node1" presStyleIdx="8" presStyleCnt="9"/>
      <dgm:spPr/>
    </dgm:pt>
  </dgm:ptLst>
  <dgm:cxnLst>
    <dgm:cxn modelId="{5E43A903-27DC-4FD0-B98E-26EBA6ED987F}" type="presOf" srcId="{7C07933B-7C2A-4ABB-B41F-7D0A0055D5D2}" destId="{94F03F9E-B3E4-45DC-8B74-30A621858112}" srcOrd="0" destOrd="0" presId="urn:microsoft.com/office/officeart/2005/8/layout/cycle1"/>
    <dgm:cxn modelId="{5774C616-DB95-454F-89AE-F970786F6ADC}" type="presOf" srcId="{086DE4F3-4E49-4FAE-B141-B5850577C764}" destId="{C725FC3F-0AFF-49F4-8112-B0882F743F93}" srcOrd="0" destOrd="0" presId="urn:microsoft.com/office/officeart/2005/8/layout/cycle1"/>
    <dgm:cxn modelId="{F83F9024-D8B7-4C6E-A51E-AF8AD28C975B}" type="presOf" srcId="{BEE984DC-2E1F-4C93-9AF9-D7F331FC41B8}" destId="{1F5FD622-6D3E-48FB-8E13-97D78567B786}" srcOrd="0" destOrd="0" presId="urn:microsoft.com/office/officeart/2005/8/layout/cycle1"/>
    <dgm:cxn modelId="{1FD25330-FDAC-4015-9DBC-CFBCDFC4F557}" type="presOf" srcId="{7FDB78A2-C125-4BD2-8B3B-E10BB1604F91}" destId="{0C9C8033-B988-4E1D-9E80-295619570645}" srcOrd="0" destOrd="0" presId="urn:microsoft.com/office/officeart/2005/8/layout/cycle1"/>
    <dgm:cxn modelId="{857D6A37-B32F-4D32-B802-203D792EC8F7}" type="presOf" srcId="{0448548A-F497-4030-8A52-290F8EB8898D}" destId="{EA5A437E-1A0D-476B-A39A-A1A4C413B063}" srcOrd="0" destOrd="0" presId="urn:microsoft.com/office/officeart/2005/8/layout/cycle1"/>
    <dgm:cxn modelId="{C88B8160-BBF8-43FD-BACB-20C0ADD8543D}" type="presOf" srcId="{10D150CF-FC77-4D7F-A18D-2B0C6187B02D}" destId="{CA8E718D-BDCB-4BA0-A285-4605D749538C}" srcOrd="0" destOrd="0" presId="urn:microsoft.com/office/officeart/2005/8/layout/cycle1"/>
    <dgm:cxn modelId="{9C66E543-0C0F-4CB1-A5FB-4C200FAA742A}" srcId="{7FDB78A2-C125-4BD2-8B3B-E10BB1604F91}" destId="{AF63C5FB-F5D1-4F26-BCF4-EE1E93FFAF55}" srcOrd="8" destOrd="0" parTransId="{42F4808D-58CB-4F83-98DD-CBBD50B4112F}" sibTransId="{49AFEBAD-FD25-4514-9173-BA7CBAD310DD}"/>
    <dgm:cxn modelId="{A006D244-8A6C-4905-BC6C-C337AE3BBED0}" type="presOf" srcId="{D721B6FC-34C4-4040-AF82-5C25C342642F}" destId="{60D1F459-58DE-4A85-9506-8655412717B3}" srcOrd="0" destOrd="0" presId="urn:microsoft.com/office/officeart/2005/8/layout/cycle1"/>
    <dgm:cxn modelId="{20B2A150-512F-481D-944B-13A30BC3A93D}" srcId="{7FDB78A2-C125-4BD2-8B3B-E10BB1604F91}" destId="{93236B8C-113C-4438-84BF-492B635901BC}" srcOrd="5" destOrd="0" parTransId="{E5B05E5A-829D-44A3-A992-F784B8B7E30B}" sibTransId="{34986FC9-B5CE-4223-9470-B691667BB1A4}"/>
    <dgm:cxn modelId="{6E0B8182-1C9D-450C-B1F3-D5A542F2FCA7}" type="presOf" srcId="{BED6A764-BC0A-41A2-8D1B-792E07E89190}" destId="{ACF32CC4-FB11-4DEB-A846-1947FF04F90F}" srcOrd="0" destOrd="0" presId="urn:microsoft.com/office/officeart/2005/8/layout/cycle1"/>
    <dgm:cxn modelId="{D9FFD183-D2B8-4E48-9AE0-211BCBBB3DE9}" type="presOf" srcId="{34986FC9-B5CE-4223-9470-B691667BB1A4}" destId="{64E8703E-3966-4E4B-9657-E17B7A965180}" srcOrd="0" destOrd="0" presId="urn:microsoft.com/office/officeart/2005/8/layout/cycle1"/>
    <dgm:cxn modelId="{87BED289-68DA-406F-8757-0657FE4DBDC2}" type="presOf" srcId="{180DB122-3666-4602-AF73-C863CD48F92F}" destId="{97C2EA80-3C64-4A28-8534-6A3839098475}" srcOrd="0" destOrd="0" presId="urn:microsoft.com/office/officeart/2005/8/layout/cycle1"/>
    <dgm:cxn modelId="{2BE98C92-7D71-456E-B93D-EB2B094E8403}" type="presOf" srcId="{49AFEBAD-FD25-4514-9173-BA7CBAD310DD}" destId="{C005280D-52D2-4451-8279-C09DF7D3A840}" srcOrd="0" destOrd="0" presId="urn:microsoft.com/office/officeart/2005/8/layout/cycle1"/>
    <dgm:cxn modelId="{770CD592-EE6C-4CB9-B512-081CB719EA1C}" type="presOf" srcId="{D25331A2-8F05-40F4-9677-5AAADE5E8C7F}" destId="{0F8F9AEB-A474-43B5-B456-C20F379C001B}" srcOrd="0" destOrd="0" presId="urn:microsoft.com/office/officeart/2005/8/layout/cycle1"/>
    <dgm:cxn modelId="{551D6B94-9B18-4369-BF96-12F8DE4364F7}" srcId="{7FDB78A2-C125-4BD2-8B3B-E10BB1604F91}" destId="{AE528591-3048-4DB5-81D1-7EF2B9AA2E6D}" srcOrd="4" destOrd="0" parTransId="{D98E1C70-9597-4312-A0BC-55B012F5D5D6}" sibTransId="{BED6A764-BC0A-41A2-8D1B-792E07E89190}"/>
    <dgm:cxn modelId="{0591BC96-5695-4D03-BEEE-C34B96AE3DD9}" type="presOf" srcId="{AE528591-3048-4DB5-81D1-7EF2B9AA2E6D}" destId="{BACAF4DD-9C0E-46A3-915B-F563389336C7}" srcOrd="0" destOrd="0" presId="urn:microsoft.com/office/officeart/2005/8/layout/cycle1"/>
    <dgm:cxn modelId="{490D4799-FE19-40A8-B64C-98A8B74BE91F}" type="presOf" srcId="{76DF5A24-D84F-4C7E-A456-09F62C21F6D3}" destId="{2A000772-B8B8-404E-9EA0-1407A33D9108}" srcOrd="0" destOrd="0" presId="urn:microsoft.com/office/officeart/2005/8/layout/cycle1"/>
    <dgm:cxn modelId="{1EBB1EB3-902B-4432-BD55-9F78C0DEE35D}" srcId="{7FDB78A2-C125-4BD2-8B3B-E10BB1604F91}" destId="{7C07933B-7C2A-4ABB-B41F-7D0A0055D5D2}" srcOrd="1" destOrd="0" parTransId="{AD223B15-EE41-4D41-BC24-403D8840A732}" sibTransId="{76DF5A24-D84F-4C7E-A456-09F62C21F6D3}"/>
    <dgm:cxn modelId="{B8F6F6B3-1BDC-45B3-9A15-CC50157EF92B}" srcId="{7FDB78A2-C125-4BD2-8B3B-E10BB1604F91}" destId="{0448548A-F497-4030-8A52-290F8EB8898D}" srcOrd="7" destOrd="0" parTransId="{712DFFA6-9F7E-4B21-91B7-C60110FA5320}" sibTransId="{180DB122-3666-4602-AF73-C863CD48F92F}"/>
    <dgm:cxn modelId="{CD784CB7-CBA9-44E3-8763-258F1A65AE13}" type="presOf" srcId="{93236B8C-113C-4438-84BF-492B635901BC}" destId="{9717D19A-5D0E-4228-AD67-AEAA00C021BD}" srcOrd="0" destOrd="0" presId="urn:microsoft.com/office/officeart/2005/8/layout/cycle1"/>
    <dgm:cxn modelId="{86F1DDC7-D062-4012-A804-D4911C5082EB}" type="presOf" srcId="{885FC3D4-BAC1-4061-A623-184BE441F928}" destId="{AA40E6E0-F2C6-495C-BFE6-D0852F610301}" srcOrd="0" destOrd="0" presId="urn:microsoft.com/office/officeart/2005/8/layout/cycle1"/>
    <dgm:cxn modelId="{8627B3D6-D9A5-489C-9E79-4CAB11CC6C82}" srcId="{7FDB78A2-C125-4BD2-8B3B-E10BB1604F91}" destId="{1D137256-70EF-474A-B7EF-5764BA41C58A}" srcOrd="2" destOrd="0" parTransId="{C5B05C01-EF84-4AC6-8162-2F1B402F7414}" sibTransId="{D25331A2-8F05-40F4-9677-5AAADE5E8C7F}"/>
    <dgm:cxn modelId="{E99E5CDC-96F7-414D-9F9E-CB99F787002B}" type="presOf" srcId="{AF63C5FB-F5D1-4F26-BCF4-EE1E93FFAF55}" destId="{A5587500-DFB7-4EE1-84EE-1956DE97E2A8}" srcOrd="0" destOrd="0" presId="urn:microsoft.com/office/officeart/2005/8/layout/cycle1"/>
    <dgm:cxn modelId="{B8D551DD-909B-4902-B92F-0E25D431B6D2}" srcId="{7FDB78A2-C125-4BD2-8B3B-E10BB1604F91}" destId="{10D150CF-FC77-4D7F-A18D-2B0C6187B02D}" srcOrd="6" destOrd="0" parTransId="{AE4A6407-CE57-49B5-8F7F-C740F3242226}" sibTransId="{D721B6FC-34C4-4040-AF82-5C25C342642F}"/>
    <dgm:cxn modelId="{7405FBDF-A010-40FE-B0FC-0B68C8E92728}" srcId="{7FDB78A2-C125-4BD2-8B3B-E10BB1604F91}" destId="{013ADFB4-8392-42B2-9340-E2967DAA06EE}" srcOrd="0" destOrd="0" parTransId="{1CD2E59D-880D-46D4-A9BF-36633ED22BEE}" sibTransId="{885FC3D4-BAC1-4061-A623-184BE441F928}"/>
    <dgm:cxn modelId="{27F0B9EF-B790-44D2-96D8-D44096D87DE0}" type="presOf" srcId="{013ADFB4-8392-42B2-9340-E2967DAA06EE}" destId="{F4AAF873-300F-44A6-A65C-3273D7EB4738}" srcOrd="0" destOrd="0" presId="urn:microsoft.com/office/officeart/2005/8/layout/cycle1"/>
    <dgm:cxn modelId="{B16154F7-5CD6-45AF-A3BF-E2BB69EDDF79}" type="presOf" srcId="{1D137256-70EF-474A-B7EF-5764BA41C58A}" destId="{3A6BB6E2-72AC-4F9E-A85D-9DADF35E5852}" srcOrd="0" destOrd="0" presId="urn:microsoft.com/office/officeart/2005/8/layout/cycle1"/>
    <dgm:cxn modelId="{8AD386FE-AB25-4C4A-8084-A2C4C739062D}" srcId="{7FDB78A2-C125-4BD2-8B3B-E10BB1604F91}" destId="{086DE4F3-4E49-4FAE-B141-B5850577C764}" srcOrd="3" destOrd="0" parTransId="{0F3D92C6-CD36-4BBF-97EA-1DA2ABB89DB8}" sibTransId="{BEE984DC-2E1F-4C93-9AF9-D7F331FC41B8}"/>
    <dgm:cxn modelId="{3C77B62A-0E0E-4DBE-8B5B-F6AC83A7F02D}" type="presParOf" srcId="{0C9C8033-B988-4E1D-9E80-295619570645}" destId="{332E671D-4AC5-461A-AF5B-56EE310B46BF}" srcOrd="0" destOrd="0" presId="urn:microsoft.com/office/officeart/2005/8/layout/cycle1"/>
    <dgm:cxn modelId="{7FE7F3AB-2141-48AC-8E50-65D006C3B4CC}" type="presParOf" srcId="{0C9C8033-B988-4E1D-9E80-295619570645}" destId="{F4AAF873-300F-44A6-A65C-3273D7EB4738}" srcOrd="1" destOrd="0" presId="urn:microsoft.com/office/officeart/2005/8/layout/cycle1"/>
    <dgm:cxn modelId="{15DAE33F-53FC-4701-8E0F-A37D485A5F3E}" type="presParOf" srcId="{0C9C8033-B988-4E1D-9E80-295619570645}" destId="{AA40E6E0-F2C6-495C-BFE6-D0852F610301}" srcOrd="2" destOrd="0" presId="urn:microsoft.com/office/officeart/2005/8/layout/cycle1"/>
    <dgm:cxn modelId="{5DDF905B-3D7F-420D-926C-8E778D247493}" type="presParOf" srcId="{0C9C8033-B988-4E1D-9E80-295619570645}" destId="{5F2A51E2-CECE-4B20-8653-C38D4CAF42E4}" srcOrd="3" destOrd="0" presId="urn:microsoft.com/office/officeart/2005/8/layout/cycle1"/>
    <dgm:cxn modelId="{E32BE58F-3AC9-421A-9A3A-764DF2A1D9BE}" type="presParOf" srcId="{0C9C8033-B988-4E1D-9E80-295619570645}" destId="{94F03F9E-B3E4-45DC-8B74-30A621858112}" srcOrd="4" destOrd="0" presId="urn:microsoft.com/office/officeart/2005/8/layout/cycle1"/>
    <dgm:cxn modelId="{BC4858BA-4CDD-4D5D-BA81-193323D1755D}" type="presParOf" srcId="{0C9C8033-B988-4E1D-9E80-295619570645}" destId="{2A000772-B8B8-404E-9EA0-1407A33D9108}" srcOrd="5" destOrd="0" presId="urn:microsoft.com/office/officeart/2005/8/layout/cycle1"/>
    <dgm:cxn modelId="{38951F57-23E5-4EC5-AC42-4AA761CC1DAA}" type="presParOf" srcId="{0C9C8033-B988-4E1D-9E80-295619570645}" destId="{10EA5096-8CDA-466A-B1EA-D75F30CC5CD4}" srcOrd="6" destOrd="0" presId="urn:microsoft.com/office/officeart/2005/8/layout/cycle1"/>
    <dgm:cxn modelId="{BD0BD5C2-A397-4DCA-8B06-B041E3EABBBE}" type="presParOf" srcId="{0C9C8033-B988-4E1D-9E80-295619570645}" destId="{3A6BB6E2-72AC-4F9E-A85D-9DADF35E5852}" srcOrd="7" destOrd="0" presId="urn:microsoft.com/office/officeart/2005/8/layout/cycle1"/>
    <dgm:cxn modelId="{308F8985-3C0F-40A1-9C22-4D66A9BB73C2}" type="presParOf" srcId="{0C9C8033-B988-4E1D-9E80-295619570645}" destId="{0F8F9AEB-A474-43B5-B456-C20F379C001B}" srcOrd="8" destOrd="0" presId="urn:microsoft.com/office/officeart/2005/8/layout/cycle1"/>
    <dgm:cxn modelId="{DC92F08E-E60D-4895-821B-D0E371B153EE}" type="presParOf" srcId="{0C9C8033-B988-4E1D-9E80-295619570645}" destId="{E3380398-DFD9-415D-AC5B-F9F674899B6B}" srcOrd="9" destOrd="0" presId="urn:microsoft.com/office/officeart/2005/8/layout/cycle1"/>
    <dgm:cxn modelId="{4938C29F-5F0C-4375-B8F5-3FEFCB8EC60C}" type="presParOf" srcId="{0C9C8033-B988-4E1D-9E80-295619570645}" destId="{C725FC3F-0AFF-49F4-8112-B0882F743F93}" srcOrd="10" destOrd="0" presId="urn:microsoft.com/office/officeart/2005/8/layout/cycle1"/>
    <dgm:cxn modelId="{81C9819F-5C08-474E-ACF8-568714A56A9F}" type="presParOf" srcId="{0C9C8033-B988-4E1D-9E80-295619570645}" destId="{1F5FD622-6D3E-48FB-8E13-97D78567B786}" srcOrd="11" destOrd="0" presId="urn:microsoft.com/office/officeart/2005/8/layout/cycle1"/>
    <dgm:cxn modelId="{674EDAE5-F5ED-4028-A8C1-08C67EF91E3C}" type="presParOf" srcId="{0C9C8033-B988-4E1D-9E80-295619570645}" destId="{34C5C192-3189-4DED-A910-232B8D819DDE}" srcOrd="12" destOrd="0" presId="urn:microsoft.com/office/officeart/2005/8/layout/cycle1"/>
    <dgm:cxn modelId="{305F4A17-C65E-45C5-BC00-8CCCE52DEAEF}" type="presParOf" srcId="{0C9C8033-B988-4E1D-9E80-295619570645}" destId="{BACAF4DD-9C0E-46A3-915B-F563389336C7}" srcOrd="13" destOrd="0" presId="urn:microsoft.com/office/officeart/2005/8/layout/cycle1"/>
    <dgm:cxn modelId="{ADDFB15F-6AC7-413E-BE6F-D3934C32C172}" type="presParOf" srcId="{0C9C8033-B988-4E1D-9E80-295619570645}" destId="{ACF32CC4-FB11-4DEB-A846-1947FF04F90F}" srcOrd="14" destOrd="0" presId="urn:microsoft.com/office/officeart/2005/8/layout/cycle1"/>
    <dgm:cxn modelId="{C0ED273E-1D4D-469F-AA34-A374849CF94F}" type="presParOf" srcId="{0C9C8033-B988-4E1D-9E80-295619570645}" destId="{59B6FC4F-6521-48DB-875A-487754D4D9CC}" srcOrd="15" destOrd="0" presId="urn:microsoft.com/office/officeart/2005/8/layout/cycle1"/>
    <dgm:cxn modelId="{DADD9B3E-1B60-435E-85AF-A332C43BA1B5}" type="presParOf" srcId="{0C9C8033-B988-4E1D-9E80-295619570645}" destId="{9717D19A-5D0E-4228-AD67-AEAA00C021BD}" srcOrd="16" destOrd="0" presId="urn:microsoft.com/office/officeart/2005/8/layout/cycle1"/>
    <dgm:cxn modelId="{B2B189B0-E563-4538-A783-93E9774661F7}" type="presParOf" srcId="{0C9C8033-B988-4E1D-9E80-295619570645}" destId="{64E8703E-3966-4E4B-9657-E17B7A965180}" srcOrd="17" destOrd="0" presId="urn:microsoft.com/office/officeart/2005/8/layout/cycle1"/>
    <dgm:cxn modelId="{88E73173-9CF0-4423-A5E6-921165F83BE2}" type="presParOf" srcId="{0C9C8033-B988-4E1D-9E80-295619570645}" destId="{67C3357D-20B9-4A9F-8D43-4DD8F1DA863A}" srcOrd="18" destOrd="0" presId="urn:microsoft.com/office/officeart/2005/8/layout/cycle1"/>
    <dgm:cxn modelId="{AA18BBBB-4A71-4B81-A97C-F052D1D4A195}" type="presParOf" srcId="{0C9C8033-B988-4E1D-9E80-295619570645}" destId="{CA8E718D-BDCB-4BA0-A285-4605D749538C}" srcOrd="19" destOrd="0" presId="urn:microsoft.com/office/officeart/2005/8/layout/cycle1"/>
    <dgm:cxn modelId="{E3CFEF20-CD78-44B8-8AD4-EC1093028B9C}" type="presParOf" srcId="{0C9C8033-B988-4E1D-9E80-295619570645}" destId="{60D1F459-58DE-4A85-9506-8655412717B3}" srcOrd="20" destOrd="0" presId="urn:microsoft.com/office/officeart/2005/8/layout/cycle1"/>
    <dgm:cxn modelId="{8FA30F51-58F2-412F-89BB-59D0543FAD26}" type="presParOf" srcId="{0C9C8033-B988-4E1D-9E80-295619570645}" destId="{0FD71B0F-D822-4554-BA26-592EFF5D3BFF}" srcOrd="21" destOrd="0" presId="urn:microsoft.com/office/officeart/2005/8/layout/cycle1"/>
    <dgm:cxn modelId="{15DAA2A8-229F-47DF-A4FD-03CF542D5243}" type="presParOf" srcId="{0C9C8033-B988-4E1D-9E80-295619570645}" destId="{EA5A437E-1A0D-476B-A39A-A1A4C413B063}" srcOrd="22" destOrd="0" presId="urn:microsoft.com/office/officeart/2005/8/layout/cycle1"/>
    <dgm:cxn modelId="{66A2988F-5DCF-4DB1-8720-E480000CEA2A}" type="presParOf" srcId="{0C9C8033-B988-4E1D-9E80-295619570645}" destId="{97C2EA80-3C64-4A28-8534-6A3839098475}" srcOrd="23" destOrd="0" presId="urn:microsoft.com/office/officeart/2005/8/layout/cycle1"/>
    <dgm:cxn modelId="{4EF7E668-B62C-4766-8CD5-162A23396139}" type="presParOf" srcId="{0C9C8033-B988-4E1D-9E80-295619570645}" destId="{74169793-4594-45A6-A11E-D2E1F105EBE5}" srcOrd="24" destOrd="0" presId="urn:microsoft.com/office/officeart/2005/8/layout/cycle1"/>
    <dgm:cxn modelId="{23AE79A2-823F-4F96-B494-4E66BC1B5A74}" type="presParOf" srcId="{0C9C8033-B988-4E1D-9E80-295619570645}" destId="{A5587500-DFB7-4EE1-84EE-1956DE97E2A8}" srcOrd="25" destOrd="0" presId="urn:microsoft.com/office/officeart/2005/8/layout/cycle1"/>
    <dgm:cxn modelId="{03E84C54-62C3-4B67-ADDD-ECE627756A2B}" type="presParOf" srcId="{0C9C8033-B988-4E1D-9E80-295619570645}" destId="{C005280D-52D2-4451-8279-C09DF7D3A840}" srcOrd="26"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AAF873-300F-44A6-A65C-3273D7EB4738}">
      <dsp:nvSpPr>
        <dsp:cNvPr id="0" name=""/>
        <dsp:cNvSpPr/>
      </dsp:nvSpPr>
      <dsp:spPr>
        <a:xfrm>
          <a:off x="2949509" y="145646"/>
          <a:ext cx="1005839" cy="457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tx1"/>
              </a:solidFill>
              <a:latin typeface="Arial"/>
              <a:ea typeface="Arial"/>
              <a:cs typeface="Arial"/>
            </a:rPr>
            <a:t>1. Update Accounts</a:t>
          </a:r>
          <a:endParaRPr lang="en-CA" sz="1100" b="1" kern="1200" dirty="0">
            <a:solidFill>
              <a:schemeClr val="tx1"/>
            </a:solidFill>
            <a:latin typeface="Arial"/>
            <a:ea typeface="Arial"/>
            <a:cs typeface="Arial"/>
          </a:endParaRPr>
        </a:p>
      </dsp:txBody>
      <dsp:txXfrm>
        <a:off x="2949509" y="145646"/>
        <a:ext cx="1005839" cy="457199"/>
      </dsp:txXfrm>
    </dsp:sp>
    <dsp:sp modelId="{AA40E6E0-F2C6-495C-BFE6-D0852F610301}">
      <dsp:nvSpPr>
        <dsp:cNvPr id="0" name=""/>
        <dsp:cNvSpPr/>
      </dsp:nvSpPr>
      <dsp:spPr>
        <a:xfrm>
          <a:off x="607364" y="115228"/>
          <a:ext cx="4309976" cy="4309976"/>
        </a:xfrm>
        <a:prstGeom prst="circularArrow">
          <a:avLst>
            <a:gd name="adj1" fmla="val 2941"/>
            <a:gd name="adj2" fmla="val 180023"/>
            <a:gd name="adj3" fmla="val 19150267"/>
            <a:gd name="adj4" fmla="val 18256204"/>
            <a:gd name="adj5" fmla="val 3432"/>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F03F9E-B3E4-45DC-8B74-30A621858112}">
      <dsp:nvSpPr>
        <dsp:cNvPr id="0" name=""/>
        <dsp:cNvSpPr/>
      </dsp:nvSpPr>
      <dsp:spPr>
        <a:xfrm>
          <a:off x="4006768" y="1032791"/>
          <a:ext cx="1005839" cy="457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l" defTabSz="914400" rtl="0" eaLnBrk="1" latinLnBrk="0" hangingPunct="1">
            <a:lnSpc>
              <a:spcPct val="90000"/>
            </a:lnSpc>
            <a:spcBef>
              <a:spcPct val="0"/>
            </a:spcBef>
            <a:spcAft>
              <a:spcPct val="35000"/>
            </a:spcAft>
            <a:buNone/>
          </a:pPr>
          <a:r>
            <a:rPr lang="en-US" sz="1100" b="1" kern="1200" dirty="0">
              <a:solidFill>
                <a:schemeClr val="tx1"/>
              </a:solidFill>
              <a:latin typeface="+mn-lt"/>
              <a:ea typeface="+mn-ea"/>
              <a:cs typeface="+mn-cs"/>
            </a:rPr>
            <a:t>2. Update Cards</a:t>
          </a:r>
          <a:endParaRPr lang="en-CA" sz="1100" b="1" kern="1200" dirty="0">
            <a:solidFill>
              <a:schemeClr val="tx1"/>
            </a:solidFill>
            <a:latin typeface="+mn-lt"/>
            <a:ea typeface="+mn-ea"/>
            <a:cs typeface="+mn-cs"/>
          </a:endParaRPr>
        </a:p>
      </dsp:txBody>
      <dsp:txXfrm>
        <a:off x="4006768" y="1032791"/>
        <a:ext cx="1005839" cy="457199"/>
      </dsp:txXfrm>
    </dsp:sp>
    <dsp:sp modelId="{2A000772-B8B8-404E-9EA0-1407A33D9108}">
      <dsp:nvSpPr>
        <dsp:cNvPr id="0" name=""/>
        <dsp:cNvSpPr/>
      </dsp:nvSpPr>
      <dsp:spPr>
        <a:xfrm>
          <a:off x="607364" y="145053"/>
          <a:ext cx="4309976" cy="4309976"/>
        </a:xfrm>
        <a:prstGeom prst="circularArrow">
          <a:avLst>
            <a:gd name="adj1" fmla="val 2941"/>
            <a:gd name="adj2" fmla="val 180023"/>
            <a:gd name="adj3" fmla="val 27565"/>
            <a:gd name="adj4" fmla="val 20235041"/>
            <a:gd name="adj5" fmla="val 3432"/>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6BB6E2-72AC-4F9E-A85D-9DADF35E5852}">
      <dsp:nvSpPr>
        <dsp:cNvPr id="0" name=""/>
        <dsp:cNvSpPr/>
      </dsp:nvSpPr>
      <dsp:spPr>
        <a:xfrm>
          <a:off x="4246430" y="2391977"/>
          <a:ext cx="1005839" cy="457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tx1"/>
              </a:solidFill>
            </a:rPr>
            <a:t>3. Update Scores</a:t>
          </a:r>
          <a:endParaRPr lang="en-CA" sz="1100" b="1" kern="1200" dirty="0">
            <a:solidFill>
              <a:schemeClr val="tx1"/>
            </a:solidFill>
          </a:endParaRPr>
        </a:p>
      </dsp:txBody>
      <dsp:txXfrm>
        <a:off x="4246430" y="2391977"/>
        <a:ext cx="1005839" cy="457199"/>
      </dsp:txXfrm>
    </dsp:sp>
    <dsp:sp modelId="{0F8F9AEB-A474-43B5-B456-C20F379C001B}">
      <dsp:nvSpPr>
        <dsp:cNvPr id="0" name=""/>
        <dsp:cNvSpPr/>
      </dsp:nvSpPr>
      <dsp:spPr>
        <a:xfrm>
          <a:off x="607364" y="115228"/>
          <a:ext cx="4309976" cy="4309976"/>
        </a:xfrm>
        <a:prstGeom prst="circularArrow">
          <a:avLst>
            <a:gd name="adj1" fmla="val 2941"/>
            <a:gd name="adj2" fmla="val 180023"/>
            <a:gd name="adj3" fmla="val 2264907"/>
            <a:gd name="adj4" fmla="val 1000521"/>
            <a:gd name="adj5" fmla="val 3432"/>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25FC3F-0AFF-49F4-8112-B0882F743F93}">
      <dsp:nvSpPr>
        <dsp:cNvPr id="0" name=""/>
        <dsp:cNvSpPr/>
      </dsp:nvSpPr>
      <dsp:spPr>
        <a:xfrm>
          <a:off x="3556353" y="3587225"/>
          <a:ext cx="1005839" cy="457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tx1"/>
              </a:solidFill>
            </a:rPr>
            <a:t>4. Generate Transactions</a:t>
          </a:r>
          <a:endParaRPr lang="en-CA" sz="1100" b="1" kern="1200" dirty="0">
            <a:solidFill>
              <a:schemeClr val="tx1"/>
            </a:solidFill>
          </a:endParaRPr>
        </a:p>
      </dsp:txBody>
      <dsp:txXfrm>
        <a:off x="3556353" y="3587225"/>
        <a:ext cx="1005839" cy="457199"/>
      </dsp:txXfrm>
    </dsp:sp>
    <dsp:sp modelId="{1F5FD622-6D3E-48FB-8E13-97D78567B786}">
      <dsp:nvSpPr>
        <dsp:cNvPr id="0" name=""/>
        <dsp:cNvSpPr/>
      </dsp:nvSpPr>
      <dsp:spPr>
        <a:xfrm>
          <a:off x="607364" y="115228"/>
          <a:ext cx="4309976" cy="4309976"/>
        </a:xfrm>
        <a:prstGeom prst="circularArrow">
          <a:avLst>
            <a:gd name="adj1" fmla="val 2941"/>
            <a:gd name="adj2" fmla="val 180023"/>
            <a:gd name="adj3" fmla="val 4353953"/>
            <a:gd name="adj4" fmla="val 3693804"/>
            <a:gd name="adj5" fmla="val 3432"/>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CAF4DD-9C0E-46A3-915B-F563389336C7}">
      <dsp:nvSpPr>
        <dsp:cNvPr id="0" name=""/>
        <dsp:cNvSpPr/>
      </dsp:nvSpPr>
      <dsp:spPr>
        <a:xfrm>
          <a:off x="2259433" y="4059266"/>
          <a:ext cx="1005839" cy="457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tx1"/>
              </a:solidFill>
            </a:rPr>
            <a:t>5. Generate Statements</a:t>
          </a:r>
          <a:endParaRPr lang="en-CA" sz="1100" b="1" kern="1200" dirty="0">
            <a:solidFill>
              <a:schemeClr val="tx1"/>
            </a:solidFill>
          </a:endParaRPr>
        </a:p>
      </dsp:txBody>
      <dsp:txXfrm>
        <a:off x="2259433" y="4059266"/>
        <a:ext cx="1005839" cy="457199"/>
      </dsp:txXfrm>
    </dsp:sp>
    <dsp:sp modelId="{ACF32CC4-FB11-4DEB-A846-1947FF04F90F}">
      <dsp:nvSpPr>
        <dsp:cNvPr id="0" name=""/>
        <dsp:cNvSpPr/>
      </dsp:nvSpPr>
      <dsp:spPr>
        <a:xfrm>
          <a:off x="607364" y="115228"/>
          <a:ext cx="4309976" cy="4309976"/>
        </a:xfrm>
        <a:prstGeom prst="circularArrow">
          <a:avLst>
            <a:gd name="adj1" fmla="val 2941"/>
            <a:gd name="adj2" fmla="val 180023"/>
            <a:gd name="adj3" fmla="val 6926173"/>
            <a:gd name="adj4" fmla="val 6266024"/>
            <a:gd name="adj5" fmla="val 3432"/>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717D19A-5D0E-4228-AD67-AEAA00C021BD}">
      <dsp:nvSpPr>
        <dsp:cNvPr id="0" name=""/>
        <dsp:cNvSpPr/>
      </dsp:nvSpPr>
      <dsp:spPr>
        <a:xfrm>
          <a:off x="962513" y="3587225"/>
          <a:ext cx="1005839" cy="457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l" defTabSz="914400" rtl="0" eaLnBrk="1" latinLnBrk="0" hangingPunct="1">
            <a:lnSpc>
              <a:spcPct val="90000"/>
            </a:lnSpc>
            <a:spcBef>
              <a:spcPct val="0"/>
            </a:spcBef>
            <a:spcAft>
              <a:spcPct val="35000"/>
            </a:spcAft>
            <a:buNone/>
          </a:pPr>
          <a:r>
            <a:rPr lang="en-US" sz="1100" b="1" kern="1200" dirty="0">
              <a:solidFill>
                <a:schemeClr val="tx1"/>
              </a:solidFill>
              <a:latin typeface="+mn-lt"/>
              <a:ea typeface="+mn-ea"/>
              <a:cs typeface="+mn-cs"/>
            </a:rPr>
            <a:t>6. Progress Disputes</a:t>
          </a:r>
          <a:endParaRPr lang="en-CA" sz="1100" b="1" kern="1200" dirty="0">
            <a:solidFill>
              <a:schemeClr val="tx1"/>
            </a:solidFill>
            <a:latin typeface="+mn-lt"/>
            <a:ea typeface="+mn-ea"/>
            <a:cs typeface="+mn-cs"/>
          </a:endParaRPr>
        </a:p>
      </dsp:txBody>
      <dsp:txXfrm>
        <a:off x="962513" y="3587225"/>
        <a:ext cx="1005839" cy="457199"/>
      </dsp:txXfrm>
    </dsp:sp>
    <dsp:sp modelId="{64E8703E-3966-4E4B-9657-E17B7A965180}">
      <dsp:nvSpPr>
        <dsp:cNvPr id="0" name=""/>
        <dsp:cNvSpPr/>
      </dsp:nvSpPr>
      <dsp:spPr>
        <a:xfrm>
          <a:off x="607364" y="115228"/>
          <a:ext cx="4309976" cy="4309976"/>
        </a:xfrm>
        <a:prstGeom prst="circularArrow">
          <a:avLst>
            <a:gd name="adj1" fmla="val 2941"/>
            <a:gd name="adj2" fmla="val 180023"/>
            <a:gd name="adj3" fmla="val 9619457"/>
            <a:gd name="adj4" fmla="val 8355070"/>
            <a:gd name="adj5" fmla="val 3432"/>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8E718D-BDCB-4BA0-A285-4605D749538C}">
      <dsp:nvSpPr>
        <dsp:cNvPr id="0" name=""/>
        <dsp:cNvSpPr/>
      </dsp:nvSpPr>
      <dsp:spPr>
        <a:xfrm>
          <a:off x="272436" y="2391977"/>
          <a:ext cx="1005839" cy="457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l" defTabSz="914400" rtl="0" eaLnBrk="1" latinLnBrk="0" hangingPunct="1">
            <a:lnSpc>
              <a:spcPct val="90000"/>
            </a:lnSpc>
            <a:spcBef>
              <a:spcPct val="0"/>
            </a:spcBef>
            <a:spcAft>
              <a:spcPct val="35000"/>
            </a:spcAft>
            <a:buNone/>
          </a:pPr>
          <a:r>
            <a:rPr lang="en-US" sz="1100" b="1" kern="1200" dirty="0">
              <a:solidFill>
                <a:schemeClr val="tx1"/>
              </a:solidFill>
              <a:latin typeface="+mn-lt"/>
              <a:ea typeface="+mn-ea"/>
              <a:cs typeface="+mn-cs"/>
            </a:rPr>
            <a:t>7. Progress Fraud Alerts</a:t>
          </a:r>
          <a:endParaRPr lang="en-CA" sz="1100" b="1" kern="1200" dirty="0">
            <a:solidFill>
              <a:schemeClr val="tx1"/>
            </a:solidFill>
            <a:latin typeface="+mn-lt"/>
            <a:ea typeface="+mn-ea"/>
            <a:cs typeface="+mn-cs"/>
          </a:endParaRPr>
        </a:p>
      </dsp:txBody>
      <dsp:txXfrm>
        <a:off x="272436" y="2391977"/>
        <a:ext cx="1005839" cy="457199"/>
      </dsp:txXfrm>
    </dsp:sp>
    <dsp:sp modelId="{60D1F459-58DE-4A85-9506-8655412717B3}">
      <dsp:nvSpPr>
        <dsp:cNvPr id="0" name=""/>
        <dsp:cNvSpPr/>
      </dsp:nvSpPr>
      <dsp:spPr>
        <a:xfrm>
          <a:off x="607364" y="115228"/>
          <a:ext cx="4309976" cy="4309976"/>
        </a:xfrm>
        <a:prstGeom prst="circularArrow">
          <a:avLst>
            <a:gd name="adj1" fmla="val 2941"/>
            <a:gd name="adj2" fmla="val 180023"/>
            <a:gd name="adj3" fmla="val 11984936"/>
            <a:gd name="adj4" fmla="val 10592412"/>
            <a:gd name="adj5" fmla="val 3432"/>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A5A437E-1A0D-476B-A39A-A1A4C413B063}">
      <dsp:nvSpPr>
        <dsp:cNvPr id="0" name=""/>
        <dsp:cNvSpPr/>
      </dsp:nvSpPr>
      <dsp:spPr>
        <a:xfrm>
          <a:off x="512097" y="1032791"/>
          <a:ext cx="1005839" cy="457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tx1"/>
              </a:solidFill>
              <a:latin typeface="+mn-lt"/>
              <a:ea typeface="+mn-ea"/>
              <a:cs typeface="+mn-cs"/>
            </a:rPr>
            <a:t>8. Progress Chargebacks</a:t>
          </a:r>
          <a:endParaRPr lang="en-CA" sz="1100" b="1" kern="1200" dirty="0">
            <a:solidFill>
              <a:schemeClr val="tx1"/>
            </a:solidFill>
            <a:latin typeface="+mn-lt"/>
            <a:ea typeface="+mn-ea"/>
            <a:cs typeface="+mn-cs"/>
          </a:endParaRPr>
        </a:p>
      </dsp:txBody>
      <dsp:txXfrm>
        <a:off x="512097" y="1032791"/>
        <a:ext cx="1005839" cy="457199"/>
      </dsp:txXfrm>
    </dsp:sp>
    <dsp:sp modelId="{97C2EA80-3C64-4A28-8534-6A3839098475}">
      <dsp:nvSpPr>
        <dsp:cNvPr id="0" name=""/>
        <dsp:cNvSpPr/>
      </dsp:nvSpPr>
      <dsp:spPr>
        <a:xfrm>
          <a:off x="607364" y="115228"/>
          <a:ext cx="4309976" cy="4309976"/>
        </a:xfrm>
        <a:prstGeom prst="circularArrow">
          <a:avLst>
            <a:gd name="adj1" fmla="val 2941"/>
            <a:gd name="adj2" fmla="val 180023"/>
            <a:gd name="adj3" fmla="val 13963773"/>
            <a:gd name="adj4" fmla="val 13069710"/>
            <a:gd name="adj5" fmla="val 3432"/>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5587500-DFB7-4EE1-84EE-1956DE97E2A8}">
      <dsp:nvSpPr>
        <dsp:cNvPr id="0" name=""/>
        <dsp:cNvSpPr/>
      </dsp:nvSpPr>
      <dsp:spPr>
        <a:xfrm>
          <a:off x="1569356" y="145646"/>
          <a:ext cx="1005839" cy="457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tx1"/>
              </a:solidFill>
              <a:latin typeface="+mn-lt"/>
              <a:ea typeface="+mn-ea"/>
              <a:cs typeface="+mn-cs"/>
            </a:rPr>
            <a:t>9. Progress Collections</a:t>
          </a:r>
          <a:endParaRPr lang="en-CA" sz="1100" b="1" kern="1200" dirty="0">
            <a:solidFill>
              <a:schemeClr val="tx1"/>
            </a:solidFill>
            <a:latin typeface="+mn-lt"/>
            <a:ea typeface="+mn-ea"/>
            <a:cs typeface="+mn-cs"/>
          </a:endParaRPr>
        </a:p>
      </dsp:txBody>
      <dsp:txXfrm>
        <a:off x="1569356" y="145646"/>
        <a:ext cx="1005839" cy="457199"/>
      </dsp:txXfrm>
    </dsp:sp>
    <dsp:sp modelId="{C005280D-52D2-4451-8279-C09DF7D3A840}">
      <dsp:nvSpPr>
        <dsp:cNvPr id="0" name=""/>
        <dsp:cNvSpPr/>
      </dsp:nvSpPr>
      <dsp:spPr>
        <a:xfrm>
          <a:off x="607364" y="115228"/>
          <a:ext cx="4309976" cy="4309976"/>
        </a:xfrm>
        <a:prstGeom prst="circularArrow">
          <a:avLst>
            <a:gd name="adj1" fmla="val 2941"/>
            <a:gd name="adj2" fmla="val 180023"/>
            <a:gd name="adj3" fmla="val 16339321"/>
            <a:gd name="adj4" fmla="val 15880656"/>
            <a:gd name="adj5" fmla="val 3432"/>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CA">
              <a:latin typeface="Arial" pitchFamily="34" charset="0"/>
            </a:endParaRPr>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CA">
              <a:latin typeface="Arial" pitchFamily="34" charset="0"/>
            </a:endParaRPr>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7F3D0142-0A92-499C-9E53-36958F98D275}" type="slidenum">
              <a:rPr lang="en-CA" smtClean="0">
                <a:latin typeface="Arial" pitchFamily="34" charset="0"/>
              </a:rPr>
              <a:t>‹#›</a:t>
            </a:fld>
            <a:endParaRPr lang="en-CA">
              <a:latin typeface="Arial" pitchFamily="34" charset="0"/>
            </a:endParaRPr>
          </a:p>
        </p:txBody>
      </p:sp>
    </p:spTree>
    <p:extLst>
      <p:ext uri="{BB962C8B-B14F-4D97-AF65-F5344CB8AC3E}">
        <p14:creationId xmlns:p14="http://schemas.microsoft.com/office/powerpoint/2010/main" val="9873460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atin typeface="Arial" pitchFamily="34" charset="0"/>
              </a:defRPr>
            </a:lvl1pPr>
          </a:lstStyle>
          <a:p>
            <a:endParaRPr lang="en-CA"/>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atin typeface="Arial" pitchFamily="34" charset="0"/>
              </a:defRPr>
            </a:lvl1pPr>
          </a:lstStyle>
          <a:p>
            <a:fld id="{B5D7A87D-1CDA-443F-BAE3-82C9C05446C3}" type="datetimeFigureOut">
              <a:rPr lang="en-CA" smtClean="0"/>
              <a:t>2026-04-16</a:t>
            </a:fld>
            <a:endParaRPr lang="en-CA"/>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atin typeface="Arial" pitchFamily="34" charset="0"/>
              </a:defRPr>
            </a:lvl1pPr>
          </a:lstStyle>
          <a:p>
            <a:endParaRPr lang="en-CA"/>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atin typeface="Arial" pitchFamily="34" charset="0"/>
              </a:defRPr>
            </a:lvl1pPr>
          </a:lstStyle>
          <a:p>
            <a:fld id="{20B9C825-F38E-45BB-92C1-043DE61C9183}" type="slidenum">
              <a:rPr lang="en-CA" smtClean="0"/>
              <a:t>‹#›</a:t>
            </a:fld>
            <a:endParaRPr lang="en-CA"/>
          </a:p>
        </p:txBody>
      </p:sp>
    </p:spTree>
    <p:extLst>
      <p:ext uri="{BB962C8B-B14F-4D97-AF65-F5344CB8AC3E}">
        <p14:creationId xmlns:p14="http://schemas.microsoft.com/office/powerpoint/2010/main" val="1922721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B1C75-BEEB-15DA-C5DB-38FDB32034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16BDE2-C60D-463B-9EDB-261269E8F3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E8B344-EE02-C9FC-D8D3-502D71EE7D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5E30DC-05B0-8AE5-E5E1-8F0FBDB40789}"/>
              </a:ext>
            </a:extLst>
          </p:cNvPr>
          <p:cNvSpPr>
            <a:spLocks noGrp="1"/>
          </p:cNvSpPr>
          <p:nvPr>
            <p:ph type="sldNum" sz="quarter" idx="5"/>
          </p:nvPr>
        </p:nvSpPr>
        <p:spPr/>
        <p:txBody>
          <a:bodyPr/>
          <a:lstStyle/>
          <a:p>
            <a:fld id="{20B9C825-F38E-45BB-92C1-043DE61C9183}" type="slidenum">
              <a:rPr lang="en-CA" smtClean="0"/>
              <a:t>2</a:t>
            </a:fld>
            <a:endParaRPr lang="en-CA"/>
          </a:p>
        </p:txBody>
      </p:sp>
    </p:spTree>
    <p:extLst>
      <p:ext uri="{BB962C8B-B14F-4D97-AF65-F5344CB8AC3E}">
        <p14:creationId xmlns:p14="http://schemas.microsoft.com/office/powerpoint/2010/main" val="157462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0B9C825-F38E-45BB-92C1-043DE61C9183}" type="slidenum">
              <a:rPr lang="en-CA" smtClean="0"/>
              <a:t>3</a:t>
            </a:fld>
            <a:endParaRPr lang="en-CA"/>
          </a:p>
        </p:txBody>
      </p:sp>
    </p:spTree>
    <p:extLst>
      <p:ext uri="{BB962C8B-B14F-4D97-AF65-F5344CB8AC3E}">
        <p14:creationId xmlns:p14="http://schemas.microsoft.com/office/powerpoint/2010/main" val="3652297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python -m </a:t>
            </a:r>
            <a:r>
              <a:rPr lang="en-CA" dirty="0" err="1"/>
              <a:t>tdgen_temporal.cli</a:t>
            </a:r>
            <a:r>
              <a:rPr lang="en-CA" dirty="0"/>
              <a:t> </a:t>
            </a:r>
            <a:r>
              <a:rPr lang="en-CA" dirty="0" err="1"/>
              <a:t>init</a:t>
            </a:r>
            <a:r>
              <a:rPr lang="en-CA" dirty="0"/>
              <a:t> --</a:t>
            </a:r>
            <a:r>
              <a:rPr lang="en-CA" dirty="0" err="1"/>
              <a:t>db</a:t>
            </a:r>
            <a:r>
              <a:rPr lang="en-CA" dirty="0"/>
              <a:t> output_30day/</a:t>
            </a:r>
            <a:r>
              <a:rPr lang="en-CA" dirty="0" err="1"/>
              <a:t>state.db</a:t>
            </a:r>
            <a:r>
              <a:rPr lang="en-CA" dirty="0"/>
              <a:t> --date 2026-03-31</a:t>
            </a:r>
          </a:p>
          <a:p>
            <a:endParaRPr lang="en-CA" dirty="0"/>
          </a:p>
          <a:p>
            <a:r>
              <a:rPr lang="en-CA" dirty="0"/>
              <a:t>python -m </a:t>
            </a:r>
            <a:r>
              <a:rPr lang="en-CA" dirty="0" err="1"/>
              <a:t>tdgen_temporal.cli</a:t>
            </a:r>
            <a:r>
              <a:rPr lang="en-CA" dirty="0"/>
              <a:t> advance --</a:t>
            </a:r>
            <a:r>
              <a:rPr lang="en-CA" dirty="0" err="1"/>
              <a:t>db</a:t>
            </a:r>
            <a:r>
              <a:rPr lang="en-CA" dirty="0"/>
              <a:t> output_30day/</a:t>
            </a:r>
            <a:r>
              <a:rPr lang="en-CA" dirty="0" err="1"/>
              <a:t>state.db</a:t>
            </a:r>
            <a:r>
              <a:rPr lang="en-CA" dirty="0"/>
              <a:t> --days 30 --output output_30day</a:t>
            </a:r>
          </a:p>
          <a:p>
            <a:endParaRPr lang="en-CA" dirty="0"/>
          </a:p>
          <a:p>
            <a:r>
              <a:rPr lang="en-CA" dirty="0"/>
              <a:t>python -m </a:t>
            </a:r>
            <a:r>
              <a:rPr lang="en-CA" dirty="0" err="1"/>
              <a:t>tdgen_temporal.cli</a:t>
            </a:r>
            <a:r>
              <a:rPr lang="en-CA" dirty="0"/>
              <a:t> backfill --from 2026-01-01 --to 2026-03-30 --</a:t>
            </a:r>
            <a:r>
              <a:rPr lang="en-CA" dirty="0" err="1"/>
              <a:t>db</a:t>
            </a:r>
            <a:r>
              <a:rPr lang="en-CA" dirty="0"/>
              <a:t> output_30day/</a:t>
            </a:r>
            <a:r>
              <a:rPr lang="en-CA" dirty="0" err="1"/>
              <a:t>state.db</a:t>
            </a:r>
            <a:endParaRPr lang="en-CA" dirty="0"/>
          </a:p>
          <a:p>
            <a:endParaRPr lang="en-CA" dirty="0"/>
          </a:p>
          <a:p>
            <a:r>
              <a:rPr lang="en-CA" dirty="0"/>
              <a:t>python -m </a:t>
            </a:r>
            <a:r>
              <a:rPr lang="en-CA" dirty="0" err="1"/>
              <a:t>tdgen_temporal.cli</a:t>
            </a:r>
            <a:r>
              <a:rPr lang="en-CA" dirty="0"/>
              <a:t> status --</a:t>
            </a:r>
            <a:r>
              <a:rPr lang="en-CA" dirty="0" err="1"/>
              <a:t>db</a:t>
            </a:r>
            <a:r>
              <a:rPr lang="en-CA" dirty="0"/>
              <a:t> output_30day/</a:t>
            </a:r>
            <a:r>
              <a:rPr lang="en-CA" dirty="0" err="1"/>
              <a:t>state.db</a:t>
            </a:r>
            <a:endParaRPr lang="en-CA" dirty="0"/>
          </a:p>
          <a:p>
            <a:endParaRPr lang="en-CA" dirty="0"/>
          </a:p>
        </p:txBody>
      </p:sp>
      <p:sp>
        <p:nvSpPr>
          <p:cNvPr id="4" name="Slide Number Placeholder 3"/>
          <p:cNvSpPr>
            <a:spLocks noGrp="1"/>
          </p:cNvSpPr>
          <p:nvPr>
            <p:ph type="sldNum" sz="quarter" idx="5"/>
          </p:nvPr>
        </p:nvSpPr>
        <p:spPr/>
        <p:txBody>
          <a:bodyPr/>
          <a:lstStyle/>
          <a:p>
            <a:fld id="{20B9C825-F38E-45BB-92C1-043DE61C9183}" type="slidenum">
              <a:rPr lang="en-CA" smtClean="0"/>
              <a:t>11</a:t>
            </a:fld>
            <a:endParaRPr lang="en-CA"/>
          </a:p>
        </p:txBody>
      </p:sp>
    </p:spTree>
    <p:extLst>
      <p:ext uri="{BB962C8B-B14F-4D97-AF65-F5344CB8AC3E}">
        <p14:creationId xmlns:p14="http://schemas.microsoft.com/office/powerpoint/2010/main" val="196210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ad Only">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lnSpc>
                <a:spcPct val="80000"/>
              </a:lnSpc>
            </a:pPr>
            <a:r>
              <a:rPr lang="en-US" sz="16600">
                <a:solidFill>
                  <a:schemeClr val="bg1"/>
                </a:solidFill>
              </a:rPr>
              <a:t>Title &amp; agenda layouts</a:t>
            </a:r>
          </a:p>
        </p:txBody>
      </p:sp>
    </p:spTree>
    <p:extLst>
      <p:ext uri="{BB962C8B-B14F-4D97-AF65-F5344CB8AC3E}">
        <p14:creationId xmlns:p14="http://schemas.microsoft.com/office/powerpoint/2010/main" val="3075433104"/>
      </p:ext>
    </p:extLst>
  </p:cSld>
  <p:clrMapOvr>
    <a:masterClrMapping/>
  </p:clrMapOvr>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Layout 1">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656B0056-E0F3-20B9-BB54-44E09DF01C80}"/>
              </a:ext>
            </a:extLst>
          </p:cNvPr>
          <p:cNvSpPr>
            <a:spLocks noGrp="1"/>
          </p:cNvSpPr>
          <p:nvPr>
            <p:ph type="title" hasCustomPrompt="1"/>
          </p:nvPr>
        </p:nvSpPr>
        <p:spPr>
          <a:xfrm>
            <a:off x="768096" y="705600"/>
            <a:ext cx="4672584" cy="2907792"/>
          </a:xfrm>
          <a:prstGeom prst="rect">
            <a:avLst/>
          </a:prstGeom>
        </p:spPr>
        <p:txBody>
          <a:bodyPr vert="horz" lIns="0" tIns="0" rIns="0" bIns="0" rtlCol="0" anchor="t" anchorCtr="0">
            <a:noAutofit/>
          </a:bodyPr>
          <a:lstStyle>
            <a:lvl1pPr>
              <a:lnSpc>
                <a:spcPts val="5800"/>
              </a:lnSpc>
              <a:defRPr sz="5400"/>
            </a:lvl1pPr>
          </a:lstStyle>
          <a:p>
            <a:r>
              <a:rPr lang="en-US" noProof="0"/>
              <a:t>Title slide </a:t>
            </a:r>
            <a:br>
              <a:rPr lang="en-US" noProof="0"/>
            </a:br>
            <a:r>
              <a:rPr lang="en-US" noProof="0"/>
              <a:t>Click to add title</a:t>
            </a:r>
          </a:p>
        </p:txBody>
      </p:sp>
      <p:sp>
        <p:nvSpPr>
          <p:cNvPr id="3" name="Text placeholder 7">
            <a:extLst>
              <a:ext uri="{FF2B5EF4-FFF2-40B4-BE49-F238E27FC236}">
                <a16:creationId xmlns:a16="http://schemas.microsoft.com/office/drawing/2014/main" id="{E02232A4-A218-ED0C-51BC-1FE1F5769381}"/>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a:t>Name, role</a:t>
            </a:r>
            <a:br>
              <a:rPr lang="en-US" noProof="0"/>
            </a:br>
            <a:r>
              <a:rPr lang="en-US" noProof="0"/>
              <a:t>Date</a:t>
            </a:r>
          </a:p>
        </p:txBody>
      </p:sp>
      <p:sp>
        <p:nvSpPr>
          <p:cNvPr id="8" name="Picture Placeholder 2" descr="Image placeholder. Click icon to add image. Images are available to download from the Brand Source image library.">
            <a:extLst>
              <a:ext uri="{FF2B5EF4-FFF2-40B4-BE49-F238E27FC236}">
                <a16:creationId xmlns:a16="http://schemas.microsoft.com/office/drawing/2014/main" id="{BAC6136A-72EF-317C-AA1F-00D8CA1A6AEE}"/>
              </a:ext>
              <a:ext uri="{C183D7F6-B498-43B3-948B-1728B52AA6E4}">
                <adec:decorative xmlns:adec="http://schemas.microsoft.com/office/drawing/2017/decorative" val="0"/>
              </a:ext>
            </a:extLst>
          </p:cNvPr>
          <p:cNvSpPr>
            <a:spLocks noGrp="1"/>
          </p:cNvSpPr>
          <p:nvPr>
            <p:ph type="pic" sz="quarter" idx="16" hasCustomPrompt="1"/>
          </p:nvPr>
        </p:nvSpPr>
        <p:spPr>
          <a:xfrm>
            <a:off x="6097588" y="765175"/>
            <a:ext cx="5330952" cy="5330952"/>
          </a:xfrm>
          <a:prstGeom prst="rect">
            <a:avLst/>
          </a:prstGeom>
        </p:spPr>
        <p:txBody>
          <a:bodyPr rIns="0"/>
          <a:lstStyle>
            <a:lvl1pPr marL="0" indent="0">
              <a:buNone/>
              <a:defRPr sz="2400" b="0">
                <a:sym typeface="Wingdings" panose="05000000000000000000" pitchFamily="2" charset="2"/>
              </a:defRPr>
            </a:lvl1pPr>
          </a:lstStyle>
          <a:p>
            <a:r>
              <a:rPr lang="en-US" noProof="0"/>
              <a:t>Click icon to add a cornerstone image.</a:t>
            </a:r>
          </a:p>
          <a:p>
            <a:endParaRPr lang="en-US" noProof="0"/>
          </a:p>
          <a:p>
            <a:r>
              <a:rPr lang="en-US" noProof="0"/>
              <a:t>Images are available to download from the Brand Source image library  </a:t>
            </a:r>
            <a:r>
              <a:rPr lang="en-US" noProof="0" err="1"/>
              <a:t>brand.cgi.com</a:t>
            </a:r>
            <a:endParaRPr lang="en-US" noProof="0"/>
          </a:p>
        </p:txBody>
      </p:sp>
      <p:sp>
        <p:nvSpPr>
          <p:cNvPr id="11" name="TextBox 10">
            <a:extLst>
              <a:ext uri="{FF2B5EF4-FFF2-40B4-BE49-F238E27FC236}">
                <a16:creationId xmlns:a16="http://schemas.microsoft.com/office/drawing/2014/main" id="{62EAF96E-3382-6845-A90C-34A0524FB2A1}"/>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2" name="Footer Placeholder 1">
            <a:extLst>
              <a:ext uri="{FF2B5EF4-FFF2-40B4-BE49-F238E27FC236}">
                <a16:creationId xmlns:a16="http://schemas.microsoft.com/office/drawing/2014/main" id="{89A096ED-76E6-2D8E-D62E-E554F7F1B868}"/>
              </a:ext>
              <a:ext uri="{C183D7F6-B498-43B3-948B-1728B52AA6E4}">
                <adec:decorative xmlns:adec="http://schemas.microsoft.com/office/drawing/2017/decorative" val="1"/>
              </a:ext>
            </a:extLst>
          </p:cNvPr>
          <p:cNvSpPr>
            <a:spLocks noGrp="1"/>
          </p:cNvSpPr>
          <p:nvPr>
            <p:ph type="ftr" sz="quarter" idx="17"/>
          </p:nvPr>
        </p:nvSpPr>
        <p:spPr>
          <a:xfrm>
            <a:off x="4038600" y="6933865"/>
            <a:ext cx="4114800" cy="137160"/>
          </a:xfrm>
        </p:spPr>
        <p:txBody>
          <a:bodyPr/>
          <a:lstStyle/>
          <a:p>
            <a:endParaRPr lang="en-US" noProof="0"/>
          </a:p>
        </p:txBody>
      </p:sp>
      <p:sp>
        <p:nvSpPr>
          <p:cNvPr id="10" name="Slide Number Placeholder 9">
            <a:extLst>
              <a:ext uri="{FF2B5EF4-FFF2-40B4-BE49-F238E27FC236}">
                <a16:creationId xmlns:a16="http://schemas.microsoft.com/office/drawing/2014/main" id="{73648276-7BC7-CB2C-4DFC-34AD563DA95A}"/>
              </a:ext>
              <a:ext uri="{C183D7F6-B498-43B3-948B-1728B52AA6E4}">
                <adec:decorative xmlns:adec="http://schemas.microsoft.com/office/drawing/2017/decorative" val="1"/>
              </a:ext>
            </a:extLst>
          </p:cNvPr>
          <p:cNvSpPr>
            <a:spLocks noGrp="1"/>
          </p:cNvSpPr>
          <p:nvPr>
            <p:ph type="sldNum" sz="quarter" idx="18"/>
          </p:nvPr>
        </p:nvSpPr>
        <p:spPr>
          <a:xfrm>
            <a:off x="11163034" y="6931152"/>
            <a:ext cx="261660" cy="137160"/>
          </a:xfrm>
        </p:spPr>
        <p:txBody>
          <a:bodyPr/>
          <a:lstStyle/>
          <a:p>
            <a:fld id="{525A3C56-E491-49B2-93F3-63532DF516BC}" type="slidenum">
              <a:rPr lang="en-US" noProof="0" smtClean="0"/>
              <a:pPr/>
              <a:t>‹#›</a:t>
            </a:fld>
            <a:endParaRPr lang="en-US" noProof="0"/>
          </a:p>
        </p:txBody>
      </p:sp>
      <p:pic>
        <p:nvPicPr>
          <p:cNvPr id="6" name="CGI logo">
            <a:extLst>
              <a:ext uri="{FF2B5EF4-FFF2-40B4-BE49-F238E27FC236}">
                <a16:creationId xmlns:a16="http://schemas.microsoft.com/office/drawing/2014/main" id="{94D2197B-4A52-EFE6-7BA4-BA841BDCC942}"/>
              </a:ext>
            </a:extLst>
          </p:cNvPr>
          <p:cNvPicPr>
            <a:picLocks/>
          </p:cNvPicPr>
          <p:nvPr userDrawn="1"/>
        </p:nvPicPr>
        <p:blipFill rotWithShape="1">
          <a:blip r:embed="rId2"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4" name="Rectangle 3">
            <a:extLst>
              <a:ext uri="{FF2B5EF4-FFF2-40B4-BE49-F238E27FC236}">
                <a16:creationId xmlns:a16="http://schemas.microsoft.com/office/drawing/2014/main" id="{524E319A-168F-9D6C-522F-1EC18163E33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263113870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Layout 2A">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4315F65-1719-ACD6-111B-F2CA124F4203}"/>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a:lnSpc>
                <a:spcPts val="5800"/>
              </a:lnSpc>
              <a:defRPr sz="5400"/>
            </a:lvl1pPr>
          </a:lstStyle>
          <a:p>
            <a:r>
              <a:rPr lang="en-US" noProof="0"/>
              <a:t>Title slide </a:t>
            </a:r>
            <a:br>
              <a:rPr lang="en-US" noProof="0"/>
            </a:br>
            <a:r>
              <a:rPr lang="en-US" noProof="0"/>
              <a:t>Click to add title</a:t>
            </a:r>
          </a:p>
        </p:txBody>
      </p:sp>
      <p:sp>
        <p:nvSpPr>
          <p:cNvPr id="6" name="Text placeholder 7">
            <a:extLst>
              <a:ext uri="{FF2B5EF4-FFF2-40B4-BE49-F238E27FC236}">
                <a16:creationId xmlns:a16="http://schemas.microsoft.com/office/drawing/2014/main" id="{ABD2E3F6-5AE2-3374-5C48-FC66ADE6D645}"/>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a:t>Name, role</a:t>
            </a:r>
            <a:br>
              <a:rPr lang="en-US" noProof="0"/>
            </a:br>
            <a:r>
              <a:rPr lang="en-US" noProof="0"/>
              <a:t>Date</a:t>
            </a:r>
          </a:p>
        </p:txBody>
      </p:sp>
      <p:sp>
        <p:nvSpPr>
          <p:cNvPr id="8" name="Freeform 13" descr="CGI cornerstone.">
            <a:extLst>
              <a:ext uri="{FF2B5EF4-FFF2-40B4-BE49-F238E27FC236}">
                <a16:creationId xmlns:a16="http://schemas.microsoft.com/office/drawing/2014/main" id="{F242493D-0BCE-2765-D478-3FD489DFE151}"/>
              </a:ext>
              <a:ext uri="{C183D7F6-B498-43B3-948B-1728B52AA6E4}">
                <adec:decorative xmlns:adec="http://schemas.microsoft.com/office/drawing/2017/decorative" val="0"/>
              </a:ext>
            </a:extLst>
          </p:cNvPr>
          <p:cNvSpPr/>
          <p:nvPr userDrawn="1"/>
        </p:nvSpPr>
        <p:spPr bwMode="gray">
          <a:xfrm rot="16200000">
            <a:off x="6096000" y="773450"/>
            <a:ext cx="5329240" cy="532923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9" name="TextBox 8">
            <a:extLst>
              <a:ext uri="{FF2B5EF4-FFF2-40B4-BE49-F238E27FC236}">
                <a16:creationId xmlns:a16="http://schemas.microsoft.com/office/drawing/2014/main" id="{E7FE07A7-F200-8157-E9E4-FF5FF57C6F27}"/>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2" name="Footer Placeholder 1">
            <a:extLst>
              <a:ext uri="{FF2B5EF4-FFF2-40B4-BE49-F238E27FC236}">
                <a16:creationId xmlns:a16="http://schemas.microsoft.com/office/drawing/2014/main" id="{E0E6CF6F-0D78-40E4-BC21-3608EDC28AE6}"/>
              </a:ext>
              <a:ext uri="{C183D7F6-B498-43B3-948B-1728B52AA6E4}">
                <adec:decorative xmlns:adec="http://schemas.microsoft.com/office/drawing/2017/decorative" val="1"/>
              </a:ext>
            </a:extLst>
          </p:cNvPr>
          <p:cNvSpPr>
            <a:spLocks noGrp="1"/>
          </p:cNvSpPr>
          <p:nvPr>
            <p:ph type="ftr" sz="quarter" idx="15"/>
          </p:nvPr>
        </p:nvSpPr>
        <p:spPr>
          <a:xfrm>
            <a:off x="4038600" y="6931152"/>
            <a:ext cx="4114800" cy="137160"/>
          </a:xfrm>
        </p:spPr>
        <p:txBody>
          <a:bodyPr/>
          <a:lstStyle/>
          <a:p>
            <a:endParaRPr lang="en-US" noProof="0"/>
          </a:p>
        </p:txBody>
      </p:sp>
      <p:sp>
        <p:nvSpPr>
          <p:cNvPr id="4" name="Slide Number Placeholder 3">
            <a:extLst>
              <a:ext uri="{FF2B5EF4-FFF2-40B4-BE49-F238E27FC236}">
                <a16:creationId xmlns:a16="http://schemas.microsoft.com/office/drawing/2014/main" id="{B965A85F-A5E6-200F-9730-5A28F1653232}"/>
              </a:ext>
              <a:ext uri="{C183D7F6-B498-43B3-948B-1728B52AA6E4}">
                <adec:decorative xmlns:adec="http://schemas.microsoft.com/office/drawing/2017/decorative" val="1"/>
              </a:ext>
            </a:extLst>
          </p:cNvPr>
          <p:cNvSpPr>
            <a:spLocks noGrp="1"/>
          </p:cNvSpPr>
          <p:nvPr>
            <p:ph type="sldNum" sz="quarter" idx="16"/>
          </p:nvPr>
        </p:nvSpPr>
        <p:spPr>
          <a:xfrm>
            <a:off x="11163034" y="6931152"/>
            <a:ext cx="261660" cy="137160"/>
          </a:xfrm>
        </p:spPr>
        <p:txBody>
          <a:bodyPr/>
          <a:lstStyle/>
          <a:p>
            <a:fld id="{525A3C56-E491-49B2-93F3-63532DF516BC}" type="slidenum">
              <a:rPr lang="en-US" noProof="0" smtClean="0"/>
              <a:pPr/>
              <a:t>‹#›</a:t>
            </a:fld>
            <a:endParaRPr lang="en-US" noProof="0"/>
          </a:p>
        </p:txBody>
      </p:sp>
      <p:pic>
        <p:nvPicPr>
          <p:cNvPr id="3" name="CGI logo">
            <a:extLst>
              <a:ext uri="{FF2B5EF4-FFF2-40B4-BE49-F238E27FC236}">
                <a16:creationId xmlns:a16="http://schemas.microsoft.com/office/drawing/2014/main" id="{97BF1FC2-69EA-5E07-650F-977E7018A63B}"/>
              </a:ext>
            </a:extLst>
          </p:cNvPr>
          <p:cNvPicPr>
            <a:picLocks/>
          </p:cNvPicPr>
          <p:nvPr userDrawn="1"/>
        </p:nvPicPr>
        <p:blipFill rotWithShape="1">
          <a:blip r:embed="rId2"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7" name="Rectangle 6">
            <a:extLst>
              <a:ext uri="{FF2B5EF4-FFF2-40B4-BE49-F238E27FC236}">
                <a16:creationId xmlns:a16="http://schemas.microsoft.com/office/drawing/2014/main" id="{B4BD3114-7784-70DC-046D-5B2ABA62F97D}"/>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96240727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Layout 2B">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1A734772-629F-07F0-7A95-94F6BDFED4B9}"/>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10" name="Text placeholder 7">
            <a:extLst>
              <a:ext uri="{FF2B5EF4-FFF2-40B4-BE49-F238E27FC236}">
                <a16:creationId xmlns:a16="http://schemas.microsoft.com/office/drawing/2014/main" id="{6EB794F4-36B2-DC02-E7CB-CFC62E37CBC5}"/>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a:t>Name, role</a:t>
            </a:r>
            <a:br>
              <a:rPr lang="en-US" noProof="0"/>
            </a:br>
            <a:r>
              <a:rPr lang="en-US" noProof="0"/>
              <a:t>Date</a:t>
            </a:r>
          </a:p>
        </p:txBody>
      </p:sp>
      <p:sp>
        <p:nvSpPr>
          <p:cNvPr id="8" name="Freeform 13" descr="CGI cornerstone">
            <a:extLst>
              <a:ext uri="{FF2B5EF4-FFF2-40B4-BE49-F238E27FC236}">
                <a16:creationId xmlns:a16="http://schemas.microsoft.com/office/drawing/2014/main" id="{47B68E29-85E8-7585-D294-C63868CB4A0E}"/>
              </a:ext>
              <a:ext uri="{C183D7F6-B498-43B3-948B-1728B52AA6E4}">
                <adec:decorative xmlns:adec="http://schemas.microsoft.com/office/drawing/2017/decorative" val="0"/>
              </a:ext>
            </a:extLst>
          </p:cNvPr>
          <p:cNvSpPr/>
          <p:nvPr userDrawn="1"/>
        </p:nvSpPr>
        <p:spPr bwMode="gray">
          <a:xfrm rot="16200000">
            <a:off x="6096000" y="773450"/>
            <a:ext cx="5329240" cy="532923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6000">
                <a:srgbClr val="E31937"/>
              </a:gs>
              <a:gs pos="33000">
                <a:srgbClr val="FF6A00"/>
              </a:gs>
              <a:gs pos="0">
                <a:srgbClr val="FFCDD2"/>
              </a:gs>
              <a:gs pos="100000">
                <a:srgbClr val="991F3D"/>
              </a:gs>
            </a:gsLst>
            <a:lin ang="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9" name="TextBox 8">
            <a:extLst>
              <a:ext uri="{FF2B5EF4-FFF2-40B4-BE49-F238E27FC236}">
                <a16:creationId xmlns:a16="http://schemas.microsoft.com/office/drawing/2014/main" id="{D669477B-4844-9E49-1924-9A24EC02EC13}"/>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2" name="Footer Placeholder 1">
            <a:extLst>
              <a:ext uri="{FF2B5EF4-FFF2-40B4-BE49-F238E27FC236}">
                <a16:creationId xmlns:a16="http://schemas.microsoft.com/office/drawing/2014/main" id="{2F561915-DA14-AD3D-0600-A7BC70AB91AF}"/>
              </a:ext>
              <a:ext uri="{C183D7F6-B498-43B3-948B-1728B52AA6E4}">
                <adec:decorative xmlns:adec="http://schemas.microsoft.com/office/drawing/2017/decorative" val="1"/>
              </a:ext>
            </a:extLst>
          </p:cNvPr>
          <p:cNvSpPr>
            <a:spLocks noGrp="1"/>
          </p:cNvSpPr>
          <p:nvPr>
            <p:ph type="ftr" sz="quarter" idx="15"/>
          </p:nvPr>
        </p:nvSpPr>
        <p:spPr>
          <a:xfrm>
            <a:off x="4041648" y="6931152"/>
            <a:ext cx="4114800" cy="137160"/>
          </a:xfrm>
        </p:spPr>
        <p:txBody>
          <a:bodyPr/>
          <a:lstStyle/>
          <a:p>
            <a:endParaRPr lang="en-US" noProof="0"/>
          </a:p>
        </p:txBody>
      </p:sp>
      <p:sp>
        <p:nvSpPr>
          <p:cNvPr id="4" name="Slide Number Placeholder 3">
            <a:extLst>
              <a:ext uri="{FF2B5EF4-FFF2-40B4-BE49-F238E27FC236}">
                <a16:creationId xmlns:a16="http://schemas.microsoft.com/office/drawing/2014/main" id="{EFB06569-C9F6-43BB-9951-729D78B19682}"/>
              </a:ext>
              <a:ext uri="{C183D7F6-B498-43B3-948B-1728B52AA6E4}">
                <adec:decorative xmlns:adec="http://schemas.microsoft.com/office/drawing/2017/decorative" val="1"/>
              </a:ext>
            </a:extLst>
          </p:cNvPr>
          <p:cNvSpPr>
            <a:spLocks noGrp="1"/>
          </p:cNvSpPr>
          <p:nvPr>
            <p:ph type="sldNum" sz="quarter" idx="11"/>
          </p:nvPr>
        </p:nvSpPr>
        <p:spPr>
          <a:xfrm>
            <a:off x="11163034" y="6931152"/>
            <a:ext cx="261660" cy="137160"/>
          </a:xfrm>
        </p:spPr>
        <p:txBody>
          <a:bodyPr/>
          <a:lstStyle/>
          <a:p>
            <a:fld id="{525A3C56-E491-49B2-93F3-63532DF516BC}" type="slidenum">
              <a:rPr lang="en-US" noProof="0" smtClean="0"/>
              <a:pPr/>
              <a:t>‹#›</a:t>
            </a:fld>
            <a:endParaRPr lang="en-US" noProof="0"/>
          </a:p>
        </p:txBody>
      </p:sp>
      <p:pic>
        <p:nvPicPr>
          <p:cNvPr id="3" name="CGI logo">
            <a:extLst>
              <a:ext uri="{FF2B5EF4-FFF2-40B4-BE49-F238E27FC236}">
                <a16:creationId xmlns:a16="http://schemas.microsoft.com/office/drawing/2014/main" id="{35232DEE-EBC0-E687-C6B9-43825967B993}"/>
              </a:ext>
            </a:extLst>
          </p:cNvPr>
          <p:cNvPicPr>
            <a:picLocks/>
          </p:cNvPicPr>
          <p:nvPr userDrawn="1"/>
        </p:nvPicPr>
        <p:blipFill rotWithShape="1">
          <a:blip r:embed="rId2"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6" name="Rectangle 5">
            <a:extLst>
              <a:ext uri="{FF2B5EF4-FFF2-40B4-BE49-F238E27FC236}">
                <a16:creationId xmlns:a16="http://schemas.microsoft.com/office/drawing/2014/main" id="{157A0E4E-48FC-FCE4-B043-2AF426BD3817}"/>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56903983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Layout 3A">
    <p:spTree>
      <p:nvGrpSpPr>
        <p:cNvPr id="1" name=""/>
        <p:cNvGrpSpPr/>
        <p:nvPr/>
      </p:nvGrpSpPr>
      <p:grpSpPr>
        <a:xfrm>
          <a:off x="0" y="0"/>
          <a:ext cx="0" cy="0"/>
          <a:chOff x="0" y="0"/>
          <a:chExt cx="0" cy="0"/>
        </a:xfrm>
      </p:grpSpPr>
      <p:sp>
        <p:nvSpPr>
          <p:cNvPr id="9" name="Espace réservé du texte 7">
            <a:extLst>
              <a:ext uri="{FF2B5EF4-FFF2-40B4-BE49-F238E27FC236}">
                <a16:creationId xmlns:a16="http://schemas.microsoft.com/office/drawing/2014/main" id="{5CD6B7C3-552A-1644-82F4-B1B9359D14C0}"/>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200" b="0"/>
            </a:lvl1pPr>
          </a:lstStyle>
          <a:p>
            <a:pPr lvl="0"/>
            <a:r>
              <a:rPr lang="en-CA"/>
              <a:t>Name, role</a:t>
            </a:r>
            <a:br>
              <a:rPr lang="en-CA"/>
            </a:br>
            <a:r>
              <a:rPr lang="en-CA"/>
              <a:t>Date</a:t>
            </a:r>
          </a:p>
        </p:txBody>
      </p:sp>
      <p:pic>
        <p:nvPicPr>
          <p:cNvPr id="10" name="Image 9">
            <a:extLst>
              <a:ext uri="{FF2B5EF4-FFF2-40B4-BE49-F238E27FC236}">
                <a16:creationId xmlns:a16="http://schemas.microsoft.com/office/drawing/2014/main" id="{F651954F-2676-5244-99E5-686FBF8B3F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6763" y="5372174"/>
            <a:ext cx="1549400" cy="720651"/>
          </a:xfrm>
          <a:prstGeom prst="rect">
            <a:avLst/>
          </a:prstGeom>
        </p:spPr>
      </p:pic>
      <p:sp>
        <p:nvSpPr>
          <p:cNvPr id="3" name="Slide Number Placeholder 5">
            <a:extLst>
              <a:ext uri="{FF2B5EF4-FFF2-40B4-BE49-F238E27FC236}">
                <a16:creationId xmlns:a16="http://schemas.microsoft.com/office/drawing/2014/main" id="{0EF06289-C77A-1205-528B-75177C7CC629}"/>
              </a:ext>
            </a:extLst>
          </p:cNvPr>
          <p:cNvSpPr>
            <a:spLocks noGrp="1"/>
          </p:cNvSpPr>
          <p:nvPr>
            <p:ph type="sldNum" sz="quarter" idx="4"/>
          </p:nvPr>
        </p:nvSpPr>
        <p:spPr>
          <a:xfrm>
            <a:off x="11163034" y="6364800"/>
            <a:ext cx="261660" cy="136800"/>
          </a:xfrm>
          <a:prstGeom prst="rect">
            <a:avLst/>
          </a:prstGeom>
        </p:spPr>
        <p:txBody>
          <a:bodyPr wrap="square" lIns="0" tIns="0" rIns="0" bIns="0" anchor="t" anchorCtr="0">
            <a:noAutofit/>
          </a:bodyPr>
          <a:lstStyle>
            <a:lvl1pPr algn="r">
              <a:defRPr lang="en-GB" sz="9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a:p>
        </p:txBody>
      </p:sp>
      <p:sp>
        <p:nvSpPr>
          <p:cNvPr id="14" name="Picture Placeholder 13">
            <a:extLst>
              <a:ext uri="{FF2B5EF4-FFF2-40B4-BE49-F238E27FC236}">
                <a16:creationId xmlns:a16="http://schemas.microsoft.com/office/drawing/2014/main" id="{2A89A544-7E3A-55A6-AD44-31A6195AC2A9}"/>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en-US"/>
              <a:t>Click icon to add picture</a:t>
            </a:r>
            <a:endParaRPr lang="en-GB" dirty="0"/>
          </a:p>
        </p:txBody>
      </p:sp>
      <p:sp>
        <p:nvSpPr>
          <p:cNvPr id="15" name="Rectangle 14">
            <a:extLst>
              <a:ext uri="{FF2B5EF4-FFF2-40B4-BE49-F238E27FC236}">
                <a16:creationId xmlns:a16="http://schemas.microsoft.com/office/drawing/2014/main" id="{48A459BA-C21D-A0F0-4572-D8390AC3AAC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2" name="Title Placeholder 1">
            <a:extLst>
              <a:ext uri="{FF2B5EF4-FFF2-40B4-BE49-F238E27FC236}">
                <a16:creationId xmlns:a16="http://schemas.microsoft.com/office/drawing/2014/main" id="{C1ED5AED-66AE-DFD5-5050-3C30BEB0F3D4}"/>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7" name="Freeform 6" descr="CGI cornerstone">
            <a:extLst>
              <a:ext uri="{FF2B5EF4-FFF2-40B4-BE49-F238E27FC236}">
                <a16:creationId xmlns:a16="http://schemas.microsoft.com/office/drawing/2014/main" id="{7364B7F8-26AC-E1A6-E45B-B78313EF672A}"/>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3611503097"/>
      </p:ext>
    </p:extLst>
  </p:cSld>
  <p:clrMapOvr>
    <a:masterClrMapping/>
  </p:clrMapOvr>
  <p:extLst>
    <p:ext uri="{DCECCB84-F9BA-43D5-87BE-67443E8EF086}">
      <p15:sldGuideLst xmlns:p15="http://schemas.microsoft.com/office/powerpoint/2012/main">
        <p15:guide id="3" pos="7673">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Layout 3B">
    <p:spTree>
      <p:nvGrpSpPr>
        <p:cNvPr id="1" name=""/>
        <p:cNvGrpSpPr/>
        <p:nvPr/>
      </p:nvGrpSpPr>
      <p:grpSpPr>
        <a:xfrm>
          <a:off x="0" y="0"/>
          <a:ext cx="0" cy="0"/>
          <a:chOff x="0" y="0"/>
          <a:chExt cx="0" cy="0"/>
        </a:xfrm>
      </p:grpSpPr>
      <p:sp>
        <p:nvSpPr>
          <p:cNvPr id="9" name="Espace réservé du texte 7">
            <a:extLst>
              <a:ext uri="{FF2B5EF4-FFF2-40B4-BE49-F238E27FC236}">
                <a16:creationId xmlns:a16="http://schemas.microsoft.com/office/drawing/2014/main" id="{5CD6B7C3-552A-1644-82F4-B1B9359D14C0}"/>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200" b="0"/>
            </a:lvl1pPr>
          </a:lstStyle>
          <a:p>
            <a:pPr lvl="0"/>
            <a:r>
              <a:rPr lang="en-CA"/>
              <a:t>Name, role</a:t>
            </a:r>
            <a:br>
              <a:rPr lang="en-CA"/>
            </a:br>
            <a:r>
              <a:rPr lang="en-CA"/>
              <a:t>Date</a:t>
            </a:r>
          </a:p>
        </p:txBody>
      </p:sp>
      <p:pic>
        <p:nvPicPr>
          <p:cNvPr id="10" name="Image 9">
            <a:extLst>
              <a:ext uri="{FF2B5EF4-FFF2-40B4-BE49-F238E27FC236}">
                <a16:creationId xmlns:a16="http://schemas.microsoft.com/office/drawing/2014/main" id="{F651954F-2676-5244-99E5-686FBF8B3F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6763" y="5372174"/>
            <a:ext cx="1549400" cy="720651"/>
          </a:xfrm>
          <a:prstGeom prst="rect">
            <a:avLst/>
          </a:prstGeom>
        </p:spPr>
      </p:pic>
      <p:sp>
        <p:nvSpPr>
          <p:cNvPr id="3" name="Slide Number Placeholder 5">
            <a:extLst>
              <a:ext uri="{FF2B5EF4-FFF2-40B4-BE49-F238E27FC236}">
                <a16:creationId xmlns:a16="http://schemas.microsoft.com/office/drawing/2014/main" id="{0EF06289-C77A-1205-528B-75177C7CC629}"/>
              </a:ext>
            </a:extLst>
          </p:cNvPr>
          <p:cNvSpPr>
            <a:spLocks noGrp="1"/>
          </p:cNvSpPr>
          <p:nvPr>
            <p:ph type="sldNum" sz="quarter" idx="4"/>
          </p:nvPr>
        </p:nvSpPr>
        <p:spPr>
          <a:xfrm>
            <a:off x="11163034" y="6364800"/>
            <a:ext cx="261660" cy="136800"/>
          </a:xfrm>
          <a:prstGeom prst="rect">
            <a:avLst/>
          </a:prstGeom>
        </p:spPr>
        <p:txBody>
          <a:bodyPr wrap="square" lIns="0" tIns="0" rIns="0" bIns="0" anchor="t" anchorCtr="0">
            <a:noAutofit/>
          </a:bodyPr>
          <a:lstStyle>
            <a:lvl1pPr algn="r">
              <a:defRPr lang="en-GB" sz="9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a:p>
        </p:txBody>
      </p:sp>
      <p:sp>
        <p:nvSpPr>
          <p:cNvPr id="14" name="Picture Placeholder 13">
            <a:extLst>
              <a:ext uri="{FF2B5EF4-FFF2-40B4-BE49-F238E27FC236}">
                <a16:creationId xmlns:a16="http://schemas.microsoft.com/office/drawing/2014/main" id="{2A89A544-7E3A-55A6-AD44-31A6195AC2A9}"/>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en-US"/>
              <a:t>Click icon to add picture</a:t>
            </a:r>
            <a:endParaRPr lang="en-GB" dirty="0"/>
          </a:p>
        </p:txBody>
      </p:sp>
      <p:sp>
        <p:nvSpPr>
          <p:cNvPr id="15" name="Rectangle 14">
            <a:extLst>
              <a:ext uri="{FF2B5EF4-FFF2-40B4-BE49-F238E27FC236}">
                <a16:creationId xmlns:a16="http://schemas.microsoft.com/office/drawing/2014/main" id="{48A459BA-C21D-A0F0-4572-D8390AC3AAC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2" name="Title Placeholder 1">
            <a:extLst>
              <a:ext uri="{FF2B5EF4-FFF2-40B4-BE49-F238E27FC236}">
                <a16:creationId xmlns:a16="http://schemas.microsoft.com/office/drawing/2014/main" id="{C1ED5AED-66AE-DFD5-5050-3C30BEB0F3D4}"/>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7" name="Freeform 6" descr="CGI cornerstone">
            <a:extLst>
              <a:ext uri="{FF2B5EF4-FFF2-40B4-BE49-F238E27FC236}">
                <a16:creationId xmlns:a16="http://schemas.microsoft.com/office/drawing/2014/main" id="{7364B7F8-26AC-E1A6-E45B-B78313EF672A}"/>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6000">
                <a:srgbClr val="FF6A00"/>
              </a:gs>
              <a:gs pos="33000">
                <a:srgbClr val="E31937"/>
              </a:gs>
              <a:gs pos="0">
                <a:srgbClr val="991F3D"/>
              </a:gs>
              <a:gs pos="10000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1990780599"/>
      </p:ext>
    </p:extLst>
  </p:cSld>
  <p:clrMapOvr>
    <a:masterClrMapping/>
  </p:clrMapOvr>
  <p:extLst>
    <p:ext uri="{DCECCB84-F9BA-43D5-87BE-67443E8EF086}">
      <p15:sldGuideLst xmlns:p15="http://schemas.microsoft.com/office/powerpoint/2012/main">
        <p15:guide id="3" pos="7673">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slide –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309FD-5D17-CB60-A0D2-30CD6047E0BA}"/>
              </a:ext>
            </a:extLst>
          </p:cNvPr>
          <p:cNvSpPr>
            <a:spLocks noGrp="1"/>
          </p:cNvSpPr>
          <p:nvPr>
            <p:ph type="title" hasCustomPrompt="1"/>
          </p:nvPr>
        </p:nvSpPr>
        <p:spPr/>
        <p:txBody>
          <a:bodyPr/>
          <a:lstStyle/>
          <a:p>
            <a:r>
              <a:rPr lang="en-US"/>
              <a:t>Agenda slide layout 1 - click to add title</a:t>
            </a:r>
          </a:p>
        </p:txBody>
      </p:sp>
      <p:sp>
        <p:nvSpPr>
          <p:cNvPr id="14" name="Agenda item 1">
            <a:extLst>
              <a:ext uri="{FF2B5EF4-FFF2-40B4-BE49-F238E27FC236}">
                <a16:creationId xmlns:a16="http://schemas.microsoft.com/office/drawing/2014/main" id="{143D3174-78EC-43C1-82E0-E82ABF8D2117}"/>
              </a:ext>
            </a:extLst>
          </p:cNvPr>
          <p:cNvSpPr>
            <a:spLocks noGrp="1"/>
          </p:cNvSpPr>
          <p:nvPr>
            <p:ph type="body" sz="quarter" idx="17" hasCustomPrompt="1"/>
          </p:nvPr>
        </p:nvSpPr>
        <p:spPr>
          <a:xfrm>
            <a:off x="765737" y="2295678"/>
            <a:ext cx="151130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23" name="Agenda item 1 description">
            <a:extLst>
              <a:ext uri="{FF2B5EF4-FFF2-40B4-BE49-F238E27FC236}">
                <a16:creationId xmlns:a16="http://schemas.microsoft.com/office/drawing/2014/main" id="{F0474AB2-DB08-9E4B-A6C3-760F6797669A}"/>
              </a:ext>
            </a:extLst>
          </p:cNvPr>
          <p:cNvSpPr>
            <a:spLocks noGrp="1"/>
          </p:cNvSpPr>
          <p:nvPr>
            <p:ph type="body" sz="quarter" idx="16" hasCustomPrompt="1"/>
          </p:nvPr>
        </p:nvSpPr>
        <p:spPr>
          <a:xfrm>
            <a:off x="765737" y="3183284"/>
            <a:ext cx="151130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1</a:t>
            </a:r>
          </a:p>
        </p:txBody>
      </p:sp>
      <p:sp>
        <p:nvSpPr>
          <p:cNvPr id="16" name="Agenda item 2">
            <a:extLst>
              <a:ext uri="{FF2B5EF4-FFF2-40B4-BE49-F238E27FC236}">
                <a16:creationId xmlns:a16="http://schemas.microsoft.com/office/drawing/2014/main" id="{7016648B-BC25-4821-812E-87B50C18B66F}"/>
              </a:ext>
            </a:extLst>
          </p:cNvPr>
          <p:cNvSpPr>
            <a:spLocks noGrp="1"/>
          </p:cNvSpPr>
          <p:nvPr>
            <p:ph type="body" sz="quarter" idx="19" hasCustomPrompt="1"/>
          </p:nvPr>
        </p:nvSpPr>
        <p:spPr>
          <a:xfrm>
            <a:off x="3054164"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8" name="Agenda item 2 description">
            <a:extLst>
              <a:ext uri="{FF2B5EF4-FFF2-40B4-BE49-F238E27FC236}">
                <a16:creationId xmlns:a16="http://schemas.microsoft.com/office/drawing/2014/main" id="{D6910EBF-08E6-8540-896A-4B5E41727340}"/>
              </a:ext>
            </a:extLst>
          </p:cNvPr>
          <p:cNvSpPr>
            <a:spLocks noGrp="1"/>
          </p:cNvSpPr>
          <p:nvPr>
            <p:ph type="body" sz="quarter" idx="12" hasCustomPrompt="1"/>
          </p:nvPr>
        </p:nvSpPr>
        <p:spPr>
          <a:xfrm>
            <a:off x="3054799"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2</a:t>
            </a:r>
          </a:p>
        </p:txBody>
      </p:sp>
      <p:sp>
        <p:nvSpPr>
          <p:cNvPr id="17" name="Agenda item 3">
            <a:extLst>
              <a:ext uri="{FF2B5EF4-FFF2-40B4-BE49-F238E27FC236}">
                <a16:creationId xmlns:a16="http://schemas.microsoft.com/office/drawing/2014/main" id="{A6E8C51F-9054-4DBF-8A5A-59322AC4663A}"/>
              </a:ext>
            </a:extLst>
          </p:cNvPr>
          <p:cNvSpPr>
            <a:spLocks noGrp="1"/>
          </p:cNvSpPr>
          <p:nvPr>
            <p:ph type="body" sz="quarter" idx="20" hasCustomPrompt="1"/>
          </p:nvPr>
        </p:nvSpPr>
        <p:spPr>
          <a:xfrm>
            <a:off x="5340051"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20" name="Agenda item 3 description">
            <a:extLst>
              <a:ext uri="{FF2B5EF4-FFF2-40B4-BE49-F238E27FC236}">
                <a16:creationId xmlns:a16="http://schemas.microsoft.com/office/drawing/2014/main" id="{59A27FAB-0B96-BC42-A996-4CFEF0565413}"/>
              </a:ext>
            </a:extLst>
          </p:cNvPr>
          <p:cNvSpPr>
            <a:spLocks noGrp="1"/>
          </p:cNvSpPr>
          <p:nvPr>
            <p:ph type="body" sz="quarter" idx="13" hasCustomPrompt="1"/>
          </p:nvPr>
        </p:nvSpPr>
        <p:spPr>
          <a:xfrm>
            <a:off x="5341321"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3</a:t>
            </a:r>
          </a:p>
        </p:txBody>
      </p:sp>
      <p:sp>
        <p:nvSpPr>
          <p:cNvPr id="18" name="Agenda item 4">
            <a:extLst>
              <a:ext uri="{FF2B5EF4-FFF2-40B4-BE49-F238E27FC236}">
                <a16:creationId xmlns:a16="http://schemas.microsoft.com/office/drawing/2014/main" id="{6FDD35C8-B77E-46BD-9338-72F9040FFA6C}"/>
              </a:ext>
            </a:extLst>
          </p:cNvPr>
          <p:cNvSpPr>
            <a:spLocks noGrp="1"/>
          </p:cNvSpPr>
          <p:nvPr>
            <p:ph type="body" sz="quarter" idx="21" hasCustomPrompt="1"/>
          </p:nvPr>
        </p:nvSpPr>
        <p:spPr>
          <a:xfrm>
            <a:off x="7625938"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15" name="Agenda item 4 description">
            <a:extLst>
              <a:ext uri="{FF2B5EF4-FFF2-40B4-BE49-F238E27FC236}">
                <a16:creationId xmlns:a16="http://schemas.microsoft.com/office/drawing/2014/main" id="{DBDC3BC5-8B9E-4D7D-B022-7DC492622AFC}"/>
              </a:ext>
            </a:extLst>
          </p:cNvPr>
          <p:cNvSpPr>
            <a:spLocks noGrp="1"/>
          </p:cNvSpPr>
          <p:nvPr>
            <p:ph type="body" sz="quarter" idx="18" hasCustomPrompt="1"/>
          </p:nvPr>
        </p:nvSpPr>
        <p:spPr>
          <a:xfrm>
            <a:off x="7627843" y="3182112"/>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4</a:t>
            </a:r>
          </a:p>
        </p:txBody>
      </p:sp>
      <p:sp>
        <p:nvSpPr>
          <p:cNvPr id="19" name="Agenda item 5">
            <a:extLst>
              <a:ext uri="{FF2B5EF4-FFF2-40B4-BE49-F238E27FC236}">
                <a16:creationId xmlns:a16="http://schemas.microsoft.com/office/drawing/2014/main" id="{D47B1D04-840A-4F73-BA57-8836852239E9}"/>
              </a:ext>
            </a:extLst>
          </p:cNvPr>
          <p:cNvSpPr>
            <a:spLocks noGrp="1"/>
          </p:cNvSpPr>
          <p:nvPr>
            <p:ph type="body" sz="quarter" idx="22" hasCustomPrompt="1"/>
          </p:nvPr>
        </p:nvSpPr>
        <p:spPr>
          <a:xfrm>
            <a:off x="9911825"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22" name="Agenda item 5 description">
            <a:extLst>
              <a:ext uri="{FF2B5EF4-FFF2-40B4-BE49-F238E27FC236}">
                <a16:creationId xmlns:a16="http://schemas.microsoft.com/office/drawing/2014/main" id="{C31B4DD5-B41F-BE43-A386-8B7C4CFBC95E}"/>
              </a:ext>
            </a:extLst>
          </p:cNvPr>
          <p:cNvSpPr>
            <a:spLocks noGrp="1"/>
          </p:cNvSpPr>
          <p:nvPr>
            <p:ph type="body" sz="quarter" idx="15" hasCustomPrompt="1"/>
          </p:nvPr>
        </p:nvSpPr>
        <p:spPr>
          <a:xfrm>
            <a:off x="9914365"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5</a:t>
            </a:r>
          </a:p>
        </p:txBody>
      </p:sp>
      <p:sp>
        <p:nvSpPr>
          <p:cNvPr id="4" name="Footer Placeholder 3">
            <a:extLst>
              <a:ext uri="{FF2B5EF4-FFF2-40B4-BE49-F238E27FC236}">
                <a16:creationId xmlns:a16="http://schemas.microsoft.com/office/drawing/2014/main" id="{FF42B81B-3CB7-05E5-B0F7-506A0A4CC1AE}"/>
              </a:ext>
              <a:ext uri="{C183D7F6-B498-43B3-948B-1728B52AA6E4}">
                <adec:decorative xmlns:adec="http://schemas.microsoft.com/office/drawing/2017/decorative" val="1"/>
              </a:ext>
            </a:extLst>
          </p:cNvPr>
          <p:cNvSpPr>
            <a:spLocks noGrp="1"/>
          </p:cNvSpPr>
          <p:nvPr>
            <p:ph type="ftr" sz="quarter" idx="25"/>
          </p:nvPr>
        </p:nvSpPr>
        <p:spPr/>
        <p:txBody>
          <a:bodyPr/>
          <a:lstStyle/>
          <a:p>
            <a:endParaRPr lang="en-US" noProof="0"/>
          </a:p>
        </p:txBody>
      </p:sp>
      <p:sp>
        <p:nvSpPr>
          <p:cNvPr id="3" name="Slide number placeholder 2">
            <a:extLst>
              <a:ext uri="{FF2B5EF4-FFF2-40B4-BE49-F238E27FC236}">
                <a16:creationId xmlns:a16="http://schemas.microsoft.com/office/drawing/2014/main" id="{CFA5DBCA-C3A7-554C-80CD-9B2E51986E26}"/>
              </a:ext>
              <a:ext uri="{C183D7F6-B498-43B3-948B-1728B52AA6E4}">
                <adec:decorative xmlns:adec="http://schemas.microsoft.com/office/drawing/2017/decorative" val="1"/>
              </a:ext>
            </a:extLst>
          </p:cNvPr>
          <p:cNvSpPr>
            <a:spLocks noGrp="1"/>
          </p:cNvSpPr>
          <p:nvPr>
            <p:ph type="sldNum" sz="quarter" idx="10"/>
          </p:nvPr>
        </p:nvSpPr>
        <p:spPr/>
        <p:txBody>
          <a:bodyPr>
            <a:noAutofit/>
          </a:bodyPr>
          <a:lstStyle/>
          <a:p>
            <a:fld id="{525A3C56-E491-49B2-93F3-63532DF516BC}" type="slidenum">
              <a:rPr lang="en-US" noProof="0" smtClean="0"/>
              <a:pPr/>
              <a:t>‹#›</a:t>
            </a:fld>
            <a:endParaRPr lang="en-US" noProof="0"/>
          </a:p>
        </p:txBody>
      </p:sp>
      <p:sp>
        <p:nvSpPr>
          <p:cNvPr id="5" name="ZoneTexte 4">
            <a:extLst>
              <a:ext uri="{FF2B5EF4-FFF2-40B4-BE49-F238E27FC236}">
                <a16:creationId xmlns:a16="http://schemas.microsoft.com/office/drawing/2014/main" id="{BB0C3CE7-7C87-CCC2-F804-F3CC7FBD80E8}"/>
              </a:ext>
            </a:extLst>
          </p:cNvPr>
          <p:cNvSpPr txBox="1"/>
          <p:nvPr userDrawn="1"/>
        </p:nvSpPr>
        <p:spPr>
          <a:xfrm>
            <a:off x="1133061" y="6440557"/>
            <a:ext cx="0" cy="0"/>
          </a:xfrm>
          <a:prstGeom prst="rect">
            <a:avLst/>
          </a:prstGeom>
        </p:spPr>
        <p:txBody>
          <a:bodyPr vert="horz" wrap="none" lIns="0" tIns="0" rIns="0" bIns="0" rtlCol="0" anchor="t" anchorCtr="0">
            <a:normAutofit fontScale="25000" lnSpcReduction="20000"/>
          </a:bodyPr>
          <a:lstStyle/>
          <a:p>
            <a:pPr algn="l"/>
            <a:endParaRPr lang="fr-FR" dirty="0"/>
          </a:p>
        </p:txBody>
      </p:sp>
      <p:sp>
        <p:nvSpPr>
          <p:cNvPr id="6" name="ZoneTexte 5">
            <a:extLst>
              <a:ext uri="{FF2B5EF4-FFF2-40B4-BE49-F238E27FC236}">
                <a16:creationId xmlns:a16="http://schemas.microsoft.com/office/drawing/2014/main" id="{07EBAA5B-7002-82C8-C5E5-013B05CD17C9}"/>
              </a:ext>
            </a:extLst>
          </p:cNvPr>
          <p:cNvSpPr txBox="1"/>
          <p:nvPr userDrawn="1"/>
        </p:nvSpPr>
        <p:spPr>
          <a:xfrm>
            <a:off x="993913" y="6420678"/>
            <a:ext cx="0" cy="0"/>
          </a:xfrm>
          <a:prstGeom prst="rect">
            <a:avLst/>
          </a:prstGeom>
        </p:spPr>
        <p:txBody>
          <a:bodyPr vert="horz" wrap="none" lIns="0" tIns="0" rIns="0" bIns="0" rtlCol="0" anchor="t" anchorCtr="0">
            <a:normAutofit fontScale="25000" lnSpcReduction="20000"/>
          </a:bodyPr>
          <a:lstStyle/>
          <a:p>
            <a:pPr algn="l"/>
            <a:endParaRPr lang="fr-FR" dirty="0"/>
          </a:p>
        </p:txBody>
      </p:sp>
    </p:spTree>
    <p:extLst>
      <p:ext uri="{BB962C8B-B14F-4D97-AF65-F5344CB8AC3E}">
        <p14:creationId xmlns:p14="http://schemas.microsoft.com/office/powerpoint/2010/main" val="395178162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slide – Layout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976DB5-697C-A62A-7A55-C2DFCAC96B89}"/>
              </a:ext>
            </a:extLst>
          </p:cNvPr>
          <p:cNvSpPr>
            <a:spLocks noGrp="1"/>
          </p:cNvSpPr>
          <p:nvPr>
            <p:ph type="title" hasCustomPrompt="1"/>
          </p:nvPr>
        </p:nvSpPr>
        <p:spPr/>
        <p:txBody>
          <a:bodyPr/>
          <a:lstStyle/>
          <a:p>
            <a:r>
              <a:rPr lang="en-US"/>
              <a:t>Agenda slide layout 2 - click to add title</a:t>
            </a:r>
          </a:p>
        </p:txBody>
      </p:sp>
      <p:sp>
        <p:nvSpPr>
          <p:cNvPr id="6" name="Agenda item 1 description">
            <a:extLst>
              <a:ext uri="{FF2B5EF4-FFF2-40B4-BE49-F238E27FC236}">
                <a16:creationId xmlns:a16="http://schemas.microsoft.com/office/drawing/2014/main" id="{0CF1332E-48CF-C54F-F696-17DB5D1B32A1}"/>
              </a:ext>
              <a:ext uri="{C183D7F6-B498-43B3-948B-1728B52AA6E4}">
                <adec:decorative xmlns:adec="http://schemas.microsoft.com/office/drawing/2017/decorative" val="0"/>
              </a:ext>
            </a:extLst>
          </p:cNvPr>
          <p:cNvSpPr>
            <a:spLocks noGrp="1"/>
          </p:cNvSpPr>
          <p:nvPr>
            <p:ph type="body" sz="quarter" idx="16" hasCustomPrompt="1"/>
          </p:nvPr>
        </p:nvSpPr>
        <p:spPr>
          <a:xfrm>
            <a:off x="766763" y="1605722"/>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a:t>
            </a:r>
          </a:p>
        </p:txBody>
      </p:sp>
      <p:sp>
        <p:nvSpPr>
          <p:cNvPr id="9" name="Agenda item 2 description">
            <a:extLst>
              <a:ext uri="{FF2B5EF4-FFF2-40B4-BE49-F238E27FC236}">
                <a16:creationId xmlns:a16="http://schemas.microsoft.com/office/drawing/2014/main" id="{A727F33B-E5E8-74BC-7588-761838366B86}"/>
              </a:ext>
              <a:ext uri="{C183D7F6-B498-43B3-948B-1728B52AA6E4}">
                <adec:decorative xmlns:adec="http://schemas.microsoft.com/office/drawing/2017/decorative" val="0"/>
              </a:ext>
            </a:extLst>
          </p:cNvPr>
          <p:cNvSpPr>
            <a:spLocks noGrp="1"/>
          </p:cNvSpPr>
          <p:nvPr>
            <p:ph type="body" sz="quarter" idx="27" hasCustomPrompt="1"/>
          </p:nvPr>
        </p:nvSpPr>
        <p:spPr>
          <a:xfrm>
            <a:off x="766763" y="2379425"/>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2</a:t>
            </a:r>
          </a:p>
        </p:txBody>
      </p:sp>
      <p:sp>
        <p:nvSpPr>
          <p:cNvPr id="11" name="Agenda item 3 description">
            <a:extLst>
              <a:ext uri="{FF2B5EF4-FFF2-40B4-BE49-F238E27FC236}">
                <a16:creationId xmlns:a16="http://schemas.microsoft.com/office/drawing/2014/main" id="{71486317-244D-E80A-48EE-489F2326091A}"/>
              </a:ext>
              <a:ext uri="{C183D7F6-B498-43B3-948B-1728B52AA6E4}">
                <adec:decorative xmlns:adec="http://schemas.microsoft.com/office/drawing/2017/decorative" val="0"/>
              </a:ext>
            </a:extLst>
          </p:cNvPr>
          <p:cNvSpPr>
            <a:spLocks noGrp="1"/>
          </p:cNvSpPr>
          <p:nvPr>
            <p:ph type="body" sz="quarter" idx="28" hasCustomPrompt="1"/>
          </p:nvPr>
        </p:nvSpPr>
        <p:spPr>
          <a:xfrm>
            <a:off x="766763" y="3153128"/>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3</a:t>
            </a:r>
          </a:p>
        </p:txBody>
      </p:sp>
      <p:sp>
        <p:nvSpPr>
          <p:cNvPr id="13" name="Agenda item 4 description">
            <a:extLst>
              <a:ext uri="{FF2B5EF4-FFF2-40B4-BE49-F238E27FC236}">
                <a16:creationId xmlns:a16="http://schemas.microsoft.com/office/drawing/2014/main" id="{587C085A-666F-7685-37AD-9707E899EA40}"/>
              </a:ext>
              <a:ext uri="{C183D7F6-B498-43B3-948B-1728B52AA6E4}">
                <adec:decorative xmlns:adec="http://schemas.microsoft.com/office/drawing/2017/decorative" val="0"/>
              </a:ext>
            </a:extLst>
          </p:cNvPr>
          <p:cNvSpPr>
            <a:spLocks noGrp="1"/>
          </p:cNvSpPr>
          <p:nvPr>
            <p:ph type="body" sz="quarter" idx="29" hasCustomPrompt="1"/>
          </p:nvPr>
        </p:nvSpPr>
        <p:spPr>
          <a:xfrm>
            <a:off x="766763" y="3926831"/>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4 or delete</a:t>
            </a:r>
          </a:p>
        </p:txBody>
      </p:sp>
      <p:sp>
        <p:nvSpPr>
          <p:cNvPr id="15" name="Agenda item 5 description">
            <a:extLst>
              <a:ext uri="{FF2B5EF4-FFF2-40B4-BE49-F238E27FC236}">
                <a16:creationId xmlns:a16="http://schemas.microsoft.com/office/drawing/2014/main" id="{B84D09D0-FA09-8D48-D485-141D5D6AB617}"/>
              </a:ext>
              <a:ext uri="{C183D7F6-B498-43B3-948B-1728B52AA6E4}">
                <adec:decorative xmlns:adec="http://schemas.microsoft.com/office/drawing/2017/decorative" val="0"/>
              </a:ext>
            </a:extLst>
          </p:cNvPr>
          <p:cNvSpPr>
            <a:spLocks noGrp="1"/>
          </p:cNvSpPr>
          <p:nvPr>
            <p:ph type="body" sz="quarter" idx="30" hasCustomPrompt="1"/>
          </p:nvPr>
        </p:nvSpPr>
        <p:spPr>
          <a:xfrm>
            <a:off x="766763" y="4700534"/>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5 or delete</a:t>
            </a:r>
          </a:p>
        </p:txBody>
      </p:sp>
      <p:sp>
        <p:nvSpPr>
          <p:cNvPr id="17" name="Agenda item 6 description">
            <a:extLst>
              <a:ext uri="{FF2B5EF4-FFF2-40B4-BE49-F238E27FC236}">
                <a16:creationId xmlns:a16="http://schemas.microsoft.com/office/drawing/2014/main" id="{15923D97-A4C0-761B-93A1-D2D634A228EC}"/>
              </a:ext>
              <a:ext uri="{C183D7F6-B498-43B3-948B-1728B52AA6E4}">
                <adec:decorative xmlns:adec="http://schemas.microsoft.com/office/drawing/2017/decorative" val="0"/>
              </a:ext>
            </a:extLst>
          </p:cNvPr>
          <p:cNvSpPr>
            <a:spLocks noGrp="1"/>
          </p:cNvSpPr>
          <p:nvPr>
            <p:ph type="body" sz="quarter" idx="31" hasCustomPrompt="1"/>
          </p:nvPr>
        </p:nvSpPr>
        <p:spPr>
          <a:xfrm>
            <a:off x="766763" y="5474236"/>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6 or delete</a:t>
            </a:r>
          </a:p>
        </p:txBody>
      </p:sp>
      <p:sp>
        <p:nvSpPr>
          <p:cNvPr id="26" name="Agenda item 7 description">
            <a:extLst>
              <a:ext uri="{FF2B5EF4-FFF2-40B4-BE49-F238E27FC236}">
                <a16:creationId xmlns:a16="http://schemas.microsoft.com/office/drawing/2014/main" id="{8CC9E50C-3FB3-8E10-8031-E225A7C9D7FB}"/>
              </a:ext>
              <a:ext uri="{C183D7F6-B498-43B3-948B-1728B52AA6E4}">
                <adec:decorative xmlns:adec="http://schemas.microsoft.com/office/drawing/2017/decorative" val="0"/>
              </a:ext>
            </a:extLst>
          </p:cNvPr>
          <p:cNvSpPr>
            <a:spLocks noGrp="1"/>
          </p:cNvSpPr>
          <p:nvPr>
            <p:ph type="body" sz="quarter" idx="38" hasCustomPrompt="1"/>
          </p:nvPr>
        </p:nvSpPr>
        <p:spPr>
          <a:xfrm>
            <a:off x="6103394" y="1600200"/>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7 or delete</a:t>
            </a:r>
          </a:p>
        </p:txBody>
      </p:sp>
      <p:sp>
        <p:nvSpPr>
          <p:cNvPr id="27" name="Agenda item 8 description">
            <a:extLst>
              <a:ext uri="{FF2B5EF4-FFF2-40B4-BE49-F238E27FC236}">
                <a16:creationId xmlns:a16="http://schemas.microsoft.com/office/drawing/2014/main" id="{F8C99894-7E03-C896-81C5-D3E3E4283DCA}"/>
              </a:ext>
              <a:ext uri="{C183D7F6-B498-43B3-948B-1728B52AA6E4}">
                <adec:decorative xmlns:adec="http://schemas.microsoft.com/office/drawing/2017/decorative" val="0"/>
              </a:ext>
            </a:extLst>
          </p:cNvPr>
          <p:cNvSpPr>
            <a:spLocks noGrp="1"/>
          </p:cNvSpPr>
          <p:nvPr>
            <p:ph type="body" sz="quarter" idx="39" hasCustomPrompt="1"/>
          </p:nvPr>
        </p:nvSpPr>
        <p:spPr>
          <a:xfrm>
            <a:off x="6103394" y="2379425"/>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8 or delete</a:t>
            </a:r>
          </a:p>
        </p:txBody>
      </p:sp>
      <p:sp>
        <p:nvSpPr>
          <p:cNvPr id="28" name="Agenda item 9 description">
            <a:extLst>
              <a:ext uri="{FF2B5EF4-FFF2-40B4-BE49-F238E27FC236}">
                <a16:creationId xmlns:a16="http://schemas.microsoft.com/office/drawing/2014/main" id="{6AD70C5E-C60E-6351-E0AD-35AC67F867CE}"/>
              </a:ext>
              <a:ext uri="{C183D7F6-B498-43B3-948B-1728B52AA6E4}">
                <adec:decorative xmlns:adec="http://schemas.microsoft.com/office/drawing/2017/decorative" val="0"/>
              </a:ext>
            </a:extLst>
          </p:cNvPr>
          <p:cNvSpPr>
            <a:spLocks noGrp="1"/>
          </p:cNvSpPr>
          <p:nvPr userDrawn="1">
            <p:ph type="body" sz="quarter" idx="40" hasCustomPrompt="1"/>
          </p:nvPr>
        </p:nvSpPr>
        <p:spPr>
          <a:xfrm>
            <a:off x="6103394" y="3153128"/>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9 or delete</a:t>
            </a:r>
          </a:p>
        </p:txBody>
      </p:sp>
      <p:sp>
        <p:nvSpPr>
          <p:cNvPr id="29" name="Agenda item 10 description">
            <a:extLst>
              <a:ext uri="{FF2B5EF4-FFF2-40B4-BE49-F238E27FC236}">
                <a16:creationId xmlns:a16="http://schemas.microsoft.com/office/drawing/2014/main" id="{73E0F363-7FBA-B1FD-FB13-1A6C322A02CF}"/>
              </a:ext>
              <a:ext uri="{C183D7F6-B498-43B3-948B-1728B52AA6E4}">
                <adec:decorative xmlns:adec="http://schemas.microsoft.com/office/drawing/2017/decorative" val="0"/>
              </a:ext>
            </a:extLst>
          </p:cNvPr>
          <p:cNvSpPr>
            <a:spLocks noGrp="1"/>
          </p:cNvSpPr>
          <p:nvPr userDrawn="1">
            <p:ph type="body" sz="quarter" idx="41" hasCustomPrompt="1"/>
          </p:nvPr>
        </p:nvSpPr>
        <p:spPr>
          <a:xfrm>
            <a:off x="6103394" y="3926831"/>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10 or delete</a:t>
            </a:r>
          </a:p>
        </p:txBody>
      </p:sp>
      <p:sp>
        <p:nvSpPr>
          <p:cNvPr id="30" name="Agenda item 11 description">
            <a:extLst>
              <a:ext uri="{FF2B5EF4-FFF2-40B4-BE49-F238E27FC236}">
                <a16:creationId xmlns:a16="http://schemas.microsoft.com/office/drawing/2014/main" id="{D58ED04A-7400-00EC-8982-A1E1CFEFA686}"/>
              </a:ext>
              <a:ext uri="{C183D7F6-B498-43B3-948B-1728B52AA6E4}">
                <adec:decorative xmlns:adec="http://schemas.microsoft.com/office/drawing/2017/decorative" val="0"/>
              </a:ext>
            </a:extLst>
          </p:cNvPr>
          <p:cNvSpPr>
            <a:spLocks noGrp="1"/>
          </p:cNvSpPr>
          <p:nvPr userDrawn="1">
            <p:ph type="body" sz="quarter" idx="42" hasCustomPrompt="1"/>
          </p:nvPr>
        </p:nvSpPr>
        <p:spPr>
          <a:xfrm>
            <a:off x="6103394" y="4700534"/>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11 or delete</a:t>
            </a:r>
          </a:p>
        </p:txBody>
      </p:sp>
      <p:sp>
        <p:nvSpPr>
          <p:cNvPr id="31" name="Agenda item 12 description">
            <a:extLst>
              <a:ext uri="{FF2B5EF4-FFF2-40B4-BE49-F238E27FC236}">
                <a16:creationId xmlns:a16="http://schemas.microsoft.com/office/drawing/2014/main" id="{91054C35-1504-9990-BDEF-C88B0598C605}"/>
              </a:ext>
              <a:ext uri="{C183D7F6-B498-43B3-948B-1728B52AA6E4}">
                <adec:decorative xmlns:adec="http://schemas.microsoft.com/office/drawing/2017/decorative" val="0"/>
              </a:ext>
            </a:extLst>
          </p:cNvPr>
          <p:cNvSpPr>
            <a:spLocks noGrp="1"/>
          </p:cNvSpPr>
          <p:nvPr userDrawn="1">
            <p:ph type="body" sz="quarter" idx="43" hasCustomPrompt="1"/>
          </p:nvPr>
        </p:nvSpPr>
        <p:spPr>
          <a:xfrm>
            <a:off x="6103394" y="5474236"/>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12 or delete</a:t>
            </a:r>
          </a:p>
        </p:txBody>
      </p:sp>
      <p:sp>
        <p:nvSpPr>
          <p:cNvPr id="4" name="Footer Placeholder 3">
            <a:extLst>
              <a:ext uri="{FF2B5EF4-FFF2-40B4-BE49-F238E27FC236}">
                <a16:creationId xmlns:a16="http://schemas.microsoft.com/office/drawing/2014/main" id="{EA00DBC9-3586-A9CB-3BAD-7A1413F7A744}"/>
              </a:ext>
              <a:ext uri="{C183D7F6-B498-43B3-948B-1728B52AA6E4}">
                <adec:decorative xmlns:adec="http://schemas.microsoft.com/office/drawing/2017/decorative" val="1"/>
              </a:ext>
            </a:extLst>
          </p:cNvPr>
          <p:cNvSpPr>
            <a:spLocks noGrp="1"/>
          </p:cNvSpPr>
          <p:nvPr>
            <p:ph type="ftr" sz="quarter" idx="51"/>
          </p:nvPr>
        </p:nvSpPr>
        <p:spPr>
          <a:xfrm>
            <a:off x="4038600" y="6967728"/>
            <a:ext cx="4114800" cy="137160"/>
          </a:xfrm>
        </p:spPr>
        <p:txBody>
          <a:bodyPr/>
          <a:lstStyle/>
          <a:p>
            <a:endParaRPr lang="en-US" noProof="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userDrawn="1">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442298341"/>
      </p:ext>
    </p:extLst>
  </p:cSld>
  <p:clrMapOvr>
    <a:masterClrMapping/>
  </p:clrMapOvr>
  <p:transition/>
  <p:extLst>
    <p:ext uri="{DCECCB84-F9BA-43D5-87BE-67443E8EF086}">
      <p15:sldGuideLst xmlns:p15="http://schemas.microsoft.com/office/powerpoint/2012/main">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lide – Layout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DCF1F9B-DAF3-A533-33E8-B570CC80CEB9}"/>
              </a:ext>
            </a:extLst>
          </p:cNvPr>
          <p:cNvSpPr>
            <a:spLocks noGrp="1"/>
          </p:cNvSpPr>
          <p:nvPr>
            <p:ph type="title" hasCustomPrompt="1"/>
          </p:nvPr>
        </p:nvSpPr>
        <p:spPr/>
        <p:txBody>
          <a:bodyPr/>
          <a:lstStyle/>
          <a:p>
            <a:r>
              <a:rPr lang="en-US"/>
              <a:t>Agenda slide layout 3 - click to add title</a:t>
            </a:r>
          </a:p>
        </p:txBody>
      </p:sp>
      <p:sp>
        <p:nvSpPr>
          <p:cNvPr id="5" name="Agenda item 1 description">
            <a:extLst>
              <a:ext uri="{FF2B5EF4-FFF2-40B4-BE49-F238E27FC236}">
                <a16:creationId xmlns:a16="http://schemas.microsoft.com/office/drawing/2014/main" id="{410433DD-6F83-F577-A641-A48EC3FC032A}"/>
              </a:ext>
              <a:ext uri="{C183D7F6-B498-43B3-948B-1728B52AA6E4}">
                <adec:decorative xmlns:adec="http://schemas.microsoft.com/office/drawing/2017/decorative" val="0"/>
              </a:ext>
            </a:extLst>
          </p:cNvPr>
          <p:cNvSpPr>
            <a:spLocks noGrp="1"/>
          </p:cNvSpPr>
          <p:nvPr>
            <p:ph type="body" sz="quarter" idx="16" hasCustomPrompt="1"/>
          </p:nvPr>
        </p:nvSpPr>
        <p:spPr>
          <a:xfrm>
            <a:off x="768096"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1</a:t>
            </a:r>
          </a:p>
        </p:txBody>
      </p:sp>
      <p:sp>
        <p:nvSpPr>
          <p:cNvPr id="3" name="Agenda item 1">
            <a:extLst>
              <a:ext uri="{FF2B5EF4-FFF2-40B4-BE49-F238E27FC236}">
                <a16:creationId xmlns:a16="http://schemas.microsoft.com/office/drawing/2014/main" id="{EEE8292D-DDC8-29D0-F22E-7DA0659D55D9}"/>
              </a:ext>
              <a:ext uri="{C183D7F6-B498-43B3-948B-1728B52AA6E4}">
                <adec:decorative xmlns:adec="http://schemas.microsoft.com/office/drawing/2017/decorative" val="1"/>
              </a:ext>
            </a:extLst>
          </p:cNvPr>
          <p:cNvSpPr>
            <a:spLocks noGrp="1"/>
          </p:cNvSpPr>
          <p:nvPr>
            <p:ph type="body" sz="quarter" idx="17" hasCustomPrompt="1"/>
          </p:nvPr>
        </p:nvSpPr>
        <p:spPr>
          <a:xfrm>
            <a:off x="1548512" y="1517904"/>
            <a:ext cx="709406"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32" name="Agenda item 2 description">
            <a:extLst>
              <a:ext uri="{FF2B5EF4-FFF2-40B4-BE49-F238E27FC236}">
                <a16:creationId xmlns:a16="http://schemas.microsoft.com/office/drawing/2014/main" id="{B179BF33-B1BE-6230-6D6A-DC6E89E6F636}"/>
              </a:ext>
            </a:extLst>
          </p:cNvPr>
          <p:cNvSpPr>
            <a:spLocks noGrp="1"/>
          </p:cNvSpPr>
          <p:nvPr>
            <p:ph type="body" sz="quarter" idx="12" hasCustomPrompt="1"/>
          </p:nvPr>
        </p:nvSpPr>
        <p:spPr>
          <a:xfrm>
            <a:off x="3557016"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2</a:t>
            </a:r>
          </a:p>
        </p:txBody>
      </p:sp>
      <p:sp>
        <p:nvSpPr>
          <p:cNvPr id="13" name="Agenda item 2">
            <a:extLst>
              <a:ext uri="{FF2B5EF4-FFF2-40B4-BE49-F238E27FC236}">
                <a16:creationId xmlns:a16="http://schemas.microsoft.com/office/drawing/2014/main" id="{A945F926-1515-CC75-1672-68C0DC40D0A6}"/>
              </a:ext>
              <a:ext uri="{C183D7F6-B498-43B3-948B-1728B52AA6E4}">
                <adec:decorative xmlns:adec="http://schemas.microsoft.com/office/drawing/2017/decorative" val="1"/>
              </a:ext>
            </a:extLst>
          </p:cNvPr>
          <p:cNvSpPr>
            <a:spLocks noGrp="1"/>
          </p:cNvSpPr>
          <p:nvPr>
            <p:ph type="body" sz="quarter" idx="19" hasCustomPrompt="1"/>
          </p:nvPr>
        </p:nvSpPr>
        <p:spPr>
          <a:xfrm>
            <a:off x="4347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34" name="Agenda item 3 description">
            <a:extLst>
              <a:ext uri="{FF2B5EF4-FFF2-40B4-BE49-F238E27FC236}">
                <a16:creationId xmlns:a16="http://schemas.microsoft.com/office/drawing/2014/main" id="{38110207-8C1A-7C2A-F187-7B96C523CDB2}"/>
              </a:ext>
            </a:extLst>
          </p:cNvPr>
          <p:cNvSpPr>
            <a:spLocks noGrp="1"/>
          </p:cNvSpPr>
          <p:nvPr>
            <p:ph type="body" sz="quarter" idx="13" hasCustomPrompt="1"/>
          </p:nvPr>
        </p:nvSpPr>
        <p:spPr>
          <a:xfrm>
            <a:off x="6355080"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3</a:t>
            </a:r>
          </a:p>
        </p:txBody>
      </p:sp>
      <p:sp>
        <p:nvSpPr>
          <p:cNvPr id="33" name="Agenda item 3">
            <a:extLst>
              <a:ext uri="{FF2B5EF4-FFF2-40B4-BE49-F238E27FC236}">
                <a16:creationId xmlns:a16="http://schemas.microsoft.com/office/drawing/2014/main" id="{28E0D5AF-2A48-3135-18FA-75FF0C81A0C2}"/>
              </a:ext>
              <a:ext uri="{C183D7F6-B498-43B3-948B-1728B52AA6E4}">
                <adec:decorative xmlns:adec="http://schemas.microsoft.com/office/drawing/2017/decorative" val="1"/>
              </a:ext>
            </a:extLst>
          </p:cNvPr>
          <p:cNvSpPr>
            <a:spLocks noGrp="1"/>
          </p:cNvSpPr>
          <p:nvPr>
            <p:ph type="body" sz="quarter" idx="20" hasCustomPrompt="1"/>
          </p:nvPr>
        </p:nvSpPr>
        <p:spPr>
          <a:xfrm>
            <a:off x="7141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36" name="Agenda item 4 description">
            <a:extLst>
              <a:ext uri="{FF2B5EF4-FFF2-40B4-BE49-F238E27FC236}">
                <a16:creationId xmlns:a16="http://schemas.microsoft.com/office/drawing/2014/main" id="{1EF49AA8-99F9-DFFE-2924-2F2203B07183}"/>
              </a:ext>
            </a:extLst>
          </p:cNvPr>
          <p:cNvSpPr>
            <a:spLocks noGrp="1"/>
          </p:cNvSpPr>
          <p:nvPr>
            <p:ph type="body" sz="quarter" idx="18" hasCustomPrompt="1"/>
          </p:nvPr>
        </p:nvSpPr>
        <p:spPr>
          <a:xfrm>
            <a:off x="9156855"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4</a:t>
            </a:r>
          </a:p>
        </p:txBody>
      </p:sp>
      <p:sp>
        <p:nvSpPr>
          <p:cNvPr id="35" name="Agenda item 4">
            <a:extLst>
              <a:ext uri="{FF2B5EF4-FFF2-40B4-BE49-F238E27FC236}">
                <a16:creationId xmlns:a16="http://schemas.microsoft.com/office/drawing/2014/main" id="{28922037-033C-4B02-F191-D7A10C3B2895}"/>
              </a:ext>
              <a:ext uri="{C183D7F6-B498-43B3-948B-1728B52AA6E4}">
                <adec:decorative xmlns:adec="http://schemas.microsoft.com/office/drawing/2017/decorative" val="1"/>
              </a:ext>
            </a:extLst>
          </p:cNvPr>
          <p:cNvSpPr>
            <a:spLocks noGrp="1"/>
          </p:cNvSpPr>
          <p:nvPr>
            <p:ph type="body" sz="quarter" idx="21" hasCustomPrompt="1"/>
          </p:nvPr>
        </p:nvSpPr>
        <p:spPr>
          <a:xfrm>
            <a:off x="9935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1" name="Agenda item 5 description">
            <a:extLst>
              <a:ext uri="{FF2B5EF4-FFF2-40B4-BE49-F238E27FC236}">
                <a16:creationId xmlns:a16="http://schemas.microsoft.com/office/drawing/2014/main" id="{A8C9C41D-497C-D5B1-CD0D-329AC0D572F5}"/>
              </a:ext>
            </a:extLst>
          </p:cNvPr>
          <p:cNvSpPr>
            <a:spLocks noGrp="1"/>
          </p:cNvSpPr>
          <p:nvPr>
            <p:ph type="body" sz="quarter" idx="23" hasCustomPrompt="1"/>
          </p:nvPr>
        </p:nvSpPr>
        <p:spPr>
          <a:xfrm>
            <a:off x="768096"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5</a:t>
            </a:r>
          </a:p>
        </p:txBody>
      </p:sp>
      <p:sp>
        <p:nvSpPr>
          <p:cNvPr id="20" name="Agenda item 5">
            <a:extLst>
              <a:ext uri="{FF2B5EF4-FFF2-40B4-BE49-F238E27FC236}">
                <a16:creationId xmlns:a16="http://schemas.microsoft.com/office/drawing/2014/main" id="{35FB7347-5B46-967F-82DA-894677567539}"/>
              </a:ext>
              <a:ext uri="{C183D7F6-B498-43B3-948B-1728B52AA6E4}">
                <adec:decorative xmlns:adec="http://schemas.microsoft.com/office/drawing/2017/decorative" val="1"/>
              </a:ext>
            </a:extLst>
          </p:cNvPr>
          <p:cNvSpPr>
            <a:spLocks noGrp="1"/>
          </p:cNvSpPr>
          <p:nvPr>
            <p:ph type="body" sz="quarter" idx="22" hasCustomPrompt="1"/>
          </p:nvPr>
        </p:nvSpPr>
        <p:spPr>
          <a:xfrm>
            <a:off x="1551044" y="3867926"/>
            <a:ext cx="709406"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3" name="Agenda item 6 description">
            <a:extLst>
              <a:ext uri="{FF2B5EF4-FFF2-40B4-BE49-F238E27FC236}">
                <a16:creationId xmlns:a16="http://schemas.microsoft.com/office/drawing/2014/main" id="{87180DAA-A9DF-402A-F2C3-5D908A97D73B}"/>
              </a:ext>
            </a:extLst>
          </p:cNvPr>
          <p:cNvSpPr>
            <a:spLocks noGrp="1"/>
          </p:cNvSpPr>
          <p:nvPr>
            <p:ph type="body" sz="quarter" idx="25" hasCustomPrompt="1"/>
          </p:nvPr>
        </p:nvSpPr>
        <p:spPr>
          <a:xfrm>
            <a:off x="3557016"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6</a:t>
            </a:r>
          </a:p>
        </p:txBody>
      </p:sp>
      <p:sp>
        <p:nvSpPr>
          <p:cNvPr id="22" name="Agenda item 6">
            <a:extLst>
              <a:ext uri="{FF2B5EF4-FFF2-40B4-BE49-F238E27FC236}">
                <a16:creationId xmlns:a16="http://schemas.microsoft.com/office/drawing/2014/main" id="{5BF2E6A8-CA19-512A-5A70-FD6FEAEF2E55}"/>
              </a:ext>
              <a:ext uri="{C183D7F6-B498-43B3-948B-1728B52AA6E4}">
                <adec:decorative xmlns:adec="http://schemas.microsoft.com/office/drawing/2017/decorative" val="1"/>
              </a:ext>
            </a:extLst>
          </p:cNvPr>
          <p:cNvSpPr>
            <a:spLocks noGrp="1"/>
          </p:cNvSpPr>
          <p:nvPr>
            <p:ph type="body" sz="quarter" idx="24" hasCustomPrompt="1"/>
          </p:nvPr>
        </p:nvSpPr>
        <p:spPr>
          <a:xfrm>
            <a:off x="4347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5" name="Agenda item 7 description">
            <a:extLst>
              <a:ext uri="{FF2B5EF4-FFF2-40B4-BE49-F238E27FC236}">
                <a16:creationId xmlns:a16="http://schemas.microsoft.com/office/drawing/2014/main" id="{61C0DECA-A650-D1E0-0A82-9AC736DC85E6}"/>
              </a:ext>
            </a:extLst>
          </p:cNvPr>
          <p:cNvSpPr>
            <a:spLocks noGrp="1"/>
          </p:cNvSpPr>
          <p:nvPr>
            <p:ph type="body" sz="quarter" idx="27" hasCustomPrompt="1"/>
          </p:nvPr>
        </p:nvSpPr>
        <p:spPr>
          <a:xfrm>
            <a:off x="6355080"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7</a:t>
            </a:r>
          </a:p>
        </p:txBody>
      </p:sp>
      <p:sp>
        <p:nvSpPr>
          <p:cNvPr id="24" name="Agenda item 7">
            <a:extLst>
              <a:ext uri="{FF2B5EF4-FFF2-40B4-BE49-F238E27FC236}">
                <a16:creationId xmlns:a16="http://schemas.microsoft.com/office/drawing/2014/main" id="{AF27472A-2634-7758-05C2-3D692E51697F}"/>
              </a:ext>
              <a:ext uri="{C183D7F6-B498-43B3-948B-1728B52AA6E4}">
                <adec:decorative xmlns:adec="http://schemas.microsoft.com/office/drawing/2017/decorative" val="1"/>
              </a:ext>
            </a:extLst>
          </p:cNvPr>
          <p:cNvSpPr>
            <a:spLocks noGrp="1"/>
          </p:cNvSpPr>
          <p:nvPr>
            <p:ph type="body" sz="quarter" idx="26" hasCustomPrompt="1"/>
          </p:nvPr>
        </p:nvSpPr>
        <p:spPr>
          <a:xfrm>
            <a:off x="7141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7" name="Agenda item 8 description">
            <a:extLst>
              <a:ext uri="{FF2B5EF4-FFF2-40B4-BE49-F238E27FC236}">
                <a16:creationId xmlns:a16="http://schemas.microsoft.com/office/drawing/2014/main" id="{76B22D04-2920-375F-8918-58AEE5B7A13E}"/>
              </a:ext>
            </a:extLst>
          </p:cNvPr>
          <p:cNvSpPr>
            <a:spLocks noGrp="1"/>
          </p:cNvSpPr>
          <p:nvPr>
            <p:ph type="body" sz="quarter" idx="29" hasCustomPrompt="1"/>
          </p:nvPr>
        </p:nvSpPr>
        <p:spPr>
          <a:xfrm>
            <a:off x="9156855"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8</a:t>
            </a:r>
          </a:p>
        </p:txBody>
      </p:sp>
      <p:sp>
        <p:nvSpPr>
          <p:cNvPr id="26" name="Agenda item 8">
            <a:extLst>
              <a:ext uri="{FF2B5EF4-FFF2-40B4-BE49-F238E27FC236}">
                <a16:creationId xmlns:a16="http://schemas.microsoft.com/office/drawing/2014/main" id="{3F6A61E3-6AAD-BF3C-2F14-CD4C8A577F58}"/>
              </a:ext>
              <a:ext uri="{C183D7F6-B498-43B3-948B-1728B52AA6E4}">
                <adec:decorative xmlns:adec="http://schemas.microsoft.com/office/drawing/2017/decorative" val="1"/>
              </a:ext>
            </a:extLst>
          </p:cNvPr>
          <p:cNvSpPr>
            <a:spLocks noGrp="1"/>
          </p:cNvSpPr>
          <p:nvPr>
            <p:ph type="body" sz="quarter" idx="28" hasCustomPrompt="1"/>
          </p:nvPr>
        </p:nvSpPr>
        <p:spPr>
          <a:xfrm>
            <a:off x="9935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4" name="Footer Placeholder 3">
            <a:extLst>
              <a:ext uri="{FF2B5EF4-FFF2-40B4-BE49-F238E27FC236}">
                <a16:creationId xmlns:a16="http://schemas.microsoft.com/office/drawing/2014/main" id="{DB884332-1497-54F4-11D6-D18B07C13226}"/>
              </a:ext>
              <a:ext uri="{C183D7F6-B498-43B3-948B-1728B52AA6E4}">
                <adec:decorative xmlns:adec="http://schemas.microsoft.com/office/drawing/2017/decorative" val="1"/>
              </a:ext>
            </a:extLst>
          </p:cNvPr>
          <p:cNvSpPr>
            <a:spLocks noGrp="1"/>
          </p:cNvSpPr>
          <p:nvPr>
            <p:ph type="ftr" sz="quarter" idx="31"/>
          </p:nvPr>
        </p:nvSpPr>
        <p:spPr>
          <a:xfrm>
            <a:off x="4038600" y="6967728"/>
            <a:ext cx="4114800" cy="137160"/>
          </a:xfrm>
        </p:spPr>
        <p:txBody>
          <a:bodyPr/>
          <a:lstStyle/>
          <a:p>
            <a:endParaRPr lang="en-US" noProof="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539607705"/>
      </p:ext>
    </p:extLst>
  </p:cSld>
  <p:clrMapOvr>
    <a:masterClrMapping/>
  </p:clrMapOvr>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slide – Layout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3093FB-9E7B-DF03-7775-667BC9D9983F}"/>
              </a:ext>
            </a:extLst>
          </p:cNvPr>
          <p:cNvSpPr>
            <a:spLocks noGrp="1"/>
          </p:cNvSpPr>
          <p:nvPr>
            <p:ph type="title" hasCustomPrompt="1"/>
          </p:nvPr>
        </p:nvSpPr>
        <p:spPr>
          <a:xfrm>
            <a:off x="766763" y="682514"/>
            <a:ext cx="6217920" cy="532765"/>
          </a:xfrm>
        </p:spPr>
        <p:txBody>
          <a:bodyPr/>
          <a:lstStyle/>
          <a:p>
            <a:r>
              <a:rPr lang="en-US"/>
              <a:t>Agenda slide layout 4 - click to add title</a:t>
            </a:r>
          </a:p>
        </p:txBody>
      </p:sp>
      <p:sp>
        <p:nvSpPr>
          <p:cNvPr id="13" name="Agenda item 1">
            <a:extLst>
              <a:ext uri="{FF2B5EF4-FFF2-40B4-BE49-F238E27FC236}">
                <a16:creationId xmlns:a16="http://schemas.microsoft.com/office/drawing/2014/main" id="{10FF187A-991B-2296-9D37-DAEEC42AF38E}"/>
              </a:ext>
              <a:ext uri="{C183D7F6-B498-43B3-948B-1728B52AA6E4}">
                <adec:decorative xmlns:adec="http://schemas.microsoft.com/office/drawing/2017/decorative" val="1"/>
              </a:ext>
            </a:extLst>
          </p:cNvPr>
          <p:cNvSpPr>
            <a:spLocks noGrp="1"/>
          </p:cNvSpPr>
          <p:nvPr>
            <p:ph type="body" sz="quarter" idx="18" hasCustomPrompt="1"/>
          </p:nvPr>
        </p:nvSpPr>
        <p:spPr>
          <a:xfrm>
            <a:off x="768096" y="1656522"/>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12" name="Agenda item 1 description">
            <a:extLst>
              <a:ext uri="{FF2B5EF4-FFF2-40B4-BE49-F238E27FC236}">
                <a16:creationId xmlns:a16="http://schemas.microsoft.com/office/drawing/2014/main" id="{98A48C77-D94E-F45A-365C-EB5799D2546D}"/>
              </a:ext>
              <a:ext uri="{C183D7F6-B498-43B3-948B-1728B52AA6E4}">
                <adec:decorative xmlns:adec="http://schemas.microsoft.com/office/drawing/2017/decorative" val="0"/>
              </a:ext>
            </a:extLst>
          </p:cNvPr>
          <p:cNvSpPr>
            <a:spLocks noGrp="1"/>
          </p:cNvSpPr>
          <p:nvPr>
            <p:ph type="body" sz="quarter" idx="16" hasCustomPrompt="1"/>
          </p:nvPr>
        </p:nvSpPr>
        <p:spPr>
          <a:xfrm>
            <a:off x="1533306" y="1656522"/>
            <a:ext cx="5328000"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1</a:t>
            </a:r>
          </a:p>
        </p:txBody>
      </p:sp>
      <p:sp>
        <p:nvSpPr>
          <p:cNvPr id="6" name="Agenda line 1 Placeholder">
            <a:extLst>
              <a:ext uri="{FF2B5EF4-FFF2-40B4-BE49-F238E27FC236}">
                <a16:creationId xmlns:a16="http://schemas.microsoft.com/office/drawing/2014/main" id="{257172E3-3355-D363-396B-8BF62229E6FD}"/>
              </a:ext>
              <a:ext uri="{C183D7F6-B498-43B3-948B-1728B52AA6E4}">
                <adec:decorative xmlns:adec="http://schemas.microsoft.com/office/drawing/2017/decorative" val="1"/>
              </a:ext>
            </a:extLst>
          </p:cNvPr>
          <p:cNvSpPr>
            <a:spLocks noGrp="1"/>
          </p:cNvSpPr>
          <p:nvPr>
            <p:ph sz="quarter" idx="38" hasCustomPrompt="1"/>
          </p:nvPr>
        </p:nvSpPr>
        <p:spPr>
          <a:xfrm>
            <a:off x="1531937" y="2212848"/>
            <a:ext cx="5328000" cy="9144"/>
          </a:xfrm>
          <a:prstGeom prst="rect">
            <a:avLst/>
          </a:prstGeom>
          <a:solidFill>
            <a:srgbClr val="CCCCCC"/>
          </a:solidFill>
          <a:ln>
            <a:noFill/>
          </a:ln>
        </p:spPr>
        <p:txBody>
          <a:bodyPr/>
          <a:lstStyle>
            <a:lvl1pPr marL="0" indent="0">
              <a:buNone/>
              <a:defRPr sz="100">
                <a:solidFill>
                  <a:schemeClr val="tx1"/>
                </a:solidFill>
              </a:defRPr>
            </a:lvl1pPr>
          </a:lstStyle>
          <a:p>
            <a:pPr lvl="0"/>
            <a:r>
              <a:rPr lang="en-US" noProof="0"/>
              <a:t>.</a:t>
            </a:r>
          </a:p>
        </p:txBody>
      </p:sp>
      <p:sp>
        <p:nvSpPr>
          <p:cNvPr id="15" name="Agenda item 2">
            <a:extLst>
              <a:ext uri="{FF2B5EF4-FFF2-40B4-BE49-F238E27FC236}">
                <a16:creationId xmlns:a16="http://schemas.microsoft.com/office/drawing/2014/main" id="{2D77AD32-FE01-AAA7-1AA3-59E2CD04FE9A}"/>
              </a:ext>
              <a:ext uri="{C183D7F6-B498-43B3-948B-1728B52AA6E4}">
                <adec:decorative xmlns:adec="http://schemas.microsoft.com/office/drawing/2017/decorative" val="1"/>
              </a:ext>
            </a:extLst>
          </p:cNvPr>
          <p:cNvSpPr>
            <a:spLocks noGrp="1"/>
          </p:cNvSpPr>
          <p:nvPr>
            <p:ph type="body" sz="quarter" idx="19" hasCustomPrompt="1"/>
          </p:nvPr>
        </p:nvSpPr>
        <p:spPr>
          <a:xfrm>
            <a:off x="768096" y="2430225"/>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3" name="Agenda item 2 description">
            <a:extLst>
              <a:ext uri="{FF2B5EF4-FFF2-40B4-BE49-F238E27FC236}">
                <a16:creationId xmlns:a16="http://schemas.microsoft.com/office/drawing/2014/main" id="{8AB164F9-C2DE-460C-03EB-191C8F2D034C}"/>
              </a:ext>
              <a:ext uri="{C183D7F6-B498-43B3-948B-1728B52AA6E4}">
                <adec:decorative xmlns:adec="http://schemas.microsoft.com/office/drawing/2017/decorative" val="0"/>
              </a:ext>
            </a:extLst>
          </p:cNvPr>
          <p:cNvSpPr>
            <a:spLocks noGrp="1"/>
          </p:cNvSpPr>
          <p:nvPr>
            <p:ph type="body" sz="quarter" idx="27" hasCustomPrompt="1"/>
          </p:nvPr>
        </p:nvSpPr>
        <p:spPr>
          <a:xfrm>
            <a:off x="1531220" y="2430225"/>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2</a:t>
            </a:r>
          </a:p>
        </p:txBody>
      </p:sp>
      <p:sp>
        <p:nvSpPr>
          <p:cNvPr id="7" name="Agenda line 2 Placeholder">
            <a:extLst>
              <a:ext uri="{FF2B5EF4-FFF2-40B4-BE49-F238E27FC236}">
                <a16:creationId xmlns:a16="http://schemas.microsoft.com/office/drawing/2014/main" id="{1D6E6D62-436F-5CA4-D0E5-064A2FA06AD4}"/>
              </a:ext>
              <a:ext uri="{C183D7F6-B498-43B3-948B-1728B52AA6E4}">
                <adec:decorative xmlns:adec="http://schemas.microsoft.com/office/drawing/2017/decorative" val="1"/>
              </a:ext>
            </a:extLst>
          </p:cNvPr>
          <p:cNvSpPr>
            <a:spLocks noGrp="1"/>
          </p:cNvSpPr>
          <p:nvPr>
            <p:ph sz="quarter" idx="39" hasCustomPrompt="1"/>
          </p:nvPr>
        </p:nvSpPr>
        <p:spPr>
          <a:xfrm>
            <a:off x="1536192" y="2990088"/>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17" name="Agenda item 3">
            <a:extLst>
              <a:ext uri="{FF2B5EF4-FFF2-40B4-BE49-F238E27FC236}">
                <a16:creationId xmlns:a16="http://schemas.microsoft.com/office/drawing/2014/main" id="{D2842598-505D-2249-A666-03620A6069BE}"/>
              </a:ext>
              <a:ext uri="{C183D7F6-B498-43B3-948B-1728B52AA6E4}">
                <adec:decorative xmlns:adec="http://schemas.microsoft.com/office/drawing/2017/decorative" val="1"/>
              </a:ext>
            </a:extLst>
          </p:cNvPr>
          <p:cNvSpPr>
            <a:spLocks noGrp="1"/>
          </p:cNvSpPr>
          <p:nvPr>
            <p:ph type="body" sz="quarter" idx="20" hasCustomPrompt="1"/>
          </p:nvPr>
        </p:nvSpPr>
        <p:spPr>
          <a:xfrm>
            <a:off x="768096" y="3203928"/>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4" name="Agenda item 3 description">
            <a:extLst>
              <a:ext uri="{FF2B5EF4-FFF2-40B4-BE49-F238E27FC236}">
                <a16:creationId xmlns:a16="http://schemas.microsoft.com/office/drawing/2014/main" id="{0B284BE8-B9B1-CE6C-820E-BE74D3DFF39E}"/>
              </a:ext>
              <a:ext uri="{C183D7F6-B498-43B3-948B-1728B52AA6E4}">
                <adec:decorative xmlns:adec="http://schemas.microsoft.com/office/drawing/2017/decorative" val="0"/>
              </a:ext>
            </a:extLst>
          </p:cNvPr>
          <p:cNvSpPr>
            <a:spLocks noGrp="1"/>
          </p:cNvSpPr>
          <p:nvPr>
            <p:ph type="body" sz="quarter" idx="28" hasCustomPrompt="1"/>
          </p:nvPr>
        </p:nvSpPr>
        <p:spPr>
          <a:xfrm>
            <a:off x="1531220" y="3203928"/>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3</a:t>
            </a:r>
          </a:p>
        </p:txBody>
      </p:sp>
      <p:sp>
        <p:nvSpPr>
          <p:cNvPr id="9" name="Agenda line 3 Placeholder">
            <a:extLst>
              <a:ext uri="{FF2B5EF4-FFF2-40B4-BE49-F238E27FC236}">
                <a16:creationId xmlns:a16="http://schemas.microsoft.com/office/drawing/2014/main" id="{64FEA698-3CEC-142B-2103-2537506FF81C}"/>
              </a:ext>
              <a:ext uri="{C183D7F6-B498-43B3-948B-1728B52AA6E4}">
                <adec:decorative xmlns:adec="http://schemas.microsoft.com/office/drawing/2017/decorative" val="1"/>
              </a:ext>
            </a:extLst>
          </p:cNvPr>
          <p:cNvSpPr>
            <a:spLocks noGrp="1"/>
          </p:cNvSpPr>
          <p:nvPr>
            <p:ph sz="quarter" idx="40" hasCustomPrompt="1"/>
          </p:nvPr>
        </p:nvSpPr>
        <p:spPr>
          <a:xfrm>
            <a:off x="1536192" y="3767328"/>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32" name="Agenda item 4">
            <a:extLst>
              <a:ext uri="{FF2B5EF4-FFF2-40B4-BE49-F238E27FC236}">
                <a16:creationId xmlns:a16="http://schemas.microsoft.com/office/drawing/2014/main" id="{90361265-A14F-E476-D9E5-D44560CA5164}"/>
              </a:ext>
              <a:ext uri="{C183D7F6-B498-43B3-948B-1728B52AA6E4}">
                <adec:decorative xmlns:adec="http://schemas.microsoft.com/office/drawing/2017/decorative" val="1"/>
              </a:ext>
            </a:extLst>
          </p:cNvPr>
          <p:cNvSpPr>
            <a:spLocks noGrp="1"/>
          </p:cNvSpPr>
          <p:nvPr>
            <p:ph type="body" sz="quarter" idx="26" hasCustomPrompt="1"/>
          </p:nvPr>
        </p:nvSpPr>
        <p:spPr>
          <a:xfrm>
            <a:off x="768096" y="3977631"/>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5" name="Agenda item 4 description">
            <a:extLst>
              <a:ext uri="{FF2B5EF4-FFF2-40B4-BE49-F238E27FC236}">
                <a16:creationId xmlns:a16="http://schemas.microsoft.com/office/drawing/2014/main" id="{8520F02C-48BD-F94F-1559-1FBBBB1E9B72}"/>
              </a:ext>
              <a:ext uri="{C183D7F6-B498-43B3-948B-1728B52AA6E4}">
                <adec:decorative xmlns:adec="http://schemas.microsoft.com/office/drawing/2017/decorative" val="0"/>
              </a:ext>
            </a:extLst>
          </p:cNvPr>
          <p:cNvSpPr>
            <a:spLocks noGrp="1"/>
          </p:cNvSpPr>
          <p:nvPr>
            <p:ph type="body" sz="quarter" idx="29" hasCustomPrompt="1"/>
          </p:nvPr>
        </p:nvSpPr>
        <p:spPr>
          <a:xfrm>
            <a:off x="1531220" y="3977631"/>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4 </a:t>
            </a:r>
          </a:p>
        </p:txBody>
      </p:sp>
      <p:sp>
        <p:nvSpPr>
          <p:cNvPr id="14" name="Agenda line 4 Placeholder">
            <a:extLst>
              <a:ext uri="{FF2B5EF4-FFF2-40B4-BE49-F238E27FC236}">
                <a16:creationId xmlns:a16="http://schemas.microsoft.com/office/drawing/2014/main" id="{294815D1-A6FC-7FA3-10FF-2B021C27896E}"/>
              </a:ext>
              <a:ext uri="{C183D7F6-B498-43B3-948B-1728B52AA6E4}">
                <adec:decorative xmlns:adec="http://schemas.microsoft.com/office/drawing/2017/decorative" val="1"/>
              </a:ext>
            </a:extLst>
          </p:cNvPr>
          <p:cNvSpPr>
            <a:spLocks noGrp="1"/>
          </p:cNvSpPr>
          <p:nvPr>
            <p:ph sz="quarter" idx="42" hasCustomPrompt="1"/>
          </p:nvPr>
        </p:nvSpPr>
        <p:spPr>
          <a:xfrm>
            <a:off x="1536192" y="4535424"/>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19" name="Agenda item 5">
            <a:extLst>
              <a:ext uri="{FF2B5EF4-FFF2-40B4-BE49-F238E27FC236}">
                <a16:creationId xmlns:a16="http://schemas.microsoft.com/office/drawing/2014/main" id="{9BC64A6F-E796-8052-BDC4-C41A84E890AC}"/>
              </a:ext>
              <a:ext uri="{C183D7F6-B498-43B3-948B-1728B52AA6E4}">
                <adec:decorative xmlns:adec="http://schemas.microsoft.com/office/drawing/2017/decorative" val="1"/>
              </a:ext>
            </a:extLst>
          </p:cNvPr>
          <p:cNvSpPr>
            <a:spLocks noGrp="1"/>
          </p:cNvSpPr>
          <p:nvPr>
            <p:ph type="body" sz="quarter" idx="22" hasCustomPrompt="1"/>
          </p:nvPr>
        </p:nvSpPr>
        <p:spPr>
          <a:xfrm>
            <a:off x="768096" y="4751334"/>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6" name="Agenda item 5 description">
            <a:extLst>
              <a:ext uri="{FF2B5EF4-FFF2-40B4-BE49-F238E27FC236}">
                <a16:creationId xmlns:a16="http://schemas.microsoft.com/office/drawing/2014/main" id="{2A36E3F2-5923-CCBC-97A9-3E586E1CF53B}"/>
              </a:ext>
              <a:ext uri="{C183D7F6-B498-43B3-948B-1728B52AA6E4}">
                <adec:decorative xmlns:adec="http://schemas.microsoft.com/office/drawing/2017/decorative" val="0"/>
              </a:ext>
            </a:extLst>
          </p:cNvPr>
          <p:cNvSpPr>
            <a:spLocks noGrp="1"/>
          </p:cNvSpPr>
          <p:nvPr>
            <p:ph type="body" sz="quarter" idx="30" hasCustomPrompt="1"/>
          </p:nvPr>
        </p:nvSpPr>
        <p:spPr>
          <a:xfrm>
            <a:off x="1531220" y="4751334"/>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5</a:t>
            </a:r>
          </a:p>
        </p:txBody>
      </p:sp>
      <p:sp>
        <p:nvSpPr>
          <p:cNvPr id="16" name="Agenda line 5 Placeholder">
            <a:extLst>
              <a:ext uri="{FF2B5EF4-FFF2-40B4-BE49-F238E27FC236}">
                <a16:creationId xmlns:a16="http://schemas.microsoft.com/office/drawing/2014/main" id="{5BC826FD-42D6-F330-42BD-1B51308F53DA}"/>
              </a:ext>
              <a:ext uri="{C183D7F6-B498-43B3-948B-1728B52AA6E4}">
                <adec:decorative xmlns:adec="http://schemas.microsoft.com/office/drawing/2017/decorative" val="1"/>
              </a:ext>
            </a:extLst>
          </p:cNvPr>
          <p:cNvSpPr>
            <a:spLocks noGrp="1"/>
          </p:cNvSpPr>
          <p:nvPr>
            <p:ph sz="quarter" idx="43" hasCustomPrompt="1"/>
          </p:nvPr>
        </p:nvSpPr>
        <p:spPr>
          <a:xfrm>
            <a:off x="1536192" y="5312664"/>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21" name="Agenda item 6">
            <a:extLst>
              <a:ext uri="{FF2B5EF4-FFF2-40B4-BE49-F238E27FC236}">
                <a16:creationId xmlns:a16="http://schemas.microsoft.com/office/drawing/2014/main" id="{1B9398C7-9BFD-530A-AAD5-5DB929ACE1DB}"/>
              </a:ext>
              <a:ext uri="{C183D7F6-B498-43B3-948B-1728B52AA6E4}">
                <adec:decorative xmlns:adec="http://schemas.microsoft.com/office/drawing/2017/decorative" val="1"/>
              </a:ext>
            </a:extLst>
          </p:cNvPr>
          <p:cNvSpPr>
            <a:spLocks noGrp="1"/>
          </p:cNvSpPr>
          <p:nvPr>
            <p:ph type="body" sz="quarter" idx="24" hasCustomPrompt="1"/>
          </p:nvPr>
        </p:nvSpPr>
        <p:spPr>
          <a:xfrm>
            <a:off x="768096" y="5525036"/>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7" name="Agenda item 6 description">
            <a:extLst>
              <a:ext uri="{FF2B5EF4-FFF2-40B4-BE49-F238E27FC236}">
                <a16:creationId xmlns:a16="http://schemas.microsoft.com/office/drawing/2014/main" id="{7D7BE22F-DA85-C34B-5FFD-B711790E06D2}"/>
              </a:ext>
              <a:ext uri="{C183D7F6-B498-43B3-948B-1728B52AA6E4}">
                <adec:decorative xmlns:adec="http://schemas.microsoft.com/office/drawing/2017/decorative" val="0"/>
              </a:ext>
            </a:extLst>
          </p:cNvPr>
          <p:cNvSpPr>
            <a:spLocks noGrp="1"/>
          </p:cNvSpPr>
          <p:nvPr>
            <p:ph type="body" sz="quarter" idx="31" hasCustomPrompt="1"/>
          </p:nvPr>
        </p:nvSpPr>
        <p:spPr>
          <a:xfrm>
            <a:off x="1531220" y="5525036"/>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6</a:t>
            </a:r>
          </a:p>
        </p:txBody>
      </p:sp>
      <p:sp>
        <p:nvSpPr>
          <p:cNvPr id="11" name="Agenda line 6 Placeholder">
            <a:extLst>
              <a:ext uri="{FF2B5EF4-FFF2-40B4-BE49-F238E27FC236}">
                <a16:creationId xmlns:a16="http://schemas.microsoft.com/office/drawing/2014/main" id="{69551B19-5FB8-119B-B488-08BCF0E6B506}"/>
              </a:ext>
              <a:ext uri="{C183D7F6-B498-43B3-948B-1728B52AA6E4}">
                <adec:decorative xmlns:adec="http://schemas.microsoft.com/office/drawing/2017/decorative" val="1"/>
              </a:ext>
            </a:extLst>
          </p:cNvPr>
          <p:cNvSpPr>
            <a:spLocks noGrp="1"/>
          </p:cNvSpPr>
          <p:nvPr>
            <p:ph sz="quarter" idx="41" hasCustomPrompt="1"/>
          </p:nvPr>
        </p:nvSpPr>
        <p:spPr>
          <a:xfrm>
            <a:off x="1536192" y="6080759"/>
            <a:ext cx="5328000" cy="9144"/>
          </a:xfrm>
          <a:prstGeom prst="rect">
            <a:avLst/>
          </a:prstGeom>
          <a:solidFill>
            <a:srgbClr val="CCCCCC"/>
          </a:solidFill>
          <a:ln>
            <a:noFill/>
          </a:ln>
        </p:spPr>
        <p:txBody>
          <a:bodyPr/>
          <a:lstStyle>
            <a:lvl1pPr marL="0" indent="0">
              <a:buNone/>
              <a:defRPr sz="100">
                <a:solidFill>
                  <a:schemeClr val="tx1"/>
                </a:solidFill>
              </a:defRPr>
            </a:lvl1pPr>
          </a:lstStyle>
          <a:p>
            <a:pPr lvl="0"/>
            <a:r>
              <a:rPr lang="en-US" noProof="0"/>
              <a:t>.</a:t>
            </a:r>
          </a:p>
        </p:txBody>
      </p:sp>
      <p:sp>
        <p:nvSpPr>
          <p:cNvPr id="10" name="Picture Placeholder 20">
            <a:extLst>
              <a:ext uri="{FF2B5EF4-FFF2-40B4-BE49-F238E27FC236}">
                <a16:creationId xmlns:a16="http://schemas.microsoft.com/office/drawing/2014/main" id="{248D24D7-EC9C-F974-7D82-7F4B6F87926D}"/>
              </a:ext>
              <a:ext uri="{C183D7F6-B498-43B3-948B-1728B52AA6E4}">
                <adec:decorative xmlns:adec="http://schemas.microsoft.com/office/drawing/2017/decorative" val="1"/>
              </a:ext>
            </a:extLst>
          </p:cNvPr>
          <p:cNvSpPr>
            <a:spLocks noGrp="1"/>
          </p:cNvSpPr>
          <p:nvPr>
            <p:ph type="pic" sz="quarter" idx="14" hasCustomPrompt="1"/>
          </p:nvPr>
        </p:nvSpPr>
        <p:spPr>
          <a:xfrm>
            <a:off x="7620000" y="765176"/>
            <a:ext cx="3805238" cy="5327650"/>
          </a:xfrm>
          <a:prstGeom prst="rect">
            <a:avLst/>
          </a:prstGeom>
        </p:spPr>
        <p:txBody>
          <a:bodyPr lIns="0" tIns="0" rIns="0" bIns="0">
            <a:noAutofit/>
          </a:bodyPr>
          <a:lstStyle>
            <a:lvl1pPr marL="0" indent="0">
              <a:spcBef>
                <a:spcPts val="500"/>
              </a:spcBef>
              <a:buNone/>
              <a:defRPr lang="en-GB" sz="1800" kern="1200" baseline="0" noProof="0" dirty="0" smtClean="0">
                <a:solidFill>
                  <a:schemeClr val="tx1"/>
                </a:solidFill>
                <a:latin typeface="Arial" pitchFamily="34" charset="0"/>
                <a:ea typeface="+mn-ea"/>
                <a:cs typeface="+mn-cs"/>
                <a:sym typeface="Wingdings" panose="05000000000000000000" pitchFamily="2" charset="2"/>
              </a:defRPr>
            </a:lvl1pPr>
          </a:lstStyle>
          <a:p>
            <a:r>
              <a:rPr lang="en-US" noProof="0"/>
              <a:t>Click icon to add image. Images are available to download from the Brand Source image librarybrand.cgi.com</a:t>
            </a:r>
          </a:p>
        </p:txBody>
      </p:sp>
      <p:sp>
        <p:nvSpPr>
          <p:cNvPr id="2" name="Footer Placeholder 1">
            <a:extLst>
              <a:ext uri="{FF2B5EF4-FFF2-40B4-BE49-F238E27FC236}">
                <a16:creationId xmlns:a16="http://schemas.microsoft.com/office/drawing/2014/main" id="{11E23B5B-86A5-9929-E075-CFDE6B46C894}"/>
              </a:ext>
              <a:ext uri="{C183D7F6-B498-43B3-948B-1728B52AA6E4}">
                <adec:decorative xmlns:adec="http://schemas.microsoft.com/office/drawing/2017/decorative" val="1"/>
              </a:ext>
            </a:extLst>
          </p:cNvPr>
          <p:cNvSpPr>
            <a:spLocks noGrp="1"/>
          </p:cNvSpPr>
          <p:nvPr>
            <p:ph type="ftr" sz="quarter" idx="45"/>
          </p:nvPr>
        </p:nvSpPr>
        <p:spPr/>
        <p:txBody>
          <a:bodyPr/>
          <a:lstStyle/>
          <a:p>
            <a:endParaRPr lang="en-US" noProof="0"/>
          </a:p>
        </p:txBody>
      </p:sp>
      <p:sp>
        <p:nvSpPr>
          <p:cNvPr id="4" name="Slide Number Placeholder 3">
            <a:extLst>
              <a:ext uri="{FF2B5EF4-FFF2-40B4-BE49-F238E27FC236}">
                <a16:creationId xmlns:a16="http://schemas.microsoft.com/office/drawing/2014/main" id="{8C7834B6-7F1E-DDCB-2FF1-903263236C2C}"/>
              </a:ext>
              <a:ext uri="{C183D7F6-B498-43B3-948B-1728B52AA6E4}">
                <adec:decorative xmlns:adec="http://schemas.microsoft.com/office/drawing/2017/decorative" val="1"/>
              </a:ext>
            </a:extLst>
          </p:cNvPr>
          <p:cNvSpPr>
            <a:spLocks noGrp="1"/>
          </p:cNvSpPr>
          <p:nvPr>
            <p:ph type="sldNum" sz="quarter" idx="11"/>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70448321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slide – Layou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14A61-5FF4-45DD-DAC3-987C6FEDD01B}"/>
              </a:ext>
            </a:extLst>
          </p:cNvPr>
          <p:cNvSpPr>
            <a:spLocks noGrp="1"/>
          </p:cNvSpPr>
          <p:nvPr>
            <p:ph type="title" hasCustomPrompt="1"/>
          </p:nvPr>
        </p:nvSpPr>
        <p:spPr>
          <a:xfrm>
            <a:off x="4583114" y="682514"/>
            <a:ext cx="6842124" cy="532765"/>
          </a:xfrm>
        </p:spPr>
        <p:txBody>
          <a:bodyPr/>
          <a:lstStyle/>
          <a:p>
            <a:r>
              <a:rPr lang="en-US"/>
              <a:t>Agenda slide layout 5 - click to add title</a:t>
            </a:r>
          </a:p>
        </p:txBody>
      </p:sp>
      <p:sp>
        <p:nvSpPr>
          <p:cNvPr id="9" name="Content Placeholder 20">
            <a:extLst>
              <a:ext uri="{FF2B5EF4-FFF2-40B4-BE49-F238E27FC236}">
                <a16:creationId xmlns:a16="http://schemas.microsoft.com/office/drawing/2014/main" id="{F3FE636F-7D6F-A556-CB63-5058ECC92133}"/>
              </a:ext>
            </a:extLst>
          </p:cNvPr>
          <p:cNvSpPr>
            <a:spLocks noGrp="1"/>
          </p:cNvSpPr>
          <p:nvPr>
            <p:ph sz="quarter" idx="17" hasCustomPrompt="1"/>
          </p:nvPr>
        </p:nvSpPr>
        <p:spPr>
          <a:xfrm>
            <a:off x="4583114" y="1656522"/>
            <a:ext cx="6842124" cy="4436304"/>
          </a:xfrm>
          <a:prstGeom prst="rect">
            <a:avLst/>
          </a:prstGeom>
          <a:noFill/>
        </p:spPr>
        <p:txBody>
          <a:bodyPr lIns="0" tIns="0" rIns="0" bIns="0">
            <a:noAutofit/>
          </a:bodyPr>
          <a:lstStyle>
            <a:lvl1pPr marL="0" indent="0">
              <a:lnSpc>
                <a:spcPct val="150000"/>
              </a:lnSpc>
              <a:spcBef>
                <a:spcPts val="500"/>
              </a:spcBef>
              <a:buClr>
                <a:schemeClr val="tx1"/>
              </a:buClr>
              <a:buSzPct val="110000"/>
              <a:buFont typeface="Arial" pitchFamily="34" charset="0"/>
              <a:buNone/>
              <a:tabLst>
                <a:tab pos="2005013" algn="l"/>
              </a:tabLst>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1</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2</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3</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4</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5</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6</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7</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8</a:t>
            </a:r>
            <a:endParaRPr lang="en-US" sz="2000" b="0" i="0" u="none" strike="noStrike" noProof="0">
              <a:effectLst/>
              <a:latin typeface="Arial" panose="020B0604020202020204" pitchFamily="34" charset="0"/>
            </a:endParaRPr>
          </a:p>
        </p:txBody>
      </p:sp>
      <p:sp>
        <p:nvSpPr>
          <p:cNvPr id="8" name="Picture Placeholder 20">
            <a:extLst>
              <a:ext uri="{FF2B5EF4-FFF2-40B4-BE49-F238E27FC236}">
                <a16:creationId xmlns:a16="http://schemas.microsoft.com/office/drawing/2014/main" id="{E413754F-2B72-0B3F-616B-8E40CF51EF4C}"/>
              </a:ext>
              <a:ext uri="{C183D7F6-B498-43B3-948B-1728B52AA6E4}">
                <adec:decorative xmlns:adec="http://schemas.microsoft.com/office/drawing/2017/decorative" val="1"/>
              </a:ext>
            </a:extLst>
          </p:cNvPr>
          <p:cNvSpPr>
            <a:spLocks noGrp="1"/>
          </p:cNvSpPr>
          <p:nvPr>
            <p:ph type="pic" sz="quarter" idx="14" hasCustomPrompt="1"/>
          </p:nvPr>
        </p:nvSpPr>
        <p:spPr>
          <a:xfrm>
            <a:off x="791689" y="765176"/>
            <a:ext cx="3000849" cy="5327650"/>
          </a:xfrm>
          <a:prstGeom prst="rect">
            <a:avLst/>
          </a:prstGeom>
        </p:spPr>
        <p:txBody>
          <a:bodyPr lIns="0" tIns="0" rIns="0" bIns="0">
            <a:noAutofit/>
          </a:bodyPr>
          <a:lstStyle>
            <a:lvl1pPr marL="0" indent="0">
              <a:spcBef>
                <a:spcPts val="500"/>
              </a:spcBef>
              <a:buNone/>
              <a:defRPr lang="en-GB" sz="1800" kern="1200" baseline="0" noProof="0" dirty="0" smtClean="0">
                <a:solidFill>
                  <a:schemeClr val="tx1"/>
                </a:solidFill>
                <a:latin typeface="Arial" pitchFamily="34" charset="0"/>
                <a:ea typeface="+mn-ea"/>
                <a:cs typeface="+mn-cs"/>
                <a:sym typeface="Wingdings" panose="05000000000000000000" pitchFamily="2" charset="2"/>
              </a:defRPr>
            </a:lvl1pPr>
          </a:lstStyle>
          <a:p>
            <a:r>
              <a:rPr lang="en-US" noProof="0"/>
              <a:t>Click icon to add image. Images are available to download from the Brand Source image library  brand.cgi.com</a:t>
            </a:r>
          </a:p>
        </p:txBody>
      </p:sp>
      <p:sp>
        <p:nvSpPr>
          <p:cNvPr id="3" name="Footer Placeholder 2">
            <a:extLst>
              <a:ext uri="{FF2B5EF4-FFF2-40B4-BE49-F238E27FC236}">
                <a16:creationId xmlns:a16="http://schemas.microsoft.com/office/drawing/2014/main" id="{0950AFE0-3AA7-9C01-557E-34036BE2B914}"/>
              </a:ext>
              <a:ext uri="{C183D7F6-B498-43B3-948B-1728B52AA6E4}">
                <adec:decorative xmlns:adec="http://schemas.microsoft.com/office/drawing/2017/decorative" val="1"/>
              </a:ext>
            </a:extLst>
          </p:cNvPr>
          <p:cNvSpPr>
            <a:spLocks noGrp="1"/>
          </p:cNvSpPr>
          <p:nvPr>
            <p:ph type="ftr" sz="quarter" idx="19"/>
          </p:nvPr>
        </p:nvSpPr>
        <p:spPr>
          <a:xfrm>
            <a:off x="4038600" y="6967728"/>
            <a:ext cx="4114800" cy="137160"/>
          </a:xfrm>
        </p:spPr>
        <p:txBody>
          <a:bodyPr/>
          <a:lstStyle/>
          <a:p>
            <a:endParaRPr lang="en-US" noProof="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907581607"/>
      </p:ext>
    </p:extLst>
  </p:cSld>
  <p:clrMapOvr>
    <a:masterClrMapping/>
  </p:clrMapOvr>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ad Only 2">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Content</a:t>
            </a:r>
            <a:br>
              <a:rPr lang="en-US" sz="16600" noProof="0">
                <a:solidFill>
                  <a:schemeClr val="bg1"/>
                </a:solidFill>
              </a:rPr>
            </a:br>
            <a:r>
              <a:rPr lang="en-US" sz="16600" noProof="0">
                <a:solidFill>
                  <a:schemeClr val="bg1"/>
                </a:solidFill>
              </a:rPr>
              <a:t>layouts</a:t>
            </a:r>
            <a:endParaRPr lang="en-US" sz="16600">
              <a:solidFill>
                <a:schemeClr val="bg1"/>
              </a:solidFill>
            </a:endParaRPr>
          </a:p>
        </p:txBody>
      </p:sp>
    </p:spTree>
    <p:extLst>
      <p:ext uri="{BB962C8B-B14F-4D97-AF65-F5344CB8AC3E}">
        <p14:creationId xmlns:p14="http://schemas.microsoft.com/office/powerpoint/2010/main" val="3096695318"/>
      </p:ext>
    </p:extLst>
  </p:cSld>
  <p:clrMapOvr>
    <a:masterClrMapping/>
  </p:clrMapOvr>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D62D33-9FEA-F269-5FD5-7B5DB87AA0AE}"/>
              </a:ext>
            </a:extLst>
          </p:cNvPr>
          <p:cNvSpPr>
            <a:spLocks noGrp="1"/>
          </p:cNvSpPr>
          <p:nvPr>
            <p:ph type="title" hasCustomPrompt="1"/>
          </p:nvPr>
        </p:nvSpPr>
        <p:spPr/>
        <p:txBody>
          <a:bodyPr/>
          <a:lstStyle/>
          <a:p>
            <a:r>
              <a:rPr lang="en-US"/>
              <a:t>Standard content slide – click to add title</a:t>
            </a:r>
          </a:p>
        </p:txBody>
      </p:sp>
      <p:sp>
        <p:nvSpPr>
          <p:cNvPr id="5" name="Content Placeholder 20">
            <a:extLst>
              <a:ext uri="{FF2B5EF4-FFF2-40B4-BE49-F238E27FC236}">
                <a16:creationId xmlns:a16="http://schemas.microsoft.com/office/drawing/2014/main" id="{6A54173B-8497-A140-8F24-1AF3E1B758D8}"/>
              </a:ext>
            </a:extLst>
          </p:cNvPr>
          <p:cNvSpPr>
            <a:spLocks noGrp="1"/>
          </p:cNvSpPr>
          <p:nvPr>
            <p:ph sz="quarter" idx="17" hasCustomPrompt="1"/>
          </p:nvPr>
        </p:nvSpPr>
        <p:spPr>
          <a:xfrm>
            <a:off x="766763" y="1527176"/>
            <a:ext cx="10658475"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6" name="Footer Placeholder 5">
            <a:extLst>
              <a:ext uri="{FF2B5EF4-FFF2-40B4-BE49-F238E27FC236}">
                <a16:creationId xmlns:a16="http://schemas.microsoft.com/office/drawing/2014/main" id="{3D76CFA5-EB83-A561-2284-3D83107B5542}"/>
              </a:ext>
              <a:ext uri="{C183D7F6-B498-43B3-948B-1728B52AA6E4}">
                <adec:decorative xmlns:adec="http://schemas.microsoft.com/office/drawing/2017/decorative" val="1"/>
              </a:ext>
            </a:extLst>
          </p:cNvPr>
          <p:cNvSpPr>
            <a:spLocks noGrp="1"/>
          </p:cNvSpPr>
          <p:nvPr>
            <p:ph type="ftr" sz="quarter" idx="20"/>
          </p:nvPr>
        </p:nvSpPr>
        <p:spPr>
          <a:xfrm>
            <a:off x="4038600" y="6965950"/>
            <a:ext cx="4114800" cy="137160"/>
          </a:xfrm>
        </p:spPr>
        <p:txBody>
          <a:bodyPr/>
          <a:lstStyle/>
          <a:p>
            <a:endParaRPr lang="en-US" noProof="0"/>
          </a:p>
        </p:txBody>
      </p:sp>
      <p:sp>
        <p:nvSpPr>
          <p:cNvPr id="2" name="Slide Number Placeholder 2">
            <a:extLst>
              <a:ext uri="{FF2B5EF4-FFF2-40B4-BE49-F238E27FC236}">
                <a16:creationId xmlns:a16="http://schemas.microsoft.com/office/drawing/2014/main" id="{A9D43B2A-0634-FFFC-5993-893162DDF73C}"/>
              </a:ext>
              <a:ext uri="{C183D7F6-B498-43B3-948B-1728B52AA6E4}">
                <adec:decorative xmlns:adec="http://schemas.microsoft.com/office/drawing/2017/decorative" val="1"/>
              </a:ext>
            </a:extLst>
          </p:cNvPr>
          <p:cNvSpPr>
            <a:spLocks noGrp="1"/>
          </p:cNvSpPr>
          <p:nvPr>
            <p:ph type="sldNum" sz="quarter" idx="10"/>
          </p:nvPr>
        </p:nvSpPr>
        <p:spPr>
          <a:xfrm>
            <a:off x="11163034" y="6965950"/>
            <a:ext cx="261660" cy="137160"/>
          </a:xfrm>
        </p:spPr>
        <p:txBody>
          <a:bodyPr>
            <a:noAutofit/>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49224200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footer">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D54BB2-D6CB-0180-A851-A5A81129AE1E}"/>
              </a:ext>
            </a:extLst>
          </p:cNvPr>
          <p:cNvSpPr>
            <a:spLocks noGrp="1"/>
          </p:cNvSpPr>
          <p:nvPr>
            <p:ph type="title" hasCustomPrompt="1"/>
          </p:nvPr>
        </p:nvSpPr>
        <p:spPr/>
        <p:txBody>
          <a:bodyPr/>
          <a:lstStyle/>
          <a:p>
            <a:r>
              <a:rPr lang="en-US"/>
              <a:t>Content slide with footer – click to add title</a:t>
            </a:r>
          </a:p>
        </p:txBody>
      </p:sp>
      <p:sp>
        <p:nvSpPr>
          <p:cNvPr id="11" name="Content Placeholder 20">
            <a:extLst>
              <a:ext uri="{FF2B5EF4-FFF2-40B4-BE49-F238E27FC236}">
                <a16:creationId xmlns:a16="http://schemas.microsoft.com/office/drawing/2014/main" id="{664288B6-E25D-149D-CA4E-3AC4D89126D2}"/>
              </a:ext>
            </a:extLst>
          </p:cNvPr>
          <p:cNvSpPr>
            <a:spLocks noGrp="1"/>
          </p:cNvSpPr>
          <p:nvPr>
            <p:ph sz="quarter" idx="17" hasCustomPrompt="1"/>
          </p:nvPr>
        </p:nvSpPr>
        <p:spPr>
          <a:xfrm>
            <a:off x="766763" y="1527047"/>
            <a:ext cx="10658475" cy="352044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10" name="Text Placeholder 9">
            <a:extLst>
              <a:ext uri="{FF2B5EF4-FFF2-40B4-BE49-F238E27FC236}">
                <a16:creationId xmlns:a16="http://schemas.microsoft.com/office/drawing/2014/main" id="{E70BE596-BF62-6182-8D96-2B94A0B6D54A}"/>
              </a:ext>
            </a:extLst>
          </p:cNvPr>
          <p:cNvSpPr>
            <a:spLocks noGrp="1"/>
          </p:cNvSpPr>
          <p:nvPr>
            <p:ph type="body" sz="quarter" idx="19"/>
          </p:nvPr>
        </p:nvSpPr>
        <p:spPr>
          <a:xfrm>
            <a:off x="768096" y="5349240"/>
            <a:ext cx="10661904" cy="740664"/>
          </a:xfrm>
          <a:prstGeom prst="rect">
            <a:avLst/>
          </a:prstGeom>
        </p:spPr>
        <p:txBody>
          <a:bodyPr lIns="0" tIns="0" rIns="0" bIns="0"/>
          <a:lstStyle>
            <a:lvl1pPr marL="0" indent="0">
              <a:buNone/>
              <a:defRPr sz="1800" b="0"/>
            </a:lvl1pPr>
            <a:lvl2pPr marL="457200" indent="0">
              <a:buNone/>
              <a:defRPr sz="1800"/>
            </a:lvl2pPr>
            <a:lvl3pPr>
              <a:defRPr sz="1800"/>
            </a:lvl3pPr>
            <a:lvl4pPr>
              <a:defRPr sz="1800"/>
            </a:lvl4pPr>
            <a:lvl5pPr>
              <a:defRPr sz="1800"/>
            </a:lvl5pPr>
          </a:lstStyle>
          <a:p>
            <a:pPr lvl="0"/>
            <a:r>
              <a:rPr lang="en-US" noProof="0"/>
              <a:t>Click to edit Master text styles</a:t>
            </a:r>
          </a:p>
        </p:txBody>
      </p:sp>
      <p:sp>
        <p:nvSpPr>
          <p:cNvPr id="2" name="Footer Placeholder 1">
            <a:extLst>
              <a:ext uri="{FF2B5EF4-FFF2-40B4-BE49-F238E27FC236}">
                <a16:creationId xmlns:a16="http://schemas.microsoft.com/office/drawing/2014/main" id="{AE37A9F4-ACBC-2D14-03AD-EF4062476585}"/>
              </a:ext>
              <a:ext uri="{C183D7F6-B498-43B3-948B-1728B52AA6E4}">
                <adec:decorative xmlns:adec="http://schemas.microsoft.com/office/drawing/2017/decorative" val="1"/>
              </a:ext>
            </a:extLst>
          </p:cNvPr>
          <p:cNvSpPr>
            <a:spLocks noGrp="1"/>
          </p:cNvSpPr>
          <p:nvPr>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B30F9A04-27DF-54AE-C277-3B57C1FF6E6C}"/>
              </a:ext>
              <a:ext uri="{C183D7F6-B498-43B3-948B-1728B52AA6E4}">
                <adec:decorative xmlns:adec="http://schemas.microsoft.com/office/drawing/2017/decorative" val="1"/>
              </a:ext>
            </a:extLst>
          </p:cNvPr>
          <p:cNvSpPr>
            <a:spLocks noGrp="1"/>
          </p:cNvSpPr>
          <p:nvPr>
            <p:ph type="sldNum" sz="quarter" idx="22"/>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249155167"/>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lower subtitle/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E9C16F-4BA6-5D28-1408-BCF6059A4050}"/>
              </a:ext>
            </a:extLst>
          </p:cNvPr>
          <p:cNvSpPr>
            <a:spLocks noGrp="1"/>
          </p:cNvSpPr>
          <p:nvPr>
            <p:ph type="title" hasCustomPrompt="1"/>
          </p:nvPr>
        </p:nvSpPr>
        <p:spPr/>
        <p:txBody>
          <a:bodyPr/>
          <a:lstStyle/>
          <a:p>
            <a:r>
              <a:rPr lang="en-US"/>
              <a:t>Content slide with lower subtitle/heading – click to add title</a:t>
            </a:r>
          </a:p>
        </p:txBody>
      </p:sp>
      <p:sp>
        <p:nvSpPr>
          <p:cNvPr id="4" name="Subtitle Placeholder 14">
            <a:extLst>
              <a:ext uri="{FF2B5EF4-FFF2-40B4-BE49-F238E27FC236}">
                <a16:creationId xmlns:a16="http://schemas.microsoft.com/office/drawing/2014/main" id="{9950F591-6698-174F-81A5-43CD769B1073}"/>
              </a:ext>
            </a:extLst>
          </p:cNvPr>
          <p:cNvSpPr>
            <a:spLocks noGrp="1"/>
          </p:cNvSpPr>
          <p:nvPr>
            <p:ph idx="1" hasCustomPrompt="1"/>
          </p:nvPr>
        </p:nvSpPr>
        <p:spPr>
          <a:xfrm>
            <a:off x="766763" y="1212865"/>
            <a:ext cx="10658475" cy="823059"/>
          </a:xfrm>
          <a:prstGeom prst="rect">
            <a:avLst/>
          </a:prstGeom>
        </p:spPr>
        <p:txBody>
          <a:bodyPr lIns="0" tIns="0" rIns="0" bIns="0">
            <a:noAutofit/>
          </a:bodyPr>
          <a:lstStyle>
            <a:lvl1pPr marL="0" indent="0">
              <a:spcBef>
                <a:spcPts val="600"/>
              </a:spcBef>
              <a:buSzPct val="120000"/>
              <a:buFont typeface="Arial" pitchFamily="34" charset="0"/>
              <a:buNone/>
              <a:defRPr sz="2000" baseline="0">
                <a:solidFill>
                  <a:schemeClr val="tx1"/>
                </a:solidFill>
                <a:latin typeface="+mn-lt"/>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Click to add subtitle (align top) or content heading (align bottom)</a:t>
            </a:r>
          </a:p>
        </p:txBody>
      </p:sp>
      <p:sp>
        <p:nvSpPr>
          <p:cNvPr id="8" name="Content Placeholder 20">
            <a:extLst>
              <a:ext uri="{FF2B5EF4-FFF2-40B4-BE49-F238E27FC236}">
                <a16:creationId xmlns:a16="http://schemas.microsoft.com/office/drawing/2014/main" id="{52F090BE-320E-CCD3-7735-A8BD8CFEC4F9}"/>
              </a:ext>
            </a:extLst>
          </p:cNvPr>
          <p:cNvSpPr>
            <a:spLocks noGrp="1"/>
          </p:cNvSpPr>
          <p:nvPr>
            <p:ph sz="quarter" idx="17" hasCustomPrompt="1"/>
          </p:nvPr>
        </p:nvSpPr>
        <p:spPr>
          <a:xfrm>
            <a:off x="766763" y="2052242"/>
            <a:ext cx="10658475" cy="404058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B0EA9CA5-1476-F2C7-DB96-5E3787A7DB20}"/>
              </a:ext>
              <a:ext uri="{C183D7F6-B498-43B3-948B-1728B52AA6E4}">
                <adec:decorative xmlns:adec="http://schemas.microsoft.com/office/drawing/2017/decorative" val="1"/>
              </a:ext>
            </a:extLst>
          </p:cNvPr>
          <p:cNvSpPr>
            <a:spLocks noGrp="1"/>
          </p:cNvSpPr>
          <p:nvPr>
            <p:ph type="ftr" sz="quarter" idx="21"/>
          </p:nvPr>
        </p:nvSpPr>
        <p:spPr/>
        <p:txBody>
          <a:bodyPr/>
          <a:lstStyle/>
          <a:p>
            <a:endParaRPr lang="en-US" noProof="0"/>
          </a:p>
        </p:txBody>
      </p:sp>
      <p:sp>
        <p:nvSpPr>
          <p:cNvPr id="12" name="Slide Number Placeholder 11">
            <a:extLst>
              <a:ext uri="{FF2B5EF4-FFF2-40B4-BE49-F238E27FC236}">
                <a16:creationId xmlns:a16="http://schemas.microsoft.com/office/drawing/2014/main" id="{A056D98B-D0D7-47C9-A401-01F5D11D1E96}"/>
              </a:ext>
              <a:ext uri="{C183D7F6-B498-43B3-948B-1728B52AA6E4}">
                <adec:decorative xmlns:adec="http://schemas.microsoft.com/office/drawing/2017/decorative" val="1"/>
              </a:ext>
            </a:extLst>
          </p:cNvPr>
          <p:cNvSpPr>
            <a:spLocks noGrp="1"/>
          </p:cNvSpPr>
          <p:nvPr>
            <p:ph type="sldNum" sz="quarter" idx="20"/>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21317300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top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8F1887-46C2-764B-CD62-2CCAA108C5CC}"/>
              </a:ext>
            </a:extLst>
          </p:cNvPr>
          <p:cNvSpPr>
            <a:spLocks noGrp="1"/>
          </p:cNvSpPr>
          <p:nvPr>
            <p:ph type="title" hasCustomPrompt="1"/>
          </p:nvPr>
        </p:nvSpPr>
        <p:spPr/>
        <p:txBody>
          <a:bodyPr/>
          <a:lstStyle/>
          <a:p>
            <a:r>
              <a:rPr lang="en-US"/>
              <a:t>Content slide with top subtitle – click to add title</a:t>
            </a:r>
          </a:p>
        </p:txBody>
      </p:sp>
      <p:sp>
        <p:nvSpPr>
          <p:cNvPr id="15" name="Subtitle Placeholder 14">
            <a:extLst>
              <a:ext uri="{FF2B5EF4-FFF2-40B4-BE49-F238E27FC236}">
                <a16:creationId xmlns:a16="http://schemas.microsoft.com/office/drawing/2014/main" id="{1D337854-DE91-4D89-3C23-0C741A938573}"/>
              </a:ext>
            </a:extLst>
          </p:cNvPr>
          <p:cNvSpPr>
            <a:spLocks noGrp="1"/>
          </p:cNvSpPr>
          <p:nvPr>
            <p:ph type="body" sz="quarter" idx="19" hasCustomPrompt="1"/>
          </p:nvPr>
        </p:nvSpPr>
        <p:spPr>
          <a:xfrm>
            <a:off x="768096" y="493776"/>
            <a:ext cx="10661904" cy="192024"/>
          </a:xfrm>
          <a:prstGeom prst="rect">
            <a:avLst/>
          </a:prstGeom>
        </p:spPr>
        <p:txBody>
          <a:bodyPr lIns="0" tIns="0" rIns="0" bIns="0"/>
          <a:lstStyle>
            <a:lvl1pPr marL="0" indent="0">
              <a:buNone/>
              <a:defRPr sz="1200" cap="all" baseline="0"/>
            </a:lvl1pPr>
            <a:lvl2pPr marL="457200" indent="0">
              <a:buNone/>
              <a:defRPr/>
            </a:lvl2pPr>
          </a:lstStyle>
          <a:p>
            <a:pPr lvl="0"/>
            <a:r>
              <a:rPr lang="en-US" noProof="0"/>
              <a:t>CLICK TO ADD TOP SUBTITLE</a:t>
            </a:r>
          </a:p>
        </p:txBody>
      </p:sp>
      <p:sp>
        <p:nvSpPr>
          <p:cNvPr id="11" name="Content Placeholder 20">
            <a:extLst>
              <a:ext uri="{FF2B5EF4-FFF2-40B4-BE49-F238E27FC236}">
                <a16:creationId xmlns:a16="http://schemas.microsoft.com/office/drawing/2014/main" id="{33B0D3A4-3C87-C873-6889-FBD03968C92A}"/>
              </a:ext>
            </a:extLst>
          </p:cNvPr>
          <p:cNvSpPr>
            <a:spLocks noGrp="1"/>
          </p:cNvSpPr>
          <p:nvPr>
            <p:ph sz="quarter" idx="17" hasCustomPrompt="1"/>
          </p:nvPr>
        </p:nvSpPr>
        <p:spPr>
          <a:xfrm>
            <a:off x="766763" y="1527176"/>
            <a:ext cx="10658475"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E4F101EB-7095-792F-88CB-65BC1D48000C}"/>
              </a:ext>
              <a:ext uri="{C183D7F6-B498-43B3-948B-1728B52AA6E4}">
                <adec:decorative xmlns:adec="http://schemas.microsoft.com/office/drawing/2017/decorative" val="1"/>
              </a:ext>
            </a:extLst>
          </p:cNvPr>
          <p:cNvSpPr>
            <a:spLocks noGrp="1"/>
          </p:cNvSpPr>
          <p:nvPr>
            <p:ph type="ftr" sz="quarter" idx="23"/>
          </p:nvPr>
        </p:nvSpPr>
        <p:spPr/>
        <p:txBody>
          <a:bodyPr/>
          <a:lstStyle/>
          <a:p>
            <a:endParaRPr lang="en-US" noProof="0"/>
          </a:p>
        </p:txBody>
      </p:sp>
      <p:sp>
        <p:nvSpPr>
          <p:cNvPr id="8" name="Slide Number Placeholder 7">
            <a:extLst>
              <a:ext uri="{FF2B5EF4-FFF2-40B4-BE49-F238E27FC236}">
                <a16:creationId xmlns:a16="http://schemas.microsoft.com/office/drawing/2014/main" id="{AE3ADF45-7908-D034-459A-34D6592F8C9B}"/>
              </a:ext>
              <a:ext uri="{C183D7F6-B498-43B3-948B-1728B52AA6E4}">
                <adec:decorative xmlns:adec="http://schemas.microsoft.com/office/drawing/2017/decorative" val="1"/>
              </a:ext>
            </a:extLst>
          </p:cNvPr>
          <p:cNvSpPr>
            <a:spLocks noGrp="1"/>
          </p:cNvSpPr>
          <p:nvPr>
            <p:ph type="sldNum" sz="quarter" idx="22"/>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414387564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 right side im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305D69-9C61-BDCE-2371-631ABA70F137}"/>
              </a:ext>
            </a:extLst>
          </p:cNvPr>
          <p:cNvSpPr>
            <a:spLocks noGrp="1"/>
          </p:cNvSpPr>
          <p:nvPr>
            <p:ph type="title" hasCustomPrompt="1"/>
          </p:nvPr>
        </p:nvSpPr>
        <p:spPr/>
        <p:txBody>
          <a:bodyPr/>
          <a:lstStyle/>
          <a:p>
            <a:r>
              <a:rPr lang="en-US"/>
              <a:t>Content slide with right side image – click to add title </a:t>
            </a:r>
          </a:p>
        </p:txBody>
      </p:sp>
      <p:sp>
        <p:nvSpPr>
          <p:cNvPr id="4" name="Content Placeholder 20">
            <a:extLst>
              <a:ext uri="{FF2B5EF4-FFF2-40B4-BE49-F238E27FC236}">
                <a16:creationId xmlns:a16="http://schemas.microsoft.com/office/drawing/2014/main" id="{FC187CB4-59E4-E948-8C18-9F705140F8E7}"/>
              </a:ext>
            </a:extLst>
          </p:cNvPr>
          <p:cNvSpPr>
            <a:spLocks noGrp="1"/>
          </p:cNvSpPr>
          <p:nvPr>
            <p:ph sz="quarter" idx="17" hasCustomPrompt="1"/>
          </p:nvPr>
        </p:nvSpPr>
        <p:spPr>
          <a:xfrm>
            <a:off x="766763" y="1527176"/>
            <a:ext cx="7615237"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6" name="Picture Placeholder 11" descr="Image placeholder. Click icon to add image. Images are available to download from the Brand Source image library.">
            <a:extLst>
              <a:ext uri="{FF2B5EF4-FFF2-40B4-BE49-F238E27FC236}">
                <a16:creationId xmlns:a16="http://schemas.microsoft.com/office/drawing/2014/main" id="{2D34D49C-F4FA-B74B-BB7F-2282D9134435}"/>
              </a:ext>
              <a:ext uri="{C183D7F6-B498-43B3-948B-1728B52AA6E4}">
                <adec:decorative xmlns:adec="http://schemas.microsoft.com/office/drawing/2017/decorative" val="0"/>
              </a:ext>
            </a:extLst>
          </p:cNvPr>
          <p:cNvSpPr>
            <a:spLocks noGrp="1"/>
          </p:cNvSpPr>
          <p:nvPr>
            <p:ph type="pic" sz="quarter" idx="23" hasCustomPrompt="1"/>
          </p:nvPr>
        </p:nvSpPr>
        <p:spPr>
          <a:xfrm>
            <a:off x="9144000" y="1527176"/>
            <a:ext cx="2281239" cy="4565650"/>
          </a:xfrm>
          <a:prstGeom prst="rect">
            <a:avLst/>
          </a:prstGeom>
        </p:spPr>
        <p:txBody>
          <a:bodyPr lIns="0" tIns="0" rIns="0" bIns="0">
            <a:noAutofit/>
          </a:bodyPr>
          <a:lstStyle>
            <a:lvl1pPr marL="0" indent="0">
              <a:buFont typeface="Arial" pitchFamily="34" charset="0"/>
              <a:buNone/>
              <a:defRPr lang="en-AU" sz="1600" kern="1200" smtClean="0">
                <a:solidFill>
                  <a:schemeClr val="tx1"/>
                </a:solidFill>
                <a:latin typeface="+mn-lt"/>
                <a:ea typeface="+mn-ea"/>
                <a:cs typeface="+mn-cs"/>
                <a:sym typeface="Wingdings" panose="05000000000000000000" pitchFamily="2" charset="2"/>
              </a:defRPr>
            </a:lvl1pPr>
          </a:lstStyle>
          <a:p>
            <a:r>
              <a:rPr lang="en-US" noProof="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DAAD9D05-F87F-396A-A6CA-39A648D56F50}"/>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a:p>
        </p:txBody>
      </p:sp>
      <p:sp>
        <p:nvSpPr>
          <p:cNvPr id="10" name="Slide Number Placeholder 9">
            <a:extLst>
              <a:ext uri="{FF2B5EF4-FFF2-40B4-BE49-F238E27FC236}">
                <a16:creationId xmlns:a16="http://schemas.microsoft.com/office/drawing/2014/main" id="{1FB2DA29-866C-745A-01A0-4C6BBD5028AA}"/>
              </a:ext>
              <a:ext uri="{C183D7F6-B498-43B3-948B-1728B52AA6E4}">
                <adec:decorative xmlns:adec="http://schemas.microsoft.com/office/drawing/2017/decorative" val="1"/>
              </a:ext>
            </a:extLst>
          </p:cNvPr>
          <p:cNvSpPr>
            <a:spLocks noGrp="1"/>
          </p:cNvSpPr>
          <p:nvPr>
            <p:ph type="sldNum" sz="quarter" idx="26"/>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64843972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preset gradient A G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6CF8DE-4B31-0E22-8123-B7645F0C30D6}"/>
              </a:ext>
            </a:extLst>
          </p:cNvPr>
          <p:cNvSpPr>
            <a:spLocks noGrp="1"/>
          </p:cNvSpPr>
          <p:nvPr>
            <p:ph type="title" hasCustomPrompt="1"/>
          </p:nvPr>
        </p:nvSpPr>
        <p:spPr>
          <a:xfrm>
            <a:off x="766763" y="682514"/>
            <a:ext cx="6089904" cy="532765"/>
          </a:xfrm>
        </p:spPr>
        <p:txBody>
          <a:bodyPr/>
          <a:lstStyle/>
          <a:p>
            <a:r>
              <a:rPr lang="en-US" noProof="0"/>
              <a:t>Content slide + preset graphic device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1527176"/>
            <a:ext cx="6091237" cy="4565650"/>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ct val="0"/>
              </a:spcBef>
              <a:spcAft>
                <a:spcPts val="0"/>
              </a:spcAft>
              <a:buClrTx/>
              <a:buSzTx/>
              <a:buFont typeface="Arial" pitchFamily="34" charset="0"/>
              <a:buNone/>
              <a:tabLst/>
              <a:defRPr/>
            </a:pPr>
            <a:r>
              <a:rPr lang="en-US" noProof="0"/>
              <a:t>Click to add text or select an icon to insert associated content (i.e., table, chart, picture or video). Images and video are available to download from brand.cgi.com.</a:t>
            </a:r>
          </a:p>
        </p:txBody>
      </p:sp>
      <p:sp>
        <p:nvSpPr>
          <p:cNvPr id="11" name="Freeform 6" descr="CGI cornerstone">
            <a:extLst>
              <a:ext uri="{FF2B5EF4-FFF2-40B4-BE49-F238E27FC236}">
                <a16:creationId xmlns:a16="http://schemas.microsoft.com/office/drawing/2014/main" id="{E92206DE-17C9-E04C-89B5-21C279EE24F8}"/>
              </a:ext>
              <a:ext uri="{C183D7F6-B498-43B3-948B-1728B52AA6E4}">
                <adec:decorative xmlns:adec="http://schemas.microsoft.com/office/drawing/2017/decorative" val="0"/>
              </a:ext>
            </a:extLst>
          </p:cNvPr>
          <p:cNvSpPr>
            <a:spLocks noChangeAspect="1"/>
          </p:cNvSpPr>
          <p:nvPr userDrawn="1"/>
        </p:nvSpPr>
        <p:spPr bwMode="auto">
          <a:xfrm rot="16200000" flipH="1">
            <a:off x="8373178" y="773997"/>
            <a:ext cx="3060882" cy="3043238"/>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2" name="Footer Placeholder 1">
            <a:extLst>
              <a:ext uri="{FF2B5EF4-FFF2-40B4-BE49-F238E27FC236}">
                <a16:creationId xmlns:a16="http://schemas.microsoft.com/office/drawing/2014/main" id="{2FD034D2-7903-2113-FE42-5B6F2BEFCB7E}"/>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7" name="Slide Number Placeholder 6">
            <a:extLst>
              <a:ext uri="{FF2B5EF4-FFF2-40B4-BE49-F238E27FC236}">
                <a16:creationId xmlns:a16="http://schemas.microsoft.com/office/drawing/2014/main" id="{C6E9A10A-9E04-DE05-5267-749EDA193B40}"/>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673903015"/>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preset gradient B G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BBE2AB-74DF-7C6B-5DDE-0697A5E3E445}"/>
              </a:ext>
            </a:extLst>
          </p:cNvPr>
          <p:cNvSpPr>
            <a:spLocks noGrp="1"/>
          </p:cNvSpPr>
          <p:nvPr>
            <p:ph type="title" hasCustomPrompt="1"/>
          </p:nvPr>
        </p:nvSpPr>
        <p:spPr>
          <a:xfrm>
            <a:off x="766763" y="682514"/>
            <a:ext cx="6089904" cy="532765"/>
          </a:xfrm>
        </p:spPr>
        <p:txBody>
          <a:bodyPr/>
          <a:lstStyle/>
          <a:p>
            <a:r>
              <a:rPr lang="en-US" noProof="0"/>
              <a:t>Content slide + preset graphic device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1527176"/>
            <a:ext cx="6091237" cy="4565650"/>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ct val="0"/>
              </a:spcBef>
              <a:spcAft>
                <a:spcPts val="0"/>
              </a:spcAft>
              <a:buClrTx/>
              <a:buSzTx/>
              <a:buFont typeface="Arial" pitchFamily="34" charset="0"/>
              <a:buNone/>
              <a:tabLst/>
              <a:defRPr/>
            </a:pPr>
            <a:r>
              <a:rPr lang="en-US" noProof="0"/>
              <a:t>Click to add text or select an icon to insert associated content (i.e., table, chart, picture or video). Images and video are available to download from brand.cgi.com.</a:t>
            </a:r>
          </a:p>
        </p:txBody>
      </p:sp>
      <p:sp>
        <p:nvSpPr>
          <p:cNvPr id="5" name="Freeform 6" descr="CGI cornerstone">
            <a:extLst>
              <a:ext uri="{FF2B5EF4-FFF2-40B4-BE49-F238E27FC236}">
                <a16:creationId xmlns:a16="http://schemas.microsoft.com/office/drawing/2014/main" id="{64B10321-E484-92E9-2D6D-8479B617BD37}"/>
              </a:ext>
              <a:ext uri="{C183D7F6-B498-43B3-948B-1728B52AA6E4}">
                <adec:decorative xmlns:adec="http://schemas.microsoft.com/office/drawing/2017/decorative" val="0"/>
              </a:ext>
            </a:extLst>
          </p:cNvPr>
          <p:cNvSpPr>
            <a:spLocks noChangeAspect="1"/>
          </p:cNvSpPr>
          <p:nvPr userDrawn="1"/>
        </p:nvSpPr>
        <p:spPr bwMode="auto">
          <a:xfrm rot="16200000" flipH="1">
            <a:off x="8375904" y="777240"/>
            <a:ext cx="3060882" cy="3043238"/>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a:bodyPr>
          <a:lstStyle/>
          <a:p>
            <a:pPr lvl="0"/>
            <a:endParaRPr lang="en-US" noProof="0"/>
          </a:p>
        </p:txBody>
      </p:sp>
      <p:sp>
        <p:nvSpPr>
          <p:cNvPr id="2" name="Footer Placeholder 1">
            <a:extLst>
              <a:ext uri="{FF2B5EF4-FFF2-40B4-BE49-F238E27FC236}">
                <a16:creationId xmlns:a16="http://schemas.microsoft.com/office/drawing/2014/main" id="{EEB43DFA-7A0F-803C-0600-FDAD97E1DCD2}"/>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8" name="Slide Number Placeholder 7">
            <a:extLst>
              <a:ext uri="{FF2B5EF4-FFF2-40B4-BE49-F238E27FC236}">
                <a16:creationId xmlns:a16="http://schemas.microsoft.com/office/drawing/2014/main" id="{A4C90010-93A7-4D95-4D42-49AA0D544B5D}"/>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411619896"/>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two">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516CAE9-EB95-AB28-DFD4-48E5F06DA62D}"/>
              </a:ext>
            </a:extLst>
          </p:cNvPr>
          <p:cNvSpPr>
            <a:spLocks noGrp="1"/>
          </p:cNvSpPr>
          <p:nvPr>
            <p:ph type="title" hasCustomPrompt="1"/>
          </p:nvPr>
        </p:nvSpPr>
        <p:spPr/>
        <p:txBody>
          <a:bodyPr/>
          <a:lstStyle/>
          <a:p>
            <a:r>
              <a:rPr lang="en-US"/>
              <a:t>Content slide with two content columns – click to add title</a:t>
            </a:r>
          </a:p>
        </p:txBody>
      </p:sp>
      <p:sp>
        <p:nvSpPr>
          <p:cNvPr id="4" name="Content Placeholder 20">
            <a:extLst>
              <a:ext uri="{FF2B5EF4-FFF2-40B4-BE49-F238E27FC236}">
                <a16:creationId xmlns:a16="http://schemas.microsoft.com/office/drawing/2014/main" id="{1098010A-37B8-1543-B650-F410D9020BD1}"/>
              </a:ext>
            </a:extLst>
          </p:cNvPr>
          <p:cNvSpPr>
            <a:spLocks noGrp="1"/>
          </p:cNvSpPr>
          <p:nvPr>
            <p:ph sz="quarter" idx="17" hasCustomPrompt="1"/>
          </p:nvPr>
        </p:nvSpPr>
        <p:spPr>
          <a:xfrm>
            <a:off x="766764" y="1527175"/>
            <a:ext cx="4948236"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Tx/>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SzTx/>
              <a:buFont typeface="Verdana" pitchFamily="34" charset="0"/>
              <a:buChar char="•"/>
              <a:defRPr sz="105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5" name="Content Placeholder 21">
            <a:extLst>
              <a:ext uri="{FF2B5EF4-FFF2-40B4-BE49-F238E27FC236}">
                <a16:creationId xmlns:a16="http://schemas.microsoft.com/office/drawing/2014/main" id="{3D191AF6-4147-D342-8647-88C4F48C1A6B}"/>
              </a:ext>
            </a:extLst>
          </p:cNvPr>
          <p:cNvSpPr>
            <a:spLocks noGrp="1"/>
          </p:cNvSpPr>
          <p:nvPr>
            <p:ph sz="quarter" idx="23" hasCustomPrompt="1"/>
          </p:nvPr>
        </p:nvSpPr>
        <p:spPr>
          <a:xfrm>
            <a:off x="6476215" y="1527175"/>
            <a:ext cx="4949024" cy="4565650"/>
          </a:xfrm>
          <a:prstGeom prst="rect">
            <a:avLst/>
          </a:prstGeom>
          <a:ln>
            <a:noFill/>
          </a:ln>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DACEF9CC-7F4F-C8E8-77F3-E9BBBFF61A13}"/>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a:p>
        </p:txBody>
      </p:sp>
      <p:sp>
        <p:nvSpPr>
          <p:cNvPr id="10" name="Slide Number Placeholder 9">
            <a:extLst>
              <a:ext uri="{FF2B5EF4-FFF2-40B4-BE49-F238E27FC236}">
                <a16:creationId xmlns:a16="http://schemas.microsoft.com/office/drawing/2014/main" id="{4E70ED40-01C4-0425-2999-8CB8F2DA7A8D}"/>
              </a:ext>
              <a:ext uri="{C183D7F6-B498-43B3-948B-1728B52AA6E4}">
                <adec:decorative xmlns:adec="http://schemas.microsoft.com/office/drawing/2017/decorative" val="1"/>
              </a:ext>
            </a:extLst>
          </p:cNvPr>
          <p:cNvSpPr>
            <a:spLocks noGrp="1"/>
          </p:cNvSpPr>
          <p:nvPr>
            <p:ph type="sldNum" sz="quarter" idx="26"/>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4178010223"/>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1 headin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B85198-6C2C-31CE-C61D-9A214162DD9C}"/>
              </a:ext>
            </a:extLst>
          </p:cNvPr>
          <p:cNvSpPr>
            <a:spLocks noGrp="1"/>
          </p:cNvSpPr>
          <p:nvPr>
            <p:ph type="title" hasCustomPrompt="1"/>
          </p:nvPr>
        </p:nvSpPr>
        <p:spPr/>
        <p:txBody>
          <a:bodyPr/>
          <a:lstStyle/>
          <a:p>
            <a:r>
              <a:rPr lang="en-US"/>
              <a:t>Content slide with two columns + 1 heading – click to add title</a:t>
            </a:r>
          </a:p>
        </p:txBody>
      </p:sp>
      <p:sp>
        <p:nvSpPr>
          <p:cNvPr id="9" name="Text Placeholder 8">
            <a:extLst>
              <a:ext uri="{FF2B5EF4-FFF2-40B4-BE49-F238E27FC236}">
                <a16:creationId xmlns:a16="http://schemas.microsoft.com/office/drawing/2014/main" id="{476BAA4B-61EB-5A96-D086-EFCC55F4D624}"/>
              </a:ext>
            </a:extLst>
          </p:cNvPr>
          <p:cNvSpPr>
            <a:spLocks noGrp="1"/>
          </p:cNvSpPr>
          <p:nvPr>
            <p:ph type="body" sz="quarter" idx="26" hasCustomPrompt="1"/>
          </p:nvPr>
        </p:nvSpPr>
        <p:spPr>
          <a:xfrm>
            <a:off x="766762" y="1527048"/>
            <a:ext cx="10661904" cy="871538"/>
          </a:xfrm>
          <a:prstGeom prst="rect">
            <a:avLst/>
          </a:prstGeom>
        </p:spPr>
        <p:txBody>
          <a:bodyPr lIns="0" tIns="0" rIns="0" bIns="0" anchor="b"/>
          <a:lstStyle>
            <a:lvl1pPr marL="0" indent="0">
              <a:buNone/>
              <a:defRPr sz="2000"/>
            </a:lvl1pPr>
          </a:lstStyle>
          <a:p>
            <a:pPr lvl="0"/>
            <a:r>
              <a:rPr lang="en-US" noProof="0"/>
              <a:t>Click to add subtitle, heading or introduction text, align text top or bottom as needed.</a:t>
            </a:r>
          </a:p>
        </p:txBody>
      </p:sp>
      <p:sp>
        <p:nvSpPr>
          <p:cNvPr id="5" name="Content Placeholder 21">
            <a:extLst>
              <a:ext uri="{FF2B5EF4-FFF2-40B4-BE49-F238E27FC236}">
                <a16:creationId xmlns:a16="http://schemas.microsoft.com/office/drawing/2014/main" id="{04642528-8FF6-2D41-9E96-06B28BC27D1F}"/>
              </a:ext>
            </a:extLst>
          </p:cNvPr>
          <p:cNvSpPr>
            <a:spLocks noGrp="1"/>
          </p:cNvSpPr>
          <p:nvPr>
            <p:ph sz="quarter" idx="17" hasCustomPrompt="1"/>
          </p:nvPr>
        </p:nvSpPr>
        <p:spPr>
          <a:xfrm>
            <a:off x="766764" y="2596896"/>
            <a:ext cx="4948236" cy="3493008"/>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mn-lt"/>
                <a:sym typeface="Wingdings" panose="05000000000000000000" pitchFamily="2" charset="2"/>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p:txBody>
      </p:sp>
      <p:sp>
        <p:nvSpPr>
          <p:cNvPr id="6" name="Content Placeholder 22">
            <a:extLst>
              <a:ext uri="{FF2B5EF4-FFF2-40B4-BE49-F238E27FC236}">
                <a16:creationId xmlns:a16="http://schemas.microsoft.com/office/drawing/2014/main" id="{1F8D1EDC-16DC-1E49-9140-329AB89F3C31}"/>
              </a:ext>
            </a:extLst>
          </p:cNvPr>
          <p:cNvSpPr>
            <a:spLocks noGrp="1"/>
          </p:cNvSpPr>
          <p:nvPr>
            <p:ph sz="quarter" idx="23" hasCustomPrompt="1"/>
          </p:nvPr>
        </p:nvSpPr>
        <p:spPr>
          <a:xfrm>
            <a:off x="6477000" y="2596896"/>
            <a:ext cx="4948238" cy="3493008"/>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18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p:txBody>
      </p:sp>
      <p:sp>
        <p:nvSpPr>
          <p:cNvPr id="2" name="Footer Placeholder 1">
            <a:extLst>
              <a:ext uri="{FF2B5EF4-FFF2-40B4-BE49-F238E27FC236}">
                <a16:creationId xmlns:a16="http://schemas.microsoft.com/office/drawing/2014/main" id="{73C12582-05E0-5B2C-89FF-F113AF238E94}"/>
              </a:ext>
              <a:ext uri="{C183D7F6-B498-43B3-948B-1728B52AA6E4}">
                <adec:decorative xmlns:adec="http://schemas.microsoft.com/office/drawing/2017/decorative" val="1"/>
              </a:ext>
            </a:extLst>
          </p:cNvPr>
          <p:cNvSpPr>
            <a:spLocks noGrp="1"/>
          </p:cNvSpPr>
          <p:nvPr>
            <p:ph type="ftr" sz="quarter" idx="30"/>
          </p:nvPr>
        </p:nvSpPr>
        <p:spPr/>
        <p:txBody>
          <a:bodyPr/>
          <a:lstStyle/>
          <a:p>
            <a:endParaRPr lang="en-US" noProof="0"/>
          </a:p>
        </p:txBody>
      </p:sp>
      <p:sp>
        <p:nvSpPr>
          <p:cNvPr id="11" name="Slide Number Placeholder 10">
            <a:extLst>
              <a:ext uri="{FF2B5EF4-FFF2-40B4-BE49-F238E27FC236}">
                <a16:creationId xmlns:a16="http://schemas.microsoft.com/office/drawing/2014/main" id="{675B9730-DEC2-8164-11CC-C7C739119DDC}"/>
              </a:ext>
              <a:ext uri="{C183D7F6-B498-43B3-948B-1728B52AA6E4}">
                <adec:decorative xmlns:adec="http://schemas.microsoft.com/office/drawing/2017/decorative" val="1"/>
              </a:ext>
            </a:extLst>
          </p:cNvPr>
          <p:cNvSpPr>
            <a:spLocks noGrp="1"/>
          </p:cNvSpPr>
          <p:nvPr>
            <p:ph type="sldNum" sz="quarter" idx="29"/>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534062148"/>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x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6164E1B-F377-3638-C24B-ED2381394C66}"/>
              </a:ext>
            </a:extLst>
          </p:cNvPr>
          <p:cNvSpPr>
            <a:spLocks noGrp="1"/>
          </p:cNvSpPr>
          <p:nvPr>
            <p:ph type="title" hasCustomPrompt="1"/>
          </p:nvPr>
        </p:nvSpPr>
        <p:spPr/>
        <p:txBody>
          <a:bodyPr/>
          <a:lstStyle/>
          <a:p>
            <a:r>
              <a:rPr lang="en-US"/>
              <a:t>Comparison slide with 2 columns + 2 headings – click to add title</a:t>
            </a:r>
          </a:p>
        </p:txBody>
      </p:sp>
      <p:sp>
        <p:nvSpPr>
          <p:cNvPr id="9" name="Text Placeholder 8">
            <a:extLst>
              <a:ext uri="{FF2B5EF4-FFF2-40B4-BE49-F238E27FC236}">
                <a16:creationId xmlns:a16="http://schemas.microsoft.com/office/drawing/2014/main" id="{846CD6E4-AE64-57BA-532A-9A08227631D1}"/>
              </a:ext>
            </a:extLst>
          </p:cNvPr>
          <p:cNvSpPr>
            <a:spLocks noGrp="1"/>
          </p:cNvSpPr>
          <p:nvPr>
            <p:ph type="body" sz="quarter" idx="28" hasCustomPrompt="1"/>
          </p:nvPr>
        </p:nvSpPr>
        <p:spPr>
          <a:xfrm>
            <a:off x="766763" y="1527048"/>
            <a:ext cx="4946650" cy="832104"/>
          </a:xfrm>
          <a:prstGeom prst="rect">
            <a:avLst/>
          </a:prstGeom>
        </p:spPr>
        <p:txBody>
          <a:bodyPr lIns="0" tIns="0" rIns="0" bIns="0" anchor="b"/>
          <a:lstStyle>
            <a:lvl1pPr marL="0" indent="0">
              <a:buNone/>
              <a:defRPr sz="2000">
                <a:latin typeface="+mj-lt"/>
              </a:defRPr>
            </a:lvl1pPr>
          </a:lstStyle>
          <a:p>
            <a:pPr lvl="0"/>
            <a:r>
              <a:rPr lang="en-US" noProof="0"/>
              <a:t>Click to add heading</a:t>
            </a:r>
          </a:p>
        </p:txBody>
      </p:sp>
      <p:sp>
        <p:nvSpPr>
          <p:cNvPr id="5" name="Content Placeholder 21">
            <a:extLst>
              <a:ext uri="{FF2B5EF4-FFF2-40B4-BE49-F238E27FC236}">
                <a16:creationId xmlns:a16="http://schemas.microsoft.com/office/drawing/2014/main" id="{04642528-8FF6-2D41-9E96-06B28BC27D1F}"/>
              </a:ext>
            </a:extLst>
          </p:cNvPr>
          <p:cNvSpPr>
            <a:spLocks noGrp="1"/>
          </p:cNvSpPr>
          <p:nvPr>
            <p:ph sz="quarter" idx="17" hasCustomPrompt="1"/>
          </p:nvPr>
        </p:nvSpPr>
        <p:spPr>
          <a:xfrm>
            <a:off x="766764" y="2596896"/>
            <a:ext cx="4948236" cy="3493008"/>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12" name="Text Placeholder 8">
            <a:extLst>
              <a:ext uri="{FF2B5EF4-FFF2-40B4-BE49-F238E27FC236}">
                <a16:creationId xmlns:a16="http://schemas.microsoft.com/office/drawing/2014/main" id="{022C64A1-C224-0E82-D864-8E5D3ABE313D}"/>
              </a:ext>
            </a:extLst>
          </p:cNvPr>
          <p:cNvSpPr>
            <a:spLocks noGrp="1"/>
          </p:cNvSpPr>
          <p:nvPr>
            <p:ph type="body" sz="quarter" idx="29" hasCustomPrompt="1"/>
          </p:nvPr>
        </p:nvSpPr>
        <p:spPr>
          <a:xfrm>
            <a:off x="6475413" y="1527048"/>
            <a:ext cx="4946650" cy="832104"/>
          </a:xfrm>
          <a:prstGeom prst="rect">
            <a:avLst/>
          </a:prstGeom>
        </p:spPr>
        <p:txBody>
          <a:bodyPr lIns="0" tIns="0" rIns="0" bIns="0" anchor="b"/>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6" name="Content Placeholder 22">
            <a:extLst>
              <a:ext uri="{FF2B5EF4-FFF2-40B4-BE49-F238E27FC236}">
                <a16:creationId xmlns:a16="http://schemas.microsoft.com/office/drawing/2014/main" id="{1F8D1EDC-16DC-1E49-9140-329AB89F3C31}"/>
              </a:ext>
            </a:extLst>
          </p:cNvPr>
          <p:cNvSpPr>
            <a:spLocks noGrp="1"/>
          </p:cNvSpPr>
          <p:nvPr>
            <p:ph sz="quarter" idx="23" hasCustomPrompt="1"/>
          </p:nvPr>
        </p:nvSpPr>
        <p:spPr>
          <a:xfrm>
            <a:off x="6477000" y="2596896"/>
            <a:ext cx="4948238" cy="3493008"/>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rgbClr val="000000"/>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D8CA95F5-6310-5153-6F18-F9AA8ED3FB61}"/>
              </a:ext>
              <a:ext uri="{C183D7F6-B498-43B3-948B-1728B52AA6E4}">
                <adec:decorative xmlns:adec="http://schemas.microsoft.com/office/drawing/2017/decorative" val="1"/>
              </a:ext>
            </a:extLst>
          </p:cNvPr>
          <p:cNvSpPr>
            <a:spLocks noGrp="1"/>
          </p:cNvSpPr>
          <p:nvPr>
            <p:ph type="ftr" sz="quarter" idx="33"/>
          </p:nvPr>
        </p:nvSpPr>
        <p:spPr/>
        <p:txBody>
          <a:bodyPr/>
          <a:lstStyle/>
          <a:p>
            <a:endParaRPr lang="en-US" noProof="0"/>
          </a:p>
        </p:txBody>
      </p:sp>
      <p:sp>
        <p:nvSpPr>
          <p:cNvPr id="10" name="Slide Number Placeholder 9">
            <a:extLst>
              <a:ext uri="{FF2B5EF4-FFF2-40B4-BE49-F238E27FC236}">
                <a16:creationId xmlns:a16="http://schemas.microsoft.com/office/drawing/2014/main" id="{DDF268E6-3D9E-CD3C-8CC7-469874AC31A0}"/>
              </a:ext>
              <a:ext uri="{C183D7F6-B498-43B3-948B-1728B52AA6E4}">
                <adec:decorative xmlns:adec="http://schemas.microsoft.com/office/drawing/2017/decorative" val="1"/>
              </a:ext>
            </a:extLst>
          </p:cNvPr>
          <p:cNvSpPr>
            <a:spLocks noGrp="1"/>
          </p:cNvSpPr>
          <p:nvPr>
            <p:ph type="sldNum" sz="quarter" idx="32"/>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8763217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x3 (L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40CA416-0719-4312-1AE0-0E3860FA3C0B}"/>
              </a:ext>
            </a:extLst>
          </p:cNvPr>
          <p:cNvSpPr>
            <a:spLocks noGrp="1"/>
          </p:cNvSpPr>
          <p:nvPr>
            <p:ph type="title" hasCustomPrompt="1"/>
          </p:nvPr>
        </p:nvSpPr>
        <p:spPr/>
        <p:txBody>
          <a:bodyPr/>
          <a:lstStyle/>
          <a:p>
            <a:r>
              <a:rPr lang="en-US"/>
              <a:t>Comparison slide with 3 columns + 3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2" y="1527175"/>
            <a:ext cx="3044952" cy="828811"/>
          </a:xfrm>
          <a:prstGeom prst="rect">
            <a:avLst/>
          </a:prstGeom>
        </p:spPr>
        <p:txBody>
          <a:bodyPr lIns="0" tIns="0" rIns="0" bIns="0" anchor="b">
            <a:noAutofit/>
          </a:bodyPr>
          <a:lstStyle>
            <a:lvl1pPr marL="0" indent="0">
              <a:buNone/>
              <a:defRPr sz="2000">
                <a:solidFill>
                  <a:schemeClr val="tx1"/>
                </a:solidFill>
                <a:latin typeface="+mj-lt"/>
              </a:defRPr>
            </a:lvl1pPr>
          </a:lstStyle>
          <a:p>
            <a:pPr lvl="0"/>
            <a:r>
              <a:rPr lang="en-US" noProof="0"/>
              <a:t>Click to add heading. </a:t>
            </a:r>
          </a:p>
        </p:txBody>
      </p:sp>
      <p:sp>
        <p:nvSpPr>
          <p:cNvPr id="10" name="Content Placeholder 1">
            <a:extLst>
              <a:ext uri="{FF2B5EF4-FFF2-40B4-BE49-F238E27FC236}">
                <a16:creationId xmlns:a16="http://schemas.microsoft.com/office/drawing/2014/main" id="{C549CB31-46D0-77B4-39C0-176F159ACF92}"/>
              </a:ext>
            </a:extLst>
          </p:cNvPr>
          <p:cNvSpPr>
            <a:spLocks noGrp="1"/>
          </p:cNvSpPr>
          <p:nvPr>
            <p:ph sz="quarter" idx="20" hasCustomPrompt="1"/>
          </p:nvPr>
        </p:nvSpPr>
        <p:spPr>
          <a:xfrm>
            <a:off x="765737"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4572000" y="1527175"/>
            <a:ext cx="3044952"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14" name="Content Placeholder 2">
            <a:extLst>
              <a:ext uri="{FF2B5EF4-FFF2-40B4-BE49-F238E27FC236}">
                <a16:creationId xmlns:a16="http://schemas.microsoft.com/office/drawing/2014/main" id="{300F928B-5FF8-07F3-0B9C-EC136E85B136}"/>
              </a:ext>
            </a:extLst>
          </p:cNvPr>
          <p:cNvSpPr>
            <a:spLocks noGrp="1"/>
          </p:cNvSpPr>
          <p:nvPr>
            <p:ph sz="quarter" idx="22" hasCustomPrompt="1"/>
          </p:nvPr>
        </p:nvSpPr>
        <p:spPr>
          <a:xfrm>
            <a:off x="4572000"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8379742" y="1527175"/>
            <a:ext cx="3044952"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16" name="Content Placeholder 3">
            <a:extLst>
              <a:ext uri="{FF2B5EF4-FFF2-40B4-BE49-F238E27FC236}">
                <a16:creationId xmlns:a16="http://schemas.microsoft.com/office/drawing/2014/main" id="{4A208FFE-6EFD-D156-AA23-3E7CDCF7FECF}"/>
              </a:ext>
            </a:extLst>
          </p:cNvPr>
          <p:cNvSpPr>
            <a:spLocks noGrp="1"/>
          </p:cNvSpPr>
          <p:nvPr>
            <p:ph sz="quarter" idx="23" hasCustomPrompt="1"/>
          </p:nvPr>
        </p:nvSpPr>
        <p:spPr>
          <a:xfrm>
            <a:off x="8375904"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 name="Footer Placeholder 1">
            <a:extLst>
              <a:ext uri="{FF2B5EF4-FFF2-40B4-BE49-F238E27FC236}">
                <a16:creationId xmlns:a16="http://schemas.microsoft.com/office/drawing/2014/main" id="{DF7DC966-BB0B-F0CA-5981-D87E196C12C9}"/>
              </a:ext>
              <a:ext uri="{C183D7F6-B498-43B3-948B-1728B52AA6E4}">
                <adec:decorative xmlns:adec="http://schemas.microsoft.com/office/drawing/2017/decorative" val="1"/>
              </a:ext>
            </a:extLst>
          </p:cNvPr>
          <p:cNvSpPr>
            <a:spLocks noGrp="1"/>
          </p:cNvSpPr>
          <p:nvPr>
            <p:ph type="ftr" sz="quarter" idx="27"/>
          </p:nvPr>
        </p:nvSpPr>
        <p:spPr/>
        <p:txBody>
          <a:bodyPr/>
          <a:lstStyle>
            <a:lvl1pPr>
              <a:defRPr>
                <a:solidFill>
                  <a:srgbClr val="E6E6E6"/>
                </a:solidFill>
              </a:defRPr>
            </a:lvl1pPr>
          </a:lstStyle>
          <a:p>
            <a:endParaRPr lang="en-US" noProof="0"/>
          </a:p>
        </p:txBody>
      </p:sp>
      <p:sp>
        <p:nvSpPr>
          <p:cNvPr id="7" name="Slide Number Placeholder 6">
            <a:extLst>
              <a:ext uri="{FF2B5EF4-FFF2-40B4-BE49-F238E27FC236}">
                <a16:creationId xmlns:a16="http://schemas.microsoft.com/office/drawing/2014/main" id="{9546D298-729B-09F7-0711-9A41AB283E83}"/>
              </a:ext>
              <a:ext uri="{C183D7F6-B498-43B3-948B-1728B52AA6E4}">
                <adec:decorative xmlns:adec="http://schemas.microsoft.com/office/drawing/2017/decorative" val="1"/>
              </a:ext>
            </a:extLst>
          </p:cNvPr>
          <p:cNvSpPr>
            <a:spLocks noGrp="1"/>
          </p:cNvSpPr>
          <p:nvPr>
            <p:ph type="sldNum" sz="quarter" idx="26"/>
          </p:nvPr>
        </p:nvSpPr>
        <p:spPr/>
        <p:txBody>
          <a:bodyPr/>
          <a:lstStyle>
            <a:lvl1pPr>
              <a:defRPr>
                <a:solidFill>
                  <a:srgbClr val="E6E6E6"/>
                </a:solidFill>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348420122"/>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x3 (L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677150-E2E2-87B1-82B2-61A3264EE34E}"/>
              </a:ext>
            </a:extLst>
          </p:cNvPr>
          <p:cNvSpPr>
            <a:spLocks noGrp="1"/>
          </p:cNvSpPr>
          <p:nvPr>
            <p:ph type="title" hasCustomPrompt="1"/>
          </p:nvPr>
        </p:nvSpPr>
        <p:spPr>
          <a:noFill/>
        </p:spPr>
        <p:txBody>
          <a:bodyPr/>
          <a:lstStyle>
            <a:lvl1pPr>
              <a:defRPr/>
            </a:lvl1pPr>
          </a:lstStyle>
          <a:p>
            <a:r>
              <a:rPr lang="en-US" noProof="0"/>
              <a:t>Comparison slide with 3 columns (layout 2) – click to add title</a:t>
            </a:r>
          </a:p>
        </p:txBody>
      </p:sp>
      <p:sp>
        <p:nvSpPr>
          <p:cNvPr id="6" name="Content Placeholder 1">
            <a:extLst>
              <a:ext uri="{FF2B5EF4-FFF2-40B4-BE49-F238E27FC236}">
                <a16:creationId xmlns:a16="http://schemas.microsoft.com/office/drawing/2014/main" id="{1F01DE49-5620-98F5-132A-81DF9D9DB5B0}"/>
              </a:ext>
            </a:extLst>
          </p:cNvPr>
          <p:cNvSpPr>
            <a:spLocks noGrp="1"/>
          </p:cNvSpPr>
          <p:nvPr>
            <p:ph sz="quarter" idx="25" hasCustomPrompt="1"/>
          </p:nvPr>
        </p:nvSpPr>
        <p:spPr>
          <a:xfrm>
            <a:off x="768096"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p:txBody>
      </p:sp>
      <p:sp>
        <p:nvSpPr>
          <p:cNvPr id="16" name="Content Placeholder 2">
            <a:extLst>
              <a:ext uri="{FF2B5EF4-FFF2-40B4-BE49-F238E27FC236}">
                <a16:creationId xmlns:a16="http://schemas.microsoft.com/office/drawing/2014/main" id="{BC03956D-46EB-3F49-A20A-7C378E0B76A2}"/>
              </a:ext>
            </a:extLst>
          </p:cNvPr>
          <p:cNvSpPr>
            <a:spLocks noGrp="1"/>
          </p:cNvSpPr>
          <p:nvPr>
            <p:ph sz="quarter" idx="17" hasCustomPrompt="1"/>
          </p:nvPr>
        </p:nvSpPr>
        <p:spPr>
          <a:xfrm>
            <a:off x="766764" y="4587460"/>
            <a:ext cx="3043236" cy="1505365"/>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7" name="Content Placeholder 3">
            <a:extLst>
              <a:ext uri="{FF2B5EF4-FFF2-40B4-BE49-F238E27FC236}">
                <a16:creationId xmlns:a16="http://schemas.microsoft.com/office/drawing/2014/main" id="{0349B463-A002-CADC-B028-A857A9D2B775}"/>
              </a:ext>
            </a:extLst>
          </p:cNvPr>
          <p:cNvSpPr>
            <a:spLocks noGrp="1"/>
          </p:cNvSpPr>
          <p:nvPr>
            <p:ph sz="quarter" idx="26" hasCustomPrompt="1"/>
          </p:nvPr>
        </p:nvSpPr>
        <p:spPr>
          <a:xfrm>
            <a:off x="4572000"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17" name="Content Placeholder 4">
            <a:extLst>
              <a:ext uri="{FF2B5EF4-FFF2-40B4-BE49-F238E27FC236}">
                <a16:creationId xmlns:a16="http://schemas.microsoft.com/office/drawing/2014/main" id="{7A005D06-9E5F-7443-9230-0698D255E511}"/>
              </a:ext>
            </a:extLst>
          </p:cNvPr>
          <p:cNvSpPr>
            <a:spLocks noGrp="1"/>
          </p:cNvSpPr>
          <p:nvPr>
            <p:ph sz="quarter" idx="22" hasCustomPrompt="1"/>
          </p:nvPr>
        </p:nvSpPr>
        <p:spPr>
          <a:xfrm>
            <a:off x="4572000" y="4587460"/>
            <a:ext cx="3044952" cy="1505366"/>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a:p>
            <a:pPr lvl="0"/>
            <a:endParaRPr lang="en-US" noProof="0"/>
          </a:p>
        </p:txBody>
      </p:sp>
      <p:sp>
        <p:nvSpPr>
          <p:cNvPr id="8" name="Content Placeholder 5">
            <a:extLst>
              <a:ext uri="{FF2B5EF4-FFF2-40B4-BE49-F238E27FC236}">
                <a16:creationId xmlns:a16="http://schemas.microsoft.com/office/drawing/2014/main" id="{97B64D4C-EC56-7FFB-E206-D30E4C52DE50}"/>
              </a:ext>
            </a:extLst>
          </p:cNvPr>
          <p:cNvSpPr>
            <a:spLocks noGrp="1"/>
          </p:cNvSpPr>
          <p:nvPr>
            <p:ph sz="quarter" idx="27" hasCustomPrompt="1"/>
          </p:nvPr>
        </p:nvSpPr>
        <p:spPr>
          <a:xfrm>
            <a:off x="8381458"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18" name="Content Placeholder 6">
            <a:extLst>
              <a:ext uri="{FF2B5EF4-FFF2-40B4-BE49-F238E27FC236}">
                <a16:creationId xmlns:a16="http://schemas.microsoft.com/office/drawing/2014/main" id="{01123FBB-4A46-6B4A-BA45-B31DC6905E51}"/>
              </a:ext>
            </a:extLst>
          </p:cNvPr>
          <p:cNvSpPr>
            <a:spLocks noGrp="1"/>
          </p:cNvSpPr>
          <p:nvPr>
            <p:ph sz="quarter" idx="23" hasCustomPrompt="1"/>
          </p:nvPr>
        </p:nvSpPr>
        <p:spPr>
          <a:xfrm>
            <a:off x="8382000" y="4587460"/>
            <a:ext cx="3043238" cy="1505366"/>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a:p>
            <a:pPr lvl="0"/>
            <a:endParaRPr lang="en-US" noProof="0"/>
          </a:p>
        </p:txBody>
      </p:sp>
      <p:sp>
        <p:nvSpPr>
          <p:cNvPr id="2" name="Footer Placeholder 1">
            <a:extLst>
              <a:ext uri="{FF2B5EF4-FFF2-40B4-BE49-F238E27FC236}">
                <a16:creationId xmlns:a16="http://schemas.microsoft.com/office/drawing/2014/main" id="{7C7B240D-EC07-BCEC-A132-C2589A9E1A4B}"/>
              </a:ext>
              <a:ext uri="{C183D7F6-B498-43B3-948B-1728B52AA6E4}">
                <adec:decorative xmlns:adec="http://schemas.microsoft.com/office/drawing/2017/decorative" val="1"/>
              </a:ext>
            </a:extLst>
          </p:cNvPr>
          <p:cNvSpPr>
            <a:spLocks noGrp="1"/>
          </p:cNvSpPr>
          <p:nvPr>
            <p:ph type="ftr" sz="quarter" idx="31"/>
          </p:nvPr>
        </p:nvSpPr>
        <p:spPr/>
        <p:txBody>
          <a:bodyPr/>
          <a:lstStyle/>
          <a:p>
            <a:endParaRPr lang="en-US" noProof="0"/>
          </a:p>
        </p:txBody>
      </p:sp>
      <p:sp>
        <p:nvSpPr>
          <p:cNvPr id="11" name="Slide Number Placeholder 10">
            <a:extLst>
              <a:ext uri="{FF2B5EF4-FFF2-40B4-BE49-F238E27FC236}">
                <a16:creationId xmlns:a16="http://schemas.microsoft.com/office/drawing/2014/main" id="{54326F86-700F-6DBD-58F6-906FF1E22AE8}"/>
              </a:ext>
              <a:ext uri="{C183D7F6-B498-43B3-948B-1728B52AA6E4}">
                <adec:decorative xmlns:adec="http://schemas.microsoft.com/office/drawing/2017/decorative" val="1"/>
              </a:ext>
            </a:extLst>
          </p:cNvPr>
          <p:cNvSpPr>
            <a:spLocks noGrp="1"/>
          </p:cNvSpPr>
          <p:nvPr>
            <p:ph type="sldNum" sz="quarter" idx="30"/>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233582093"/>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x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4163AD-C768-E2F0-CB6B-BF3797DF1E58}"/>
              </a:ext>
            </a:extLst>
          </p:cNvPr>
          <p:cNvSpPr>
            <a:spLocks noGrp="1"/>
          </p:cNvSpPr>
          <p:nvPr>
            <p:ph type="title" hasCustomPrompt="1"/>
          </p:nvPr>
        </p:nvSpPr>
        <p:spPr/>
        <p:txBody>
          <a:bodyPr/>
          <a:lstStyle/>
          <a:p>
            <a:r>
              <a:rPr lang="en-US"/>
              <a:t>Comparison slide with 4 columns + 4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3" y="1527175"/>
            <a:ext cx="2281237"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7" name="Content Placeholder 1">
            <a:extLst>
              <a:ext uri="{FF2B5EF4-FFF2-40B4-BE49-F238E27FC236}">
                <a16:creationId xmlns:a16="http://schemas.microsoft.com/office/drawing/2014/main" id="{50812A03-61D4-6576-F299-AA737E4AB323}"/>
              </a:ext>
            </a:extLst>
          </p:cNvPr>
          <p:cNvSpPr>
            <a:spLocks noGrp="1"/>
          </p:cNvSpPr>
          <p:nvPr>
            <p:ph sz="quarter" idx="20" hasCustomPrompt="1"/>
          </p:nvPr>
        </p:nvSpPr>
        <p:spPr>
          <a:xfrm>
            <a:off x="765737"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3562096"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0" name="Content Placeholder 2">
            <a:extLst>
              <a:ext uri="{FF2B5EF4-FFF2-40B4-BE49-F238E27FC236}">
                <a16:creationId xmlns:a16="http://schemas.microsoft.com/office/drawing/2014/main" id="{13DA1DF9-2B1D-FFD3-6085-B2E25AE04DF5}"/>
              </a:ext>
            </a:extLst>
          </p:cNvPr>
          <p:cNvSpPr>
            <a:spLocks noGrp="1"/>
          </p:cNvSpPr>
          <p:nvPr>
            <p:ph sz="quarter" idx="22" hasCustomPrompt="1"/>
          </p:nvPr>
        </p:nvSpPr>
        <p:spPr>
          <a:xfrm>
            <a:off x="356616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6353048"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4" name="Content Placeholder 3">
            <a:extLst>
              <a:ext uri="{FF2B5EF4-FFF2-40B4-BE49-F238E27FC236}">
                <a16:creationId xmlns:a16="http://schemas.microsoft.com/office/drawing/2014/main" id="{4BEAA0E5-BD9F-0137-9891-EB0A8405A44E}"/>
              </a:ext>
            </a:extLst>
          </p:cNvPr>
          <p:cNvSpPr>
            <a:spLocks noGrp="1"/>
          </p:cNvSpPr>
          <p:nvPr>
            <p:ph sz="quarter" idx="23" hasCustomPrompt="1"/>
          </p:nvPr>
        </p:nvSpPr>
        <p:spPr>
          <a:xfrm>
            <a:off x="635508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7" name="Textbox title 4">
            <a:extLst>
              <a:ext uri="{FF2B5EF4-FFF2-40B4-BE49-F238E27FC236}">
                <a16:creationId xmlns:a16="http://schemas.microsoft.com/office/drawing/2014/main" id="{2E44F90D-4F8F-6A4F-96CB-3485E90F31A2}"/>
              </a:ext>
            </a:extLst>
          </p:cNvPr>
          <p:cNvSpPr>
            <a:spLocks noGrp="1"/>
          </p:cNvSpPr>
          <p:nvPr>
            <p:ph type="body" sz="quarter" idx="13" hasCustomPrompt="1"/>
          </p:nvPr>
        </p:nvSpPr>
        <p:spPr>
          <a:xfrm>
            <a:off x="9144000"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6" name="Content Placeholder 4">
            <a:extLst>
              <a:ext uri="{FF2B5EF4-FFF2-40B4-BE49-F238E27FC236}">
                <a16:creationId xmlns:a16="http://schemas.microsoft.com/office/drawing/2014/main" id="{13766EE0-2835-554A-4436-60DF6FA56BD0}"/>
              </a:ext>
            </a:extLst>
          </p:cNvPr>
          <p:cNvSpPr>
            <a:spLocks noGrp="1"/>
          </p:cNvSpPr>
          <p:nvPr>
            <p:ph sz="quarter" idx="24" hasCustomPrompt="1"/>
          </p:nvPr>
        </p:nvSpPr>
        <p:spPr>
          <a:xfrm>
            <a:off x="914400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 name="Footer Placeholder 1">
            <a:extLst>
              <a:ext uri="{FF2B5EF4-FFF2-40B4-BE49-F238E27FC236}">
                <a16:creationId xmlns:a16="http://schemas.microsoft.com/office/drawing/2014/main" id="{0F1F58D9-2A99-AC15-43B6-ABC2F633C61D}"/>
              </a:ext>
              <a:ext uri="{C183D7F6-B498-43B3-948B-1728B52AA6E4}">
                <adec:decorative xmlns:adec="http://schemas.microsoft.com/office/drawing/2017/decorative" val="1"/>
              </a:ext>
            </a:extLst>
          </p:cNvPr>
          <p:cNvSpPr>
            <a:spLocks noGrp="1"/>
          </p:cNvSpPr>
          <p:nvPr>
            <p:ph type="ftr" sz="quarter" idx="28"/>
          </p:nvPr>
        </p:nvSpPr>
        <p:spPr/>
        <p:txBody>
          <a:bodyPr/>
          <a:lstStyle/>
          <a:p>
            <a:endParaRPr lang="en-US" noProof="0"/>
          </a:p>
        </p:txBody>
      </p:sp>
      <p:sp>
        <p:nvSpPr>
          <p:cNvPr id="8" name="Slide Number Placeholder 7">
            <a:extLst>
              <a:ext uri="{FF2B5EF4-FFF2-40B4-BE49-F238E27FC236}">
                <a16:creationId xmlns:a16="http://schemas.microsoft.com/office/drawing/2014/main" id="{9C4917EC-02AC-2660-29AF-216C61AD20B2}"/>
              </a:ext>
              <a:ext uri="{C183D7F6-B498-43B3-948B-1728B52AA6E4}">
                <adec:decorative xmlns:adec="http://schemas.microsoft.com/office/drawing/2017/decorative" val="1"/>
              </a:ext>
            </a:extLst>
          </p:cNvPr>
          <p:cNvSpPr>
            <a:spLocks noGrp="1"/>
          </p:cNvSpPr>
          <p:nvPr>
            <p:ph type="sldNum" sz="quarter" idx="27"/>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514919638"/>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x5">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786B940-E6A0-53BD-76E5-3F59767B127D}"/>
              </a:ext>
            </a:extLst>
          </p:cNvPr>
          <p:cNvSpPr>
            <a:spLocks noGrp="1"/>
          </p:cNvSpPr>
          <p:nvPr>
            <p:ph type="title" hasCustomPrompt="1"/>
          </p:nvPr>
        </p:nvSpPr>
        <p:spPr/>
        <p:txBody>
          <a:bodyPr/>
          <a:lstStyle/>
          <a:p>
            <a:r>
              <a:rPr lang="en-US"/>
              <a:t>Comparison slide with 5 columns + 5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3" y="1527175"/>
            <a:ext cx="1874520"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7" name="Content Placeholder 1">
            <a:extLst>
              <a:ext uri="{FF2B5EF4-FFF2-40B4-BE49-F238E27FC236}">
                <a16:creationId xmlns:a16="http://schemas.microsoft.com/office/drawing/2014/main" id="{50812A03-61D4-6576-F299-AA737E4AB323}"/>
              </a:ext>
            </a:extLst>
          </p:cNvPr>
          <p:cNvSpPr>
            <a:spLocks noGrp="1"/>
          </p:cNvSpPr>
          <p:nvPr>
            <p:ph sz="quarter" idx="20" hasCustomPrompt="1"/>
          </p:nvPr>
        </p:nvSpPr>
        <p:spPr>
          <a:xfrm>
            <a:off x="765737"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2962616"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0" name="Content Placeholder 2">
            <a:extLst>
              <a:ext uri="{FF2B5EF4-FFF2-40B4-BE49-F238E27FC236}">
                <a16:creationId xmlns:a16="http://schemas.microsoft.com/office/drawing/2014/main" id="{13DA1DF9-2B1D-FFD3-6085-B2E25AE04DF5}"/>
              </a:ext>
            </a:extLst>
          </p:cNvPr>
          <p:cNvSpPr>
            <a:spLocks noGrp="1"/>
          </p:cNvSpPr>
          <p:nvPr>
            <p:ph sz="quarter" idx="22" hasCustomPrompt="1"/>
          </p:nvPr>
        </p:nvSpPr>
        <p:spPr>
          <a:xfrm>
            <a:off x="2961846"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3" name="Textbox title 3">
            <a:extLst>
              <a:ext uri="{FF2B5EF4-FFF2-40B4-BE49-F238E27FC236}">
                <a16:creationId xmlns:a16="http://schemas.microsoft.com/office/drawing/2014/main" id="{4FFF4BFE-0073-ED16-634B-0B6BDEFA18E2}"/>
              </a:ext>
            </a:extLst>
          </p:cNvPr>
          <p:cNvSpPr>
            <a:spLocks noGrp="1"/>
          </p:cNvSpPr>
          <p:nvPr>
            <p:ph type="body" sz="quarter" idx="25" hasCustomPrompt="1"/>
          </p:nvPr>
        </p:nvSpPr>
        <p:spPr>
          <a:xfrm>
            <a:off x="5158469"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4" name="Content Placeholder 3">
            <a:extLst>
              <a:ext uri="{FF2B5EF4-FFF2-40B4-BE49-F238E27FC236}">
                <a16:creationId xmlns:a16="http://schemas.microsoft.com/office/drawing/2014/main" id="{969A739C-D330-3625-7AA0-907C0CFEC7C2}"/>
              </a:ext>
            </a:extLst>
          </p:cNvPr>
          <p:cNvSpPr>
            <a:spLocks noGrp="1"/>
          </p:cNvSpPr>
          <p:nvPr>
            <p:ph sz="quarter" idx="26" hasCustomPrompt="1"/>
          </p:nvPr>
        </p:nvSpPr>
        <p:spPr>
          <a:xfrm>
            <a:off x="5157955"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7354322"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4" name="Content Placeholder 3">
            <a:extLst>
              <a:ext uri="{FF2B5EF4-FFF2-40B4-BE49-F238E27FC236}">
                <a16:creationId xmlns:a16="http://schemas.microsoft.com/office/drawing/2014/main" id="{4BEAA0E5-BD9F-0137-9891-EB0A8405A44E}"/>
              </a:ext>
            </a:extLst>
          </p:cNvPr>
          <p:cNvSpPr>
            <a:spLocks noGrp="1"/>
          </p:cNvSpPr>
          <p:nvPr>
            <p:ph sz="quarter" idx="23" hasCustomPrompt="1"/>
          </p:nvPr>
        </p:nvSpPr>
        <p:spPr>
          <a:xfrm>
            <a:off x="7354064"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7" name="Textbox title 4">
            <a:extLst>
              <a:ext uri="{FF2B5EF4-FFF2-40B4-BE49-F238E27FC236}">
                <a16:creationId xmlns:a16="http://schemas.microsoft.com/office/drawing/2014/main" id="{2E44F90D-4F8F-6A4F-96CB-3485E90F31A2}"/>
              </a:ext>
            </a:extLst>
          </p:cNvPr>
          <p:cNvSpPr>
            <a:spLocks noGrp="1"/>
          </p:cNvSpPr>
          <p:nvPr>
            <p:ph type="body" sz="quarter" idx="13" hasCustomPrompt="1"/>
          </p:nvPr>
        </p:nvSpPr>
        <p:spPr>
          <a:xfrm>
            <a:off x="9550174"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6" name="Content Placeholder 4">
            <a:extLst>
              <a:ext uri="{FF2B5EF4-FFF2-40B4-BE49-F238E27FC236}">
                <a16:creationId xmlns:a16="http://schemas.microsoft.com/office/drawing/2014/main" id="{13766EE0-2835-554A-4436-60DF6FA56BD0}"/>
              </a:ext>
            </a:extLst>
          </p:cNvPr>
          <p:cNvSpPr>
            <a:spLocks noGrp="1"/>
          </p:cNvSpPr>
          <p:nvPr>
            <p:ph sz="quarter" idx="24" hasCustomPrompt="1"/>
          </p:nvPr>
        </p:nvSpPr>
        <p:spPr>
          <a:xfrm>
            <a:off x="9550174"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 name="Footer Placeholder 1">
            <a:extLst>
              <a:ext uri="{FF2B5EF4-FFF2-40B4-BE49-F238E27FC236}">
                <a16:creationId xmlns:a16="http://schemas.microsoft.com/office/drawing/2014/main" id="{B8D49C1D-8B0E-1BD4-61F5-F8E3EF4993DB}"/>
              </a:ext>
              <a:ext uri="{C183D7F6-B498-43B3-948B-1728B52AA6E4}">
                <adec:decorative xmlns:adec="http://schemas.microsoft.com/office/drawing/2017/decorative" val="1"/>
              </a:ext>
            </a:extLst>
          </p:cNvPr>
          <p:cNvSpPr>
            <a:spLocks noGrp="1"/>
          </p:cNvSpPr>
          <p:nvPr>
            <p:ph type="ftr" sz="quarter" idx="30"/>
          </p:nvPr>
        </p:nvSpPr>
        <p:spPr/>
        <p:txBody>
          <a:bodyPr/>
          <a:lstStyle/>
          <a:p>
            <a:endParaRPr lang="en-US" noProof="0"/>
          </a:p>
        </p:txBody>
      </p:sp>
      <p:sp>
        <p:nvSpPr>
          <p:cNvPr id="12" name="Slide Number Placeholder 11">
            <a:extLst>
              <a:ext uri="{FF2B5EF4-FFF2-40B4-BE49-F238E27FC236}">
                <a16:creationId xmlns:a16="http://schemas.microsoft.com/office/drawing/2014/main" id="{34A65B4A-1014-D76A-81D8-0C8244F33ADB}"/>
              </a:ext>
              <a:ext uri="{C183D7F6-B498-43B3-948B-1728B52AA6E4}">
                <adec:decorative xmlns:adec="http://schemas.microsoft.com/office/drawing/2017/decorative" val="1"/>
              </a:ext>
            </a:extLst>
          </p:cNvPr>
          <p:cNvSpPr>
            <a:spLocks noGrp="1"/>
          </p:cNvSpPr>
          <p:nvPr>
            <p:ph type="sldNum" sz="quarter" idx="29"/>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32456954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rge image right+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0E22E1-2CCF-9AA7-4663-E0C5B011C1A9}"/>
              </a:ext>
            </a:extLst>
          </p:cNvPr>
          <p:cNvSpPr>
            <a:spLocks noGrp="1"/>
          </p:cNvSpPr>
          <p:nvPr>
            <p:ph type="title" hasCustomPrompt="1"/>
          </p:nvPr>
        </p:nvSpPr>
        <p:spPr>
          <a:xfrm>
            <a:off x="766763" y="682514"/>
            <a:ext cx="4572000" cy="532765"/>
          </a:xfrm>
        </p:spPr>
        <p:txBody>
          <a:bodyPr/>
          <a:lstStyle/>
          <a:p>
            <a:r>
              <a:rPr lang="en-US"/>
              <a:t>Click to add title</a:t>
            </a:r>
          </a:p>
        </p:txBody>
      </p:sp>
      <p:sp>
        <p:nvSpPr>
          <p:cNvPr id="6" name="Content Placeholder 20">
            <a:extLst>
              <a:ext uri="{FF2B5EF4-FFF2-40B4-BE49-F238E27FC236}">
                <a16:creationId xmlns:a16="http://schemas.microsoft.com/office/drawing/2014/main" id="{33476934-CF78-2D44-A533-364A3E20704C}"/>
              </a:ext>
            </a:extLst>
          </p:cNvPr>
          <p:cNvSpPr>
            <a:spLocks noGrp="1"/>
          </p:cNvSpPr>
          <p:nvPr>
            <p:ph sz="quarter" idx="17" hasCustomPrompt="1"/>
          </p:nvPr>
        </p:nvSpPr>
        <p:spPr>
          <a:xfrm>
            <a:off x="766763" y="1527175"/>
            <a:ext cx="4567237" cy="4565651"/>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p:txBody>
      </p:sp>
      <p:sp>
        <p:nvSpPr>
          <p:cNvPr id="2" name="Footer Placeholder 1">
            <a:extLst>
              <a:ext uri="{FF2B5EF4-FFF2-40B4-BE49-F238E27FC236}">
                <a16:creationId xmlns:a16="http://schemas.microsoft.com/office/drawing/2014/main" id="{A2777F67-088D-169E-D23B-911C753C5CE2}"/>
              </a:ext>
              <a:ext uri="{C183D7F6-B498-43B3-948B-1728B52AA6E4}">
                <adec:decorative xmlns:adec="http://schemas.microsoft.com/office/drawing/2017/decorative" val="1"/>
              </a:ext>
            </a:extLst>
          </p:cNvPr>
          <p:cNvSpPr>
            <a:spLocks noGrp="1"/>
          </p:cNvSpPr>
          <p:nvPr>
            <p:ph type="ftr" sz="quarter" idx="21"/>
          </p:nvPr>
        </p:nvSpPr>
        <p:spPr/>
        <p:txBody>
          <a:bodyPr/>
          <a:lstStyle/>
          <a:p>
            <a:endParaRPr lang="en-US" noProof="0"/>
          </a:p>
        </p:txBody>
      </p:sp>
      <p:sp>
        <p:nvSpPr>
          <p:cNvPr id="10" name="Slide Number Placeholder 9">
            <a:extLst>
              <a:ext uri="{FF2B5EF4-FFF2-40B4-BE49-F238E27FC236}">
                <a16:creationId xmlns:a16="http://schemas.microsoft.com/office/drawing/2014/main" id="{B0190D9E-5F99-B4FA-2E16-8DFE9960A3B1}"/>
              </a:ext>
              <a:ext uri="{C183D7F6-B498-43B3-948B-1728B52AA6E4}">
                <adec:decorative xmlns:adec="http://schemas.microsoft.com/office/drawing/2017/decorative" val="1"/>
              </a:ext>
            </a:extLst>
          </p:cNvPr>
          <p:cNvSpPr>
            <a:spLocks noGrp="1"/>
          </p:cNvSpPr>
          <p:nvPr>
            <p:ph type="sldNum" sz="quarter" idx="20"/>
          </p:nvPr>
        </p:nvSpPr>
        <p:spPr/>
        <p:txBody>
          <a:bodyPr/>
          <a:lstStyle/>
          <a:p>
            <a:fld id="{525A3C56-E491-49B2-93F3-63532DF516BC}" type="slidenum">
              <a:rPr lang="en-US" noProof="0" smtClean="0"/>
              <a:pPr/>
              <a:t>‹#›</a:t>
            </a:fld>
            <a:endParaRPr lang="en-US" noProof="0"/>
          </a:p>
        </p:txBody>
      </p:sp>
      <p:sp>
        <p:nvSpPr>
          <p:cNvPr id="4" name="Picture Placeholder 13">
            <a:extLst>
              <a:ext uri="{FF2B5EF4-FFF2-40B4-BE49-F238E27FC236}">
                <a16:creationId xmlns:a16="http://schemas.microsoft.com/office/drawing/2014/main" id="{F81F20BE-1A75-9622-C675-7A66B2B00211}"/>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en-US"/>
              <a:t>Click icon to add picture</a:t>
            </a:r>
            <a:endParaRPr lang="en-GB" dirty="0"/>
          </a:p>
        </p:txBody>
      </p:sp>
      <p:sp>
        <p:nvSpPr>
          <p:cNvPr id="8" name="Freeform 7" descr="CGI cornerstone">
            <a:extLst>
              <a:ext uri="{FF2B5EF4-FFF2-40B4-BE49-F238E27FC236}">
                <a16:creationId xmlns:a16="http://schemas.microsoft.com/office/drawing/2014/main" id="{99515FB6-455C-4CD5-9EC4-D28B84B6F078}"/>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6000">
                <a:srgbClr val="FF6A00"/>
              </a:gs>
              <a:gs pos="33000">
                <a:srgbClr val="E31937"/>
              </a:gs>
              <a:gs pos="0">
                <a:srgbClr val="991F3D"/>
              </a:gs>
              <a:gs pos="10000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3767757441"/>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rge title +right imag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17AC7F31-D848-7A42-9ED8-A1A89D3409FC}"/>
              </a:ext>
            </a:extLst>
          </p:cNvPr>
          <p:cNvSpPr>
            <a:spLocks noGrp="1"/>
          </p:cNvSpPr>
          <p:nvPr>
            <p:ph type="title" hasCustomPrompt="1"/>
          </p:nvPr>
        </p:nvSpPr>
        <p:spPr>
          <a:xfrm>
            <a:off x="766764" y="619403"/>
            <a:ext cx="4567237"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a:t>Click to add title</a:t>
            </a:r>
          </a:p>
        </p:txBody>
      </p:sp>
      <p:sp>
        <p:nvSpPr>
          <p:cNvPr id="5" name="Content Placeholder 20">
            <a:extLst>
              <a:ext uri="{FF2B5EF4-FFF2-40B4-BE49-F238E27FC236}">
                <a16:creationId xmlns:a16="http://schemas.microsoft.com/office/drawing/2014/main" id="{B70092EE-877E-F647-8457-99B829A53438}"/>
              </a:ext>
            </a:extLst>
          </p:cNvPr>
          <p:cNvSpPr>
            <a:spLocks noGrp="1"/>
          </p:cNvSpPr>
          <p:nvPr>
            <p:ph sz="quarter" idx="17" hasCustomPrompt="1"/>
          </p:nvPr>
        </p:nvSpPr>
        <p:spPr>
          <a:xfrm>
            <a:off x="766764" y="3429000"/>
            <a:ext cx="4567237" cy="2663825"/>
          </a:xfrm>
          <a:prstGeom prst="rect">
            <a:avLst/>
          </a:prstGeom>
          <a:noFill/>
        </p:spPr>
        <p:txBody>
          <a:bodyPr lIns="0" tIns="0" rIns="0" bIns="0">
            <a:noAutofit/>
          </a:bodyPr>
          <a:lstStyle>
            <a:lvl1pPr marL="0" indent="0">
              <a:spcBef>
                <a:spcPts val="500"/>
              </a:spcBef>
              <a:buClr>
                <a:schemeClr val="tx1"/>
              </a:buClr>
              <a:buSzPct val="110000"/>
              <a:buFont typeface="Arial" pitchFamily="34" charset="0"/>
              <a:buNone/>
              <a:defRPr sz="2000" b="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6" name="Picture Placeholder 2" descr="Image placeholder. Click icon to add image. Images are available to download from the Brand Source image library.&#10;">
            <a:extLst>
              <a:ext uri="{FF2B5EF4-FFF2-40B4-BE49-F238E27FC236}">
                <a16:creationId xmlns:a16="http://schemas.microsoft.com/office/drawing/2014/main" id="{84A30FA9-EFE0-BD49-888A-59263379F2F6}"/>
              </a:ext>
              <a:ext uri="{C183D7F6-B498-43B3-948B-1728B52AA6E4}">
                <adec:decorative xmlns:adec="http://schemas.microsoft.com/office/drawing/2017/decorative" val="0"/>
              </a:ext>
            </a:extLst>
          </p:cNvPr>
          <p:cNvSpPr>
            <a:spLocks noGrp="1"/>
          </p:cNvSpPr>
          <p:nvPr>
            <p:ph type="pic" sz="quarter" idx="18" hasCustomPrompt="1"/>
          </p:nvPr>
        </p:nvSpPr>
        <p:spPr>
          <a:xfrm>
            <a:off x="6096000" y="765174"/>
            <a:ext cx="5329239" cy="5327651"/>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4AD02D09-217C-4FEB-7C49-069EB2FC1E2B}"/>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5D94A19A-67D7-850F-8887-B4BFAF0A2CED}"/>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764821314"/>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arge title+right graphic device">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EBAC359-7971-3346-8D90-684CC25CF1B3}"/>
              </a:ext>
            </a:extLst>
          </p:cNvPr>
          <p:cNvSpPr>
            <a:spLocks noGrp="1"/>
          </p:cNvSpPr>
          <p:nvPr>
            <p:ph type="title" hasCustomPrompt="1"/>
          </p:nvPr>
        </p:nvSpPr>
        <p:spPr>
          <a:xfrm>
            <a:off x="767700" y="619403"/>
            <a:ext cx="4556776"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a:t>Click to add title</a:t>
            </a:r>
          </a:p>
        </p:txBody>
      </p:sp>
      <p:sp>
        <p:nvSpPr>
          <p:cNvPr id="10"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3429000"/>
            <a:ext cx="4567237" cy="2663825"/>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6" name="Picture placeholder 8" descr="Image placeholder. Click icon to add image. Images are available to download from the Brand Source image library.&#10;">
            <a:extLst>
              <a:ext uri="{FF2B5EF4-FFF2-40B4-BE49-F238E27FC236}">
                <a16:creationId xmlns:a16="http://schemas.microsoft.com/office/drawing/2014/main" id="{C4B7093F-77F3-3449-9E60-BC70230FC0A3}"/>
              </a:ext>
              <a:ext uri="{C183D7F6-B498-43B3-948B-1728B52AA6E4}">
                <adec:decorative xmlns:adec="http://schemas.microsoft.com/office/drawing/2017/decorative" val="0"/>
              </a:ext>
            </a:extLst>
          </p:cNvPr>
          <p:cNvSpPr>
            <a:spLocks noGrp="1" noChangeAspect="1"/>
          </p:cNvSpPr>
          <p:nvPr>
            <p:ph type="pic" sz="quarter" idx="15" hasCustomPrompt="1"/>
          </p:nvPr>
        </p:nvSpPr>
        <p:spPr>
          <a:xfrm>
            <a:off x="6096000" y="765175"/>
            <a:ext cx="5332037" cy="5332038"/>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a:noFill/>
        </p:spPr>
        <p:txBody>
          <a:bodyPr wrap="square">
            <a:noAutofit/>
          </a:bodyPr>
          <a:lstStyle>
            <a:lvl1pPr marL="0" indent="0">
              <a:buNone/>
              <a:defRPr sz="1800">
                <a:sym typeface="Wingdings" panose="05000000000000000000" pitchFamily="2" charset="2"/>
              </a:defRPr>
            </a:lvl1pPr>
          </a:lstStyle>
          <a:p>
            <a:r>
              <a:rPr lang="en-US" sz="1800" noProof="0">
                <a:cs typeface="Arial" pitchFamily="34" charset="0"/>
              </a:rPr>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ADB4C667-0FA7-D609-1ADA-EB0C16E0746E}"/>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9" name="Slide Number Placeholder 8">
            <a:extLst>
              <a:ext uri="{FF2B5EF4-FFF2-40B4-BE49-F238E27FC236}">
                <a16:creationId xmlns:a16="http://schemas.microsoft.com/office/drawing/2014/main" id="{B2D0C67A-81E4-24D5-8D9F-71A927E7E326}"/>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598027867"/>
      </p:ext>
    </p:extLst>
  </p:cSld>
  <p:clrMapOvr>
    <a:masterClrMapping/>
  </p:clrMapOvr>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arge image left+content">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3E14D4F1-0AFF-214C-92AA-BD02450E38BA}"/>
              </a:ext>
            </a:extLst>
          </p:cNvPr>
          <p:cNvSpPr>
            <a:spLocks noGrp="1"/>
          </p:cNvSpPr>
          <p:nvPr>
            <p:ph type="title" hasCustomPrompt="1"/>
          </p:nvPr>
        </p:nvSpPr>
        <p:spPr>
          <a:xfrm>
            <a:off x="6858000" y="684000"/>
            <a:ext cx="4568023" cy="530352"/>
          </a:xfrm>
          <a:prstGeom prst="rect">
            <a:avLst/>
          </a:prstGeom>
        </p:spPr>
        <p:txBody>
          <a:bodyPr vert="horz" lIns="0" tIns="0" rIns="0" bIns="0" rtlCol="0" anchor="t" anchorCtr="0">
            <a:noAutofit/>
          </a:bodyPr>
          <a:lstStyle>
            <a:lvl1pPr>
              <a:defRPr>
                <a:solidFill>
                  <a:schemeClr val="tx1"/>
                </a:solidFill>
              </a:defRPr>
            </a:lvl1pPr>
          </a:lstStyle>
          <a:p>
            <a:r>
              <a:rPr lang="en-US" noProof="0"/>
              <a:t>Click to add title</a:t>
            </a:r>
          </a:p>
        </p:txBody>
      </p:sp>
      <p:sp>
        <p:nvSpPr>
          <p:cNvPr id="5" name="Content Placeholder 20">
            <a:extLst>
              <a:ext uri="{FF2B5EF4-FFF2-40B4-BE49-F238E27FC236}">
                <a16:creationId xmlns:a16="http://schemas.microsoft.com/office/drawing/2014/main" id="{6855D02E-339D-5043-B91B-5FF8B79BA5F8}"/>
              </a:ext>
            </a:extLst>
          </p:cNvPr>
          <p:cNvSpPr>
            <a:spLocks noGrp="1"/>
          </p:cNvSpPr>
          <p:nvPr>
            <p:ph sz="quarter" idx="17" hasCustomPrompt="1"/>
          </p:nvPr>
        </p:nvSpPr>
        <p:spPr>
          <a:xfrm>
            <a:off x="6858000" y="1527175"/>
            <a:ext cx="4566107"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a:p>
            <a:pPr lvl="0"/>
            <a:endParaRPr lang="en-US" noProof="0"/>
          </a:p>
        </p:txBody>
      </p:sp>
      <p:sp>
        <p:nvSpPr>
          <p:cNvPr id="2" name="Footer Placeholder 1">
            <a:extLst>
              <a:ext uri="{FF2B5EF4-FFF2-40B4-BE49-F238E27FC236}">
                <a16:creationId xmlns:a16="http://schemas.microsoft.com/office/drawing/2014/main" id="{EFCFB3ED-7781-D4EF-E83D-C48F05F58FB6}"/>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D049E518-0D49-2B58-4476-F2561B342B8E}"/>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a:p>
        </p:txBody>
      </p:sp>
      <p:sp>
        <p:nvSpPr>
          <p:cNvPr id="3" name="Picture Placeholder 13">
            <a:extLst>
              <a:ext uri="{FF2B5EF4-FFF2-40B4-BE49-F238E27FC236}">
                <a16:creationId xmlns:a16="http://schemas.microsoft.com/office/drawing/2014/main" id="{54964ECE-1B55-A207-005C-25E1C69E84A6}"/>
              </a:ext>
            </a:extLst>
          </p:cNvPr>
          <p:cNvSpPr>
            <a:spLocks noGrp="1"/>
          </p:cNvSpPr>
          <p:nvPr>
            <p:ph type="pic" sz="quarter" idx="16"/>
          </p:nvPr>
        </p:nvSpPr>
        <p:spPr>
          <a:xfrm>
            <a:off x="765978"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en-US"/>
              <a:t>Click icon to add picture</a:t>
            </a:r>
            <a:endParaRPr lang="en-GB" dirty="0"/>
          </a:p>
        </p:txBody>
      </p:sp>
      <p:sp>
        <p:nvSpPr>
          <p:cNvPr id="6" name="Freeform 5" descr="CGI cornerstone">
            <a:extLst>
              <a:ext uri="{FF2B5EF4-FFF2-40B4-BE49-F238E27FC236}">
                <a16:creationId xmlns:a16="http://schemas.microsoft.com/office/drawing/2014/main" id="{6627F970-A1AA-A82F-55DE-1F22D0418728}"/>
              </a:ext>
              <a:ext uri="{C183D7F6-B498-43B3-948B-1728B52AA6E4}">
                <adec:decorative xmlns:adec="http://schemas.microsoft.com/office/drawing/2017/decorative" val="0"/>
              </a:ext>
            </a:extLst>
          </p:cNvPr>
          <p:cNvSpPr>
            <a:spLocks/>
          </p:cNvSpPr>
          <p:nvPr userDrawn="1"/>
        </p:nvSpPr>
        <p:spPr bwMode="auto">
          <a:xfrm rot="16200000" flipH="1">
            <a:off x="765977"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1201815292"/>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rge title +left imag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4E82D4CB-D75A-1A45-B05D-E33B4030488F}"/>
              </a:ext>
            </a:extLst>
          </p:cNvPr>
          <p:cNvSpPr>
            <a:spLocks noGrp="1"/>
          </p:cNvSpPr>
          <p:nvPr>
            <p:ph type="title" hasCustomPrompt="1"/>
          </p:nvPr>
        </p:nvSpPr>
        <p:spPr>
          <a:xfrm>
            <a:off x="6858001" y="621792"/>
            <a:ext cx="4567238" cy="2511382"/>
          </a:xfrm>
          <a:prstGeom prst="rect">
            <a:avLst/>
          </a:prstGeom>
        </p:spPr>
        <p:txBody>
          <a:bodyPr vert="horz" lIns="0" tIns="0" rIns="0" bIns="0" rtlCol="0" anchor="t" anchorCtr="0">
            <a:noAutofit/>
          </a:bodyPr>
          <a:lstStyle>
            <a:lvl1pPr>
              <a:defRPr sz="4800">
                <a:solidFill>
                  <a:schemeClr val="tx1"/>
                </a:solidFill>
              </a:defRPr>
            </a:lvl1pPr>
          </a:lstStyle>
          <a:p>
            <a:r>
              <a:rPr lang="en-US" noProof="0"/>
              <a:t>Click to add title</a:t>
            </a:r>
          </a:p>
        </p:txBody>
      </p:sp>
      <p:sp>
        <p:nvSpPr>
          <p:cNvPr id="6" name="Picture Placeholder 2" descr="Image placeholder. Click icon to add image. Images are available to download from the Brand Source image library.&#10;">
            <a:extLst>
              <a:ext uri="{FF2B5EF4-FFF2-40B4-BE49-F238E27FC236}">
                <a16:creationId xmlns:a16="http://schemas.microsoft.com/office/drawing/2014/main" id="{A46A2561-43A0-D843-B868-9E14FD55F20B}"/>
              </a:ext>
              <a:ext uri="{C183D7F6-B498-43B3-948B-1728B52AA6E4}">
                <adec:decorative xmlns:adec="http://schemas.microsoft.com/office/drawing/2017/decorative" val="0"/>
              </a:ext>
            </a:extLst>
          </p:cNvPr>
          <p:cNvSpPr>
            <a:spLocks noGrp="1"/>
          </p:cNvSpPr>
          <p:nvPr>
            <p:ph type="pic" sz="quarter" idx="18" hasCustomPrompt="1"/>
          </p:nvPr>
        </p:nvSpPr>
        <p:spPr>
          <a:xfrm>
            <a:off x="766763" y="765175"/>
            <a:ext cx="5329237" cy="5327650"/>
          </a:xfrm>
          <a:prstGeom prst="rect">
            <a:avLst/>
          </a:prstGeom>
        </p:spPr>
        <p:txBody>
          <a:bodyPr anchor="t" anchorCtr="0">
            <a:noAutofit/>
          </a:bodyPr>
          <a:lstStyle>
            <a:lvl1pPr marL="0" indent="0" algn="l">
              <a:buNone/>
              <a:defRPr sz="1800">
                <a:latin typeface="+mn-lt"/>
                <a:sym typeface="Wingdings" panose="05000000000000000000" pitchFamily="2" charset="2"/>
              </a:defRPr>
            </a:lvl1pPr>
          </a:lstStyle>
          <a:p>
            <a:r>
              <a:rPr lang="en-US" noProof="0"/>
              <a:t>Click icon to add image. Images are available to download from the Brand Source image library  brand.cgi.com</a:t>
            </a:r>
          </a:p>
        </p:txBody>
      </p:sp>
      <p:sp>
        <p:nvSpPr>
          <p:cNvPr id="5" name="Content Placeholder 20">
            <a:extLst>
              <a:ext uri="{FF2B5EF4-FFF2-40B4-BE49-F238E27FC236}">
                <a16:creationId xmlns:a16="http://schemas.microsoft.com/office/drawing/2014/main" id="{78BAFC30-690F-6A41-BE1B-8B7925B9B41A}"/>
              </a:ext>
            </a:extLst>
          </p:cNvPr>
          <p:cNvSpPr>
            <a:spLocks noGrp="1"/>
          </p:cNvSpPr>
          <p:nvPr>
            <p:ph sz="quarter" idx="17" hasCustomPrompt="1"/>
          </p:nvPr>
        </p:nvSpPr>
        <p:spPr>
          <a:xfrm>
            <a:off x="6858001" y="3429000"/>
            <a:ext cx="4567238" cy="2660904"/>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2" name="Footer Placeholder 1">
            <a:extLst>
              <a:ext uri="{FF2B5EF4-FFF2-40B4-BE49-F238E27FC236}">
                <a16:creationId xmlns:a16="http://schemas.microsoft.com/office/drawing/2014/main" id="{1BB5AD0C-44EC-32B8-F1EF-E2197F69C25A}"/>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C26774E6-82FA-9467-E28A-C4CC98B3DEA3}"/>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43528866"/>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rge graphic device left+content">
    <p:spTree>
      <p:nvGrpSpPr>
        <p:cNvPr id="1" name=""/>
        <p:cNvGrpSpPr/>
        <p:nvPr/>
      </p:nvGrpSpPr>
      <p:grpSpPr>
        <a:xfrm>
          <a:off x="0" y="0"/>
          <a:ext cx="0" cy="0"/>
          <a:chOff x="0" y="0"/>
          <a:chExt cx="0" cy="0"/>
        </a:xfrm>
      </p:grpSpPr>
      <p:sp>
        <p:nvSpPr>
          <p:cNvPr id="8" name="Title 4">
            <a:extLst>
              <a:ext uri="{FF2B5EF4-FFF2-40B4-BE49-F238E27FC236}">
                <a16:creationId xmlns:a16="http://schemas.microsoft.com/office/drawing/2014/main" id="{B83A3C21-1796-71D9-30EA-EAA78864551D}"/>
              </a:ext>
            </a:extLst>
          </p:cNvPr>
          <p:cNvSpPr>
            <a:spLocks noGrp="1"/>
          </p:cNvSpPr>
          <p:nvPr>
            <p:ph type="title" hasCustomPrompt="1"/>
          </p:nvPr>
        </p:nvSpPr>
        <p:spPr>
          <a:xfrm>
            <a:off x="6858000" y="621792"/>
            <a:ext cx="4572000" cy="2514600"/>
          </a:xfrm>
        </p:spPr>
        <p:txBody>
          <a:bodyPr>
            <a:noAutofit/>
          </a:bodyPr>
          <a:lstStyle>
            <a:lvl1pPr>
              <a:defRPr sz="4800"/>
            </a:lvl1pPr>
          </a:lstStyle>
          <a:p>
            <a:r>
              <a:rPr lang="en-US" noProof="0"/>
              <a:t>Click to add title</a:t>
            </a:r>
          </a:p>
        </p:txBody>
      </p:sp>
      <p:sp>
        <p:nvSpPr>
          <p:cNvPr id="3" name="Picture placeholder 8" descr="Image placeholder. Click icon to add image. Images are available to download from the Brand Source image library.&#10;">
            <a:extLst>
              <a:ext uri="{FF2B5EF4-FFF2-40B4-BE49-F238E27FC236}">
                <a16:creationId xmlns:a16="http://schemas.microsoft.com/office/drawing/2014/main" id="{A421830E-43AD-2D8E-C6C8-BCE3A9BF6F1E}"/>
              </a:ext>
              <a:ext uri="{C183D7F6-B498-43B3-948B-1728B52AA6E4}">
                <adec:decorative xmlns:adec="http://schemas.microsoft.com/office/drawing/2017/decorative" val="0"/>
              </a:ext>
            </a:extLst>
          </p:cNvPr>
          <p:cNvSpPr>
            <a:spLocks noGrp="1" noChangeAspect="1"/>
          </p:cNvSpPr>
          <p:nvPr>
            <p:ph type="pic" sz="quarter" idx="15" hasCustomPrompt="1"/>
          </p:nvPr>
        </p:nvSpPr>
        <p:spPr>
          <a:xfrm>
            <a:off x="768096" y="765175"/>
            <a:ext cx="5332037" cy="5332038"/>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a:noFill/>
        </p:spPr>
        <p:txBody>
          <a:bodyPr wrap="square">
            <a:noAutofit/>
          </a:bodyPr>
          <a:lstStyle>
            <a:lvl1pPr marL="0" indent="0">
              <a:buNone/>
              <a:defRPr sz="1800">
                <a:sym typeface="Wingdings" panose="05000000000000000000" pitchFamily="2" charset="2"/>
              </a:defRPr>
            </a:lvl1pPr>
          </a:lstStyle>
          <a:p>
            <a:r>
              <a:rPr lang="en-US" sz="1800" noProof="0">
                <a:cs typeface="Arial" pitchFamily="34" charset="0"/>
              </a:rPr>
              <a:t>Click icon to add image. Images are available to download from the Brand Source image library  brand.cgi.com</a:t>
            </a:r>
          </a:p>
        </p:txBody>
      </p:sp>
      <p:sp>
        <p:nvSpPr>
          <p:cNvPr id="7" name="Content Placeholder 20">
            <a:extLst>
              <a:ext uri="{FF2B5EF4-FFF2-40B4-BE49-F238E27FC236}">
                <a16:creationId xmlns:a16="http://schemas.microsoft.com/office/drawing/2014/main" id="{0E9648EC-C942-EFC6-8E33-CAB1FAB99C7C}"/>
              </a:ext>
            </a:extLst>
          </p:cNvPr>
          <p:cNvSpPr>
            <a:spLocks noGrp="1"/>
          </p:cNvSpPr>
          <p:nvPr>
            <p:ph sz="quarter" idx="20" hasCustomPrompt="1"/>
          </p:nvPr>
        </p:nvSpPr>
        <p:spPr>
          <a:xfrm>
            <a:off x="6858002" y="3429000"/>
            <a:ext cx="4567237" cy="2660904"/>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2" name="Footer Placeholder 1">
            <a:extLst>
              <a:ext uri="{FF2B5EF4-FFF2-40B4-BE49-F238E27FC236}">
                <a16:creationId xmlns:a16="http://schemas.microsoft.com/office/drawing/2014/main" id="{5F2D5990-B71C-813A-9F27-4810CBA2E1F3}"/>
              </a:ext>
              <a:ext uri="{C183D7F6-B498-43B3-948B-1728B52AA6E4}">
                <adec:decorative xmlns:adec="http://schemas.microsoft.com/office/drawing/2017/decorative" val="1"/>
              </a:ext>
            </a:extLst>
          </p:cNvPr>
          <p:cNvSpPr>
            <a:spLocks noGrp="1"/>
          </p:cNvSpPr>
          <p:nvPr>
            <p:ph type="ftr" sz="quarter" idx="24"/>
          </p:nvPr>
        </p:nvSpPr>
        <p:spPr/>
        <p:txBody>
          <a:bodyPr/>
          <a:lstStyle/>
          <a:p>
            <a:endParaRPr lang="en-US" noProof="0"/>
          </a:p>
        </p:txBody>
      </p:sp>
      <p:sp>
        <p:nvSpPr>
          <p:cNvPr id="12" name="Slide Number Placeholder 11">
            <a:extLst>
              <a:ext uri="{FF2B5EF4-FFF2-40B4-BE49-F238E27FC236}">
                <a16:creationId xmlns:a16="http://schemas.microsoft.com/office/drawing/2014/main" id="{1463B1C6-8C17-350A-261D-406041A96245}"/>
              </a:ext>
              <a:ext uri="{C183D7F6-B498-43B3-948B-1728B52AA6E4}">
                <adec:decorative xmlns:adec="http://schemas.microsoft.com/office/drawing/2017/decorative" val="1"/>
              </a:ext>
            </a:extLst>
          </p:cNvPr>
          <p:cNvSpPr>
            <a:spLocks noGrp="1"/>
          </p:cNvSpPr>
          <p:nvPr>
            <p:ph type="sldNum" sz="quarter" idx="23"/>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699746258"/>
      </p:ext>
    </p:extLst>
  </p:cSld>
  <p:clrMapOvr>
    <a:masterClrMapping/>
  </p:clrMapOvr>
  <p:transition/>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uter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lIns="0"/>
          <a:lstStyle>
            <a:lvl1pPr>
              <a:defRPr/>
            </a:lvl1pPr>
          </a:lstStyle>
          <a:p>
            <a:r>
              <a:rPr lang="en-US" noProof="0"/>
              <a:t>Content slide with editable computer screen – click to add title</a:t>
            </a:r>
          </a:p>
        </p:txBody>
      </p:sp>
      <p:pic>
        <p:nvPicPr>
          <p:cNvPr id="4" name="Picture 3">
            <a:extLst>
              <a:ext uri="{FF2B5EF4-FFF2-40B4-BE49-F238E27FC236}">
                <a16:creationId xmlns:a16="http://schemas.microsoft.com/office/drawing/2014/main" id="{8CACD659-21BD-FF75-6930-8221A796EB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20545" y="1594918"/>
            <a:ext cx="5404149" cy="4580569"/>
          </a:xfrm>
          <a:prstGeom prst="rect">
            <a:avLst/>
          </a:prstGeom>
        </p:spPr>
      </p:pic>
      <p:sp>
        <p:nvSpPr>
          <p:cNvPr id="3" name="Footer Placeholder 2">
            <a:extLst>
              <a:ext uri="{FF2B5EF4-FFF2-40B4-BE49-F238E27FC236}">
                <a16:creationId xmlns:a16="http://schemas.microsoft.com/office/drawing/2014/main" id="{CCD897C4-E2F2-4CF8-5229-A76A4CC36652}"/>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13B1A9B0-8D59-83A5-4DBA-D7CE9A694A31}"/>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a:t>
            </a:fld>
            <a:endParaRPr lang="en-US" noProof="0"/>
          </a:p>
        </p:txBody>
      </p:sp>
      <p:sp>
        <p:nvSpPr>
          <p:cNvPr id="7" name="Picture Placeholder 6">
            <a:extLst>
              <a:ext uri="{FF2B5EF4-FFF2-40B4-BE49-F238E27FC236}">
                <a16:creationId xmlns:a16="http://schemas.microsoft.com/office/drawing/2014/main" id="{52F58082-4E21-8983-9822-25F161D8E6C4}"/>
              </a:ext>
            </a:extLst>
          </p:cNvPr>
          <p:cNvSpPr>
            <a:spLocks noGrp="1"/>
          </p:cNvSpPr>
          <p:nvPr>
            <p:ph type="pic" sz="quarter" idx="24"/>
          </p:nvPr>
        </p:nvSpPr>
        <p:spPr>
          <a:xfrm>
            <a:off x="6199632" y="1783080"/>
            <a:ext cx="5038344" cy="2907792"/>
          </a:xfrm>
        </p:spPr>
        <p:txBody>
          <a:bodyPr lIns="91440" tIns="91440" rIns="91440" bIns="91440"/>
          <a:lstStyle>
            <a:lvl1pPr>
              <a:defRPr sz="2000"/>
            </a:lvl1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noProof="0"/>
              <a:t>Click icon to add picture</a:t>
            </a:r>
          </a:p>
        </p:txBody>
      </p:sp>
      <p:sp>
        <p:nvSpPr>
          <p:cNvPr id="5" name="Content Placeholder 20">
            <a:extLst>
              <a:ext uri="{FF2B5EF4-FFF2-40B4-BE49-F238E27FC236}">
                <a16:creationId xmlns:a16="http://schemas.microsoft.com/office/drawing/2014/main" id="{7A5DC591-0F3B-CC93-78B8-9BED5DE66560}"/>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spTree>
    <p:extLst>
      <p:ext uri="{BB962C8B-B14F-4D97-AF65-F5344CB8AC3E}">
        <p14:creationId xmlns:p14="http://schemas.microsoft.com/office/powerpoint/2010/main" val="351479667"/>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aptop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a:lstStyle>
            <a:lvl1pPr>
              <a:defRPr/>
            </a:lvl1pPr>
          </a:lstStyle>
          <a:p>
            <a:r>
              <a:rPr lang="en-US" noProof="0"/>
              <a:t>Content slide with editable laptop screen – click to add title</a:t>
            </a:r>
          </a:p>
        </p:txBody>
      </p:sp>
      <p:sp>
        <p:nvSpPr>
          <p:cNvPr id="14" name="Content Placeholder 20">
            <a:extLst>
              <a:ext uri="{FF2B5EF4-FFF2-40B4-BE49-F238E27FC236}">
                <a16:creationId xmlns:a16="http://schemas.microsoft.com/office/drawing/2014/main" id="{27B262E3-C2DF-AD9E-2069-876FCA1C8464}"/>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pic>
        <p:nvPicPr>
          <p:cNvPr id="4" name="Laptop" descr="Laptop">
            <a:extLst>
              <a:ext uri="{FF2B5EF4-FFF2-40B4-BE49-F238E27FC236}">
                <a16:creationId xmlns:a16="http://schemas.microsoft.com/office/drawing/2014/main" id="{2AADE652-AE35-AFBD-A1C4-B2BCED871A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78171" y="1532674"/>
            <a:ext cx="6913829" cy="4413037"/>
          </a:xfrm>
          <a:prstGeom prst="rect">
            <a:avLst/>
          </a:prstGeom>
        </p:spPr>
      </p:pic>
      <p:sp>
        <p:nvSpPr>
          <p:cNvPr id="5" name="Picture Placeholder 2" descr="Photograph of information aligning with slide content, displayed on a computer screen.">
            <a:extLst>
              <a:ext uri="{FF2B5EF4-FFF2-40B4-BE49-F238E27FC236}">
                <a16:creationId xmlns:a16="http://schemas.microsoft.com/office/drawing/2014/main" id="{91948F71-FA03-3475-4DF8-8A1530870041}"/>
              </a:ext>
              <a:ext uri="{C183D7F6-B498-43B3-948B-1728B52AA6E4}">
                <adec:decorative xmlns:adec="http://schemas.microsoft.com/office/drawing/2017/decorative" val="0"/>
              </a:ext>
            </a:extLst>
          </p:cNvPr>
          <p:cNvSpPr>
            <a:spLocks noGrp="1"/>
          </p:cNvSpPr>
          <p:nvPr>
            <p:ph type="pic" sz="quarter" idx="24"/>
          </p:nvPr>
        </p:nvSpPr>
        <p:spPr>
          <a:xfrm>
            <a:off x="6629400" y="1767176"/>
            <a:ext cx="5562600" cy="3607904"/>
          </a:xfrm>
          <a:prstGeom prst="rect">
            <a:avLst/>
          </a:prstGeom>
          <a:noFill/>
        </p:spPr>
        <p:txBody>
          <a:bodyPr lIns="91440" tIns="91440" rIns="91440" bIns="91440" anchor="t" anchorCtr="0">
            <a:normAutofit/>
          </a:bodyPr>
          <a:lstStyle>
            <a:lvl1pPr marL="0" indent="0" algn="l">
              <a:buNone/>
              <a:defRPr sz="2000"/>
            </a:lvl1pPr>
          </a:lstStyle>
          <a:p>
            <a:r>
              <a:rPr lang="en-US" noProof="0"/>
              <a:t>Click icon to add picture</a:t>
            </a:r>
          </a:p>
        </p:txBody>
      </p:sp>
      <p:sp>
        <p:nvSpPr>
          <p:cNvPr id="3" name="Footer Placeholder 2">
            <a:extLst>
              <a:ext uri="{FF2B5EF4-FFF2-40B4-BE49-F238E27FC236}">
                <a16:creationId xmlns:a16="http://schemas.microsoft.com/office/drawing/2014/main" id="{6E47998D-D816-211C-2B52-20DC56458634}"/>
              </a:ext>
              <a:ext uri="{C183D7F6-B498-43B3-948B-1728B52AA6E4}">
                <adec:decorative xmlns:adec="http://schemas.microsoft.com/office/drawing/2017/decorative" val="0"/>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53447895-D093-DE49-C329-17565F7FABBB}"/>
              </a:ext>
            </a:extLst>
          </p:cNvPr>
          <p:cNvSpPr>
            <a:spLocks noGrp="1"/>
          </p:cNvSpPr>
          <p:nvPr userDrawn="1">
            <p:ph type="sldNum" sz="quarter" idx="22"/>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637006035"/>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t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a:noFill/>
        </p:spPr>
        <p:txBody>
          <a:bodyPr/>
          <a:lstStyle>
            <a:lvl1pPr>
              <a:defRPr/>
            </a:lvl1pPr>
          </a:lstStyle>
          <a:p>
            <a:r>
              <a:rPr lang="en-US" noProof="0"/>
              <a:t>Content slide with editable tablet screen – click to add title</a:t>
            </a:r>
          </a:p>
        </p:txBody>
      </p:sp>
      <p:sp>
        <p:nvSpPr>
          <p:cNvPr id="3" name="Footer Placeholder 2">
            <a:extLst>
              <a:ext uri="{FF2B5EF4-FFF2-40B4-BE49-F238E27FC236}">
                <a16:creationId xmlns:a16="http://schemas.microsoft.com/office/drawing/2014/main" id="{551FF1A3-1160-C4C4-A626-206C16181D21}"/>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9E659B3B-343D-4046-633E-2244C47D9ED4}"/>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a:t>
            </a:fld>
            <a:endParaRPr lang="en-US" noProof="0"/>
          </a:p>
        </p:txBody>
      </p:sp>
      <p:sp>
        <p:nvSpPr>
          <p:cNvPr id="5" name="Content Placeholder 20">
            <a:extLst>
              <a:ext uri="{FF2B5EF4-FFF2-40B4-BE49-F238E27FC236}">
                <a16:creationId xmlns:a16="http://schemas.microsoft.com/office/drawing/2014/main" id="{5E6282E1-2EC2-E37A-5839-3290768DE8BE}"/>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spTree>
    <p:extLst>
      <p:ext uri="{BB962C8B-B14F-4D97-AF65-F5344CB8AC3E}">
        <p14:creationId xmlns:p14="http://schemas.microsoft.com/office/powerpoint/2010/main" val="2571257292"/>
      </p:ext>
    </p:extLst>
  </p:cSld>
  <p:clrMapOvr>
    <a:masterClrMapping/>
  </p:clrMapOvr>
  <p:transition/>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Mobile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a:lstStyle>
            <a:lvl1pPr>
              <a:defRPr/>
            </a:lvl1pPr>
          </a:lstStyle>
          <a:p>
            <a:r>
              <a:rPr lang="en-US" noProof="0"/>
              <a:t>Content slide with editable mobile phone screen – click to add title</a:t>
            </a:r>
          </a:p>
        </p:txBody>
      </p:sp>
      <p:pic>
        <p:nvPicPr>
          <p:cNvPr id="4" name="Picture 3">
            <a:extLst>
              <a:ext uri="{FF2B5EF4-FFF2-40B4-BE49-F238E27FC236}">
                <a16:creationId xmlns:a16="http://schemas.microsoft.com/office/drawing/2014/main" id="{4C0811E1-3F8E-2C46-3C75-8CFD0806D4F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370657" y="1532674"/>
            <a:ext cx="2797893" cy="4727592"/>
          </a:xfrm>
          <a:prstGeom prst="rect">
            <a:avLst/>
          </a:prstGeom>
        </p:spPr>
      </p:pic>
      <p:sp>
        <p:nvSpPr>
          <p:cNvPr id="3" name="Footer Placeholder 2">
            <a:extLst>
              <a:ext uri="{FF2B5EF4-FFF2-40B4-BE49-F238E27FC236}">
                <a16:creationId xmlns:a16="http://schemas.microsoft.com/office/drawing/2014/main" id="{4DC01B46-EE15-3169-76FA-5E007386196A}"/>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230ED152-8F64-205C-DD05-E8E32791A0E3}"/>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a:t>
            </a:fld>
            <a:endParaRPr lang="en-US" noProof="0"/>
          </a:p>
        </p:txBody>
      </p:sp>
      <p:sp>
        <p:nvSpPr>
          <p:cNvPr id="7" name="Picture Placeholder 6">
            <a:extLst>
              <a:ext uri="{FF2B5EF4-FFF2-40B4-BE49-F238E27FC236}">
                <a16:creationId xmlns:a16="http://schemas.microsoft.com/office/drawing/2014/main" id="{7AAACC6F-A2B2-201C-1143-00C234082089}"/>
              </a:ext>
            </a:extLst>
          </p:cNvPr>
          <p:cNvSpPr>
            <a:spLocks noGrp="1"/>
          </p:cNvSpPr>
          <p:nvPr>
            <p:ph type="pic" sz="quarter" idx="24"/>
          </p:nvPr>
        </p:nvSpPr>
        <p:spPr>
          <a:xfrm>
            <a:off x="7772400" y="1911096"/>
            <a:ext cx="1993392" cy="3803904"/>
          </a:xfrm>
        </p:spPr>
        <p:txBody>
          <a:bodyPr lIns="91440" tIns="91440" rIns="91440" bIns="91440"/>
          <a:lstStyle>
            <a:lvl1pPr>
              <a:defRPr sz="2000"/>
            </a:lvl1pPr>
          </a:lstStyle>
          <a:p>
            <a:r>
              <a:rPr lang="en-US" noProof="0"/>
              <a:t>Click icon to add picture</a:t>
            </a:r>
          </a:p>
        </p:txBody>
      </p:sp>
      <p:sp>
        <p:nvSpPr>
          <p:cNvPr id="5" name="Content Placeholder 20">
            <a:extLst>
              <a:ext uri="{FF2B5EF4-FFF2-40B4-BE49-F238E27FC236}">
                <a16:creationId xmlns:a16="http://schemas.microsoft.com/office/drawing/2014/main" id="{B92E25EB-FFDE-E9E0-7CEA-6BF2B9F0A6DF}"/>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spTree>
    <p:extLst>
      <p:ext uri="{BB962C8B-B14F-4D97-AF65-F5344CB8AC3E}">
        <p14:creationId xmlns:p14="http://schemas.microsoft.com/office/powerpoint/2010/main" val="2816947622"/>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794BB4-8070-CB70-06F6-0F69C001300A}"/>
              </a:ext>
            </a:extLst>
          </p:cNvPr>
          <p:cNvSpPr>
            <a:spLocks noGrp="1"/>
          </p:cNvSpPr>
          <p:nvPr>
            <p:ph type="title" hasCustomPrompt="1"/>
          </p:nvPr>
        </p:nvSpPr>
        <p:spPr/>
        <p:txBody>
          <a:bodyPr/>
          <a:lstStyle/>
          <a:p>
            <a:r>
              <a:rPr lang="en-US"/>
              <a:t>Title only slide – click to add title</a:t>
            </a:r>
          </a:p>
        </p:txBody>
      </p:sp>
      <p:sp>
        <p:nvSpPr>
          <p:cNvPr id="2" name="Footer Placeholder 1">
            <a:extLst>
              <a:ext uri="{FF2B5EF4-FFF2-40B4-BE49-F238E27FC236}">
                <a16:creationId xmlns:a16="http://schemas.microsoft.com/office/drawing/2014/main" id="{F2C87742-AE32-5B9D-5FE2-AFB515A3B860}"/>
              </a:ext>
            </a:extLst>
          </p:cNvPr>
          <p:cNvSpPr>
            <a:spLocks noGrp="1"/>
          </p:cNvSpPr>
          <p:nvPr>
            <p:ph type="ftr" sz="quarter" idx="13"/>
          </p:nvPr>
        </p:nvSpPr>
        <p:spPr>
          <a:xfrm>
            <a:off x="4038600" y="6965950"/>
            <a:ext cx="4114800" cy="137160"/>
          </a:xfrm>
        </p:spPr>
        <p:txBody>
          <a:bodyPr/>
          <a:lstStyle/>
          <a:p>
            <a:endParaRPr lang="en-US" noProof="0"/>
          </a:p>
        </p:txBody>
      </p:sp>
      <p:sp>
        <p:nvSpPr>
          <p:cNvPr id="7" name="Slide Number Placeholder 6">
            <a:extLst>
              <a:ext uri="{FF2B5EF4-FFF2-40B4-BE49-F238E27FC236}">
                <a16:creationId xmlns:a16="http://schemas.microsoft.com/office/drawing/2014/main" id="{0CD77F76-3BCB-7CAC-C7D7-E0AAD9A90688}"/>
              </a:ext>
            </a:extLst>
          </p:cNvPr>
          <p:cNvSpPr>
            <a:spLocks noGrp="1"/>
          </p:cNvSpPr>
          <p:nvPr>
            <p:ph type="sldNum" sz="quarter" idx="12"/>
          </p:nvPr>
        </p:nvSpPr>
        <p:spPr>
          <a:xfrm>
            <a:off x="11163034" y="6965950"/>
            <a:ext cx="261660" cy="137160"/>
          </a:xfrm>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140486627"/>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Read Only 3">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CV &amp; team layouts</a:t>
            </a:r>
            <a:endParaRPr lang="en-US" sz="16600">
              <a:solidFill>
                <a:schemeClr val="bg1"/>
              </a:solidFill>
            </a:endParaRPr>
          </a:p>
        </p:txBody>
      </p:sp>
    </p:spTree>
    <p:extLst>
      <p:ext uri="{BB962C8B-B14F-4D97-AF65-F5344CB8AC3E}">
        <p14:creationId xmlns:p14="http://schemas.microsoft.com/office/powerpoint/2010/main" val="3702379852"/>
      </p:ext>
    </p:extLst>
  </p:cSld>
  <p:clrMapOvr>
    <a:masterClrMapping/>
  </p:clrMapOvr>
  <p:transition/>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V/Resume slide – Layout 2B">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EC2A7C9A-86BC-42EC-9662-AAB1B6F0FB07}"/>
              </a:ext>
            </a:extLst>
          </p:cNvPr>
          <p:cNvSpPr>
            <a:spLocks noGrp="1"/>
          </p:cNvSpPr>
          <p:nvPr>
            <p:ph type="title" hasCustomPrompt="1"/>
          </p:nvPr>
        </p:nvSpPr>
        <p:spPr>
          <a:xfrm>
            <a:off x="2293112" y="685800"/>
            <a:ext cx="6839712" cy="530352"/>
          </a:xfrm>
        </p:spPr>
        <p:txBody>
          <a:bodyPr>
            <a:noAutofit/>
          </a:bodyPr>
          <a:lstStyle>
            <a:lvl1pPr marL="0" indent="0">
              <a:buFont typeface="Arial" panose="020B0604020202020204" pitchFamily="34" charset="0"/>
              <a:buNone/>
              <a:defRPr sz="2800">
                <a:solidFill>
                  <a:schemeClr val="tx1"/>
                </a:solidFill>
                <a:latin typeface="+mj-lt"/>
              </a:defRPr>
            </a:lvl1pPr>
          </a:lstStyle>
          <a:p>
            <a:r>
              <a:rPr lang="en-US" noProof="0"/>
              <a:t>CV/Resume layout 2B – click to add name</a:t>
            </a:r>
          </a:p>
        </p:txBody>
      </p:sp>
      <p:sp>
        <p:nvSpPr>
          <p:cNvPr id="3" name="Cornerstone">
            <a:extLst>
              <a:ext uri="{FF2B5EF4-FFF2-40B4-BE49-F238E27FC236}">
                <a16:creationId xmlns:a16="http://schemas.microsoft.com/office/drawing/2014/main" id="{20503735-E700-A08F-CA56-1716FA65B6B7}"/>
              </a:ext>
              <a:ext uri="{C183D7F6-B498-43B3-948B-1728B52AA6E4}">
                <adec:decorative xmlns:adec="http://schemas.microsoft.com/office/drawing/2017/decorative" val="1"/>
              </a:ext>
            </a:extLst>
          </p:cNvPr>
          <p:cNvSpPr>
            <a:spLocks noChangeAspect="1"/>
          </p:cNvSpPr>
          <p:nvPr userDrawn="1"/>
        </p:nvSpPr>
        <p:spPr bwMode="gray">
          <a:xfrm rot="16200000">
            <a:off x="10119233" y="770932"/>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a:gsLst>
              <a:gs pos="0">
                <a:srgbClr val="FFCDD2"/>
              </a:gs>
              <a:gs pos="33000">
                <a:srgbClr val="FF6A00"/>
              </a:gs>
              <a:gs pos="66000">
                <a:srgbClr val="E31937"/>
              </a:gs>
              <a:gs pos="100000">
                <a:srgbClr val="991F3D"/>
              </a:gs>
            </a:gsLst>
            <a:lin ang="5400000" scaled="0"/>
          </a:gradFill>
        </p:spPr>
        <p:txBody>
          <a:bodyPr vert="horz" wrap="square" lIns="0" tIns="0" rIns="0" bIns="0" rtlCol="0" anchor="t" anchorCtr="0">
            <a:normAutofit/>
          </a:bodyPr>
          <a:lstStyle/>
          <a:p>
            <a:pPr lvl="0"/>
            <a:endParaRPr lang="en-US" noProof="0"/>
          </a:p>
        </p:txBody>
      </p:sp>
      <p:sp>
        <p:nvSpPr>
          <p:cNvPr id="20" name="Picture Placeholder 2" descr="Photograph of Name (person the slide is referencing)">
            <a:extLst>
              <a:ext uri="{FF2B5EF4-FFF2-40B4-BE49-F238E27FC236}">
                <a16:creationId xmlns:a16="http://schemas.microsoft.com/office/drawing/2014/main" id="{E1DAC4B7-C35F-7044-83C8-D938420F6B74}"/>
              </a:ext>
            </a:extLst>
          </p:cNvPr>
          <p:cNvSpPr>
            <a:spLocks noGrp="1"/>
          </p:cNvSpPr>
          <p:nvPr>
            <p:ph type="pic" sz="quarter" idx="11"/>
          </p:nvPr>
        </p:nvSpPr>
        <p:spPr>
          <a:xfrm>
            <a:off x="766763" y="770931"/>
            <a:ext cx="1268099" cy="1268099"/>
          </a:xfrm>
          <a:prstGeom prst="rect">
            <a:avLst/>
          </a:prstGeom>
        </p:spPr>
        <p:txBody>
          <a:bodyPr/>
          <a:lstStyle>
            <a:lvl1pPr marL="0" indent="0">
              <a:buNone/>
              <a:defRPr sz="1400"/>
            </a:lvl1pPr>
          </a:lstStyle>
          <a:p>
            <a:r>
              <a:rPr lang="en-US" noProof="0"/>
              <a:t>Click icon to add picture</a:t>
            </a:r>
          </a:p>
        </p:txBody>
      </p:sp>
      <p:sp>
        <p:nvSpPr>
          <p:cNvPr id="22" name="Job Title Placeholder 3">
            <a:extLst>
              <a:ext uri="{FF2B5EF4-FFF2-40B4-BE49-F238E27FC236}">
                <a16:creationId xmlns:a16="http://schemas.microsoft.com/office/drawing/2014/main" id="{EF63D75B-27D2-1A46-8CF6-000336CAFAEB}"/>
              </a:ext>
            </a:extLst>
          </p:cNvPr>
          <p:cNvSpPr>
            <a:spLocks noGrp="1"/>
          </p:cNvSpPr>
          <p:nvPr>
            <p:ph type="body" sz="quarter" idx="14" hasCustomPrompt="1"/>
          </p:nvPr>
        </p:nvSpPr>
        <p:spPr>
          <a:xfrm>
            <a:off x="2295992" y="1390015"/>
            <a:ext cx="6840388" cy="242304"/>
          </a:xfrm>
          <a:prstGeom prst="rect">
            <a:avLst/>
          </a:prstGeom>
        </p:spPr>
        <p:txBody>
          <a:bodyPr lIns="0" tIns="0" rIns="0" bIns="0"/>
          <a:lstStyle>
            <a:lvl1pPr>
              <a:buNone/>
              <a:defRPr sz="1400" b="1">
                <a:solidFill>
                  <a:srgbClr val="E31937"/>
                </a:solidFill>
              </a:defRPr>
            </a:lvl1pPr>
          </a:lstStyle>
          <a:p>
            <a:pPr lvl="0"/>
            <a:r>
              <a:rPr lang="en-US" noProof="0"/>
              <a:t>Insert your title here</a:t>
            </a:r>
          </a:p>
        </p:txBody>
      </p:sp>
      <p:sp>
        <p:nvSpPr>
          <p:cNvPr id="23" name="Years experience and field placeholder 4">
            <a:extLst>
              <a:ext uri="{FF2B5EF4-FFF2-40B4-BE49-F238E27FC236}">
                <a16:creationId xmlns:a16="http://schemas.microsoft.com/office/drawing/2014/main" id="{4D12600E-F927-204E-9785-6D21E75B2E9D}"/>
              </a:ext>
            </a:extLst>
          </p:cNvPr>
          <p:cNvSpPr>
            <a:spLocks noGrp="1"/>
          </p:cNvSpPr>
          <p:nvPr>
            <p:ph type="body" sz="quarter" idx="16" hasCustomPrompt="1"/>
          </p:nvPr>
        </p:nvSpPr>
        <p:spPr>
          <a:xfrm>
            <a:off x="2295992" y="1644886"/>
            <a:ext cx="6840388" cy="269303"/>
          </a:xfrm>
          <a:prstGeom prst="rect">
            <a:avLst/>
          </a:prstGeom>
        </p:spPr>
        <p:txBody>
          <a:bodyPr lIns="0" tIns="0" rIns="0" bIns="0"/>
          <a:lstStyle>
            <a:lvl1pPr marL="0">
              <a:buNone/>
              <a:defRPr sz="1400"/>
            </a:lvl1pPr>
          </a:lstStyle>
          <a:p>
            <a:pPr lvl="0"/>
            <a:r>
              <a:rPr lang="en-US" noProof="0"/>
              <a:t>Insert years of experience and specify your field</a:t>
            </a:r>
          </a:p>
        </p:txBody>
      </p:sp>
      <p:cxnSp>
        <p:nvCxnSpPr>
          <p:cNvPr id="24" name="Black divider line">
            <a:extLst>
              <a:ext uri="{FF2B5EF4-FFF2-40B4-BE49-F238E27FC236}">
                <a16:creationId xmlns:a16="http://schemas.microsoft.com/office/drawing/2014/main" id="{88D1CEE3-25F9-A644-B5D1-88B5CE31DFE8}"/>
              </a:ext>
              <a:ext uri="{C183D7F6-B498-43B3-948B-1728B52AA6E4}">
                <adec:decorative xmlns:adec="http://schemas.microsoft.com/office/drawing/2017/decorative" val="1"/>
              </a:ext>
            </a:extLst>
          </p:cNvPr>
          <p:cNvCxnSpPr>
            <a:cxnSpLocks/>
          </p:cNvCxnSpPr>
          <p:nvPr userDrawn="1"/>
        </p:nvCxnSpPr>
        <p:spPr bwMode="gray">
          <a:xfrm>
            <a:off x="2286000" y="2039050"/>
            <a:ext cx="1524000" cy="0"/>
          </a:xfrm>
          <a:prstGeom prst="line">
            <a:avLst/>
          </a:prstGeom>
          <a:noFill/>
          <a:ln w="12700">
            <a:solidFill>
              <a:schemeClr val="tx1"/>
            </a:solidFill>
            <a:round/>
          </a:ln>
          <a:effectLst/>
        </p:spPr>
      </p:cxnSp>
      <p:sp>
        <p:nvSpPr>
          <p:cNvPr id="17" name="Education heading 9">
            <a:extLst>
              <a:ext uri="{FF2B5EF4-FFF2-40B4-BE49-F238E27FC236}">
                <a16:creationId xmlns:a16="http://schemas.microsoft.com/office/drawing/2014/main" id="{E4AA569B-C28D-AD47-9953-D0588135086D}"/>
              </a:ext>
            </a:extLst>
          </p:cNvPr>
          <p:cNvSpPr>
            <a:spLocks noGrp="1"/>
          </p:cNvSpPr>
          <p:nvPr>
            <p:ph type="body" sz="quarter" idx="24" hasCustomPrompt="1"/>
          </p:nvPr>
        </p:nvSpPr>
        <p:spPr>
          <a:xfrm>
            <a:off x="766618" y="2176272"/>
            <a:ext cx="1271016" cy="176230"/>
          </a:xfrm>
          <a:prstGeom prst="rect">
            <a:avLst/>
          </a:prstGeom>
        </p:spPr>
        <p:txBody>
          <a:bodyPr lIns="0" tIns="0" rIns="0" bIns="0"/>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Education</a:t>
            </a:r>
            <a:endParaRPr lang="en-US" noProof="0"/>
          </a:p>
        </p:txBody>
      </p:sp>
      <p:sp>
        <p:nvSpPr>
          <p:cNvPr id="33" name="Education placeholder 10">
            <a:extLst>
              <a:ext uri="{FF2B5EF4-FFF2-40B4-BE49-F238E27FC236}">
                <a16:creationId xmlns:a16="http://schemas.microsoft.com/office/drawing/2014/main" id="{0E6E6EE5-3E45-724C-B03C-6AF0B9F54EB7}"/>
              </a:ext>
            </a:extLst>
          </p:cNvPr>
          <p:cNvSpPr>
            <a:spLocks noGrp="1"/>
          </p:cNvSpPr>
          <p:nvPr>
            <p:ph type="body" sz="quarter" idx="17" hasCustomPrompt="1"/>
          </p:nvPr>
        </p:nvSpPr>
        <p:spPr>
          <a:xfrm>
            <a:off x="767409" y="2397065"/>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5" name="Trainings and Certifications heading 11">
            <a:extLst>
              <a:ext uri="{FF2B5EF4-FFF2-40B4-BE49-F238E27FC236}">
                <a16:creationId xmlns:a16="http://schemas.microsoft.com/office/drawing/2014/main" id="{3B4038C1-CF32-5E8E-A8EC-A1AA657A5CE7}"/>
              </a:ext>
            </a:extLst>
          </p:cNvPr>
          <p:cNvSpPr>
            <a:spLocks noGrp="1"/>
          </p:cNvSpPr>
          <p:nvPr>
            <p:ph type="body" sz="quarter" idx="26" hasCustomPrompt="1"/>
          </p:nvPr>
        </p:nvSpPr>
        <p:spPr>
          <a:xfrm>
            <a:off x="766618" y="3355559"/>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Trainings and certifications</a:t>
            </a:r>
          </a:p>
        </p:txBody>
      </p:sp>
      <p:sp>
        <p:nvSpPr>
          <p:cNvPr id="6" name="Trainings and Certifications placeholder 12">
            <a:extLst>
              <a:ext uri="{FF2B5EF4-FFF2-40B4-BE49-F238E27FC236}">
                <a16:creationId xmlns:a16="http://schemas.microsoft.com/office/drawing/2014/main" id="{DE764737-C8EE-6D98-6071-BDC90207FC65}"/>
              </a:ext>
            </a:extLst>
          </p:cNvPr>
          <p:cNvSpPr>
            <a:spLocks noGrp="1"/>
          </p:cNvSpPr>
          <p:nvPr>
            <p:ph type="body" sz="quarter" idx="27" hasCustomPrompt="1"/>
          </p:nvPr>
        </p:nvSpPr>
        <p:spPr>
          <a:xfrm>
            <a:off x="767409" y="3770628"/>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7" name="Industry Experience heading 13">
            <a:extLst>
              <a:ext uri="{FF2B5EF4-FFF2-40B4-BE49-F238E27FC236}">
                <a16:creationId xmlns:a16="http://schemas.microsoft.com/office/drawing/2014/main" id="{C5F521A6-3EB1-E1C7-732A-10CFF53ADBFA}"/>
              </a:ext>
            </a:extLst>
          </p:cNvPr>
          <p:cNvSpPr>
            <a:spLocks noGrp="1"/>
          </p:cNvSpPr>
          <p:nvPr>
            <p:ph type="body" sz="quarter" idx="28" hasCustomPrompt="1"/>
          </p:nvPr>
        </p:nvSpPr>
        <p:spPr>
          <a:xfrm>
            <a:off x="766618" y="4723251"/>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Industry experience </a:t>
            </a:r>
          </a:p>
        </p:txBody>
      </p:sp>
      <p:sp>
        <p:nvSpPr>
          <p:cNvPr id="8" name="Industry Experience placeholder 14">
            <a:extLst>
              <a:ext uri="{FF2B5EF4-FFF2-40B4-BE49-F238E27FC236}">
                <a16:creationId xmlns:a16="http://schemas.microsoft.com/office/drawing/2014/main" id="{7915FE71-ED13-F277-0F2A-FF9B823EBB58}"/>
              </a:ext>
            </a:extLst>
          </p:cNvPr>
          <p:cNvSpPr>
            <a:spLocks noGrp="1"/>
          </p:cNvSpPr>
          <p:nvPr>
            <p:ph type="body" sz="quarter" idx="29" hasCustomPrompt="1"/>
          </p:nvPr>
        </p:nvSpPr>
        <p:spPr>
          <a:xfrm>
            <a:off x="767409" y="5143529"/>
            <a:ext cx="1271016" cy="928087"/>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27" name="Profile heading 5">
            <a:extLst>
              <a:ext uri="{FF2B5EF4-FFF2-40B4-BE49-F238E27FC236}">
                <a16:creationId xmlns:a16="http://schemas.microsoft.com/office/drawing/2014/main" id="{FBFE1A4F-1319-5F40-82D6-46309EFFB0F2}"/>
              </a:ext>
            </a:extLst>
          </p:cNvPr>
          <p:cNvSpPr>
            <a:spLocks noGrp="1"/>
          </p:cNvSpPr>
          <p:nvPr>
            <p:ph type="body" sz="quarter" idx="20" hasCustomPrompt="1"/>
          </p:nvPr>
        </p:nvSpPr>
        <p:spPr>
          <a:xfrm>
            <a:off x="2295992" y="2176272"/>
            <a:ext cx="9115474" cy="173736"/>
          </a:xfrm>
          <a:prstGeom prst="rect">
            <a:avLst/>
          </a:prstGeom>
        </p:spPr>
        <p:txBody>
          <a:bodyPr lIns="0" tIns="0" rIns="0" bIns="0"/>
          <a:lstStyle>
            <a:lvl1pPr marL="0" indent="0">
              <a:spcBef>
                <a:spcPct val="0"/>
              </a:spcBef>
              <a:buNone/>
              <a:defRPr sz="1200" b="1">
                <a:solidFill>
                  <a:srgbClr val="5236AB"/>
                </a:solidFill>
                <a:latin typeface="+mj-lt"/>
              </a:defRPr>
            </a:lvl1pPr>
          </a:lstStyle>
          <a:p>
            <a:r>
              <a:rPr lang="en-US" noProof="0"/>
              <a:t>Profile</a:t>
            </a:r>
          </a:p>
        </p:txBody>
      </p:sp>
      <p:sp>
        <p:nvSpPr>
          <p:cNvPr id="29" name="Profile text Placeholder 6">
            <a:extLst>
              <a:ext uri="{FF2B5EF4-FFF2-40B4-BE49-F238E27FC236}">
                <a16:creationId xmlns:a16="http://schemas.microsoft.com/office/drawing/2014/main" id="{EE8A863E-8FBF-724E-80FA-10640EBD0C4C}"/>
              </a:ext>
            </a:extLst>
          </p:cNvPr>
          <p:cNvSpPr>
            <a:spLocks noGrp="1"/>
          </p:cNvSpPr>
          <p:nvPr>
            <p:ph type="body" sz="quarter" idx="19" hasCustomPrompt="1"/>
          </p:nvPr>
        </p:nvSpPr>
        <p:spPr>
          <a:xfrm>
            <a:off x="2295992" y="2397784"/>
            <a:ext cx="9116568" cy="903855"/>
          </a:xfrm>
          <a:prstGeom prst="rect">
            <a:avLst/>
          </a:prstGeom>
        </p:spPr>
        <p:txBody>
          <a:bodyPr lIns="0" tIns="0" rIns="0" bIns="0"/>
          <a:lstStyle>
            <a:lvl1pPr marL="0" indent="-102625">
              <a:lnSpc>
                <a:spcPct val="140000"/>
              </a:lnSpc>
              <a:spcBef>
                <a:spcPct val="0"/>
              </a:spcBef>
              <a:buFont typeface="Arial" pitchFamily="34" charset="0"/>
              <a:buNone/>
              <a:defRPr sz="1000" b="0">
                <a:solidFill>
                  <a:schemeClr val="tx1"/>
                </a:solidFill>
              </a:defRPr>
            </a:lvl1pPr>
          </a:lstStyle>
          <a:p>
            <a:pPr lvl="0"/>
            <a:r>
              <a:rPr lang="en-US" noProof="0"/>
              <a:t>Text</a:t>
            </a:r>
          </a:p>
        </p:txBody>
      </p:sp>
      <p:sp>
        <p:nvSpPr>
          <p:cNvPr id="28" name="CGI experience heading 7">
            <a:extLst>
              <a:ext uri="{FF2B5EF4-FFF2-40B4-BE49-F238E27FC236}">
                <a16:creationId xmlns:a16="http://schemas.microsoft.com/office/drawing/2014/main" id="{2DF68F94-DB4D-3642-8310-76BAD8D95A68}"/>
              </a:ext>
            </a:extLst>
          </p:cNvPr>
          <p:cNvSpPr>
            <a:spLocks noGrp="1"/>
          </p:cNvSpPr>
          <p:nvPr>
            <p:ph type="body" sz="quarter" idx="22" hasCustomPrompt="1"/>
          </p:nvPr>
        </p:nvSpPr>
        <p:spPr>
          <a:xfrm>
            <a:off x="2295992" y="3355559"/>
            <a:ext cx="9115474" cy="173736"/>
          </a:xfrm>
          <a:prstGeom prst="rect">
            <a:avLst/>
          </a:prstGeom>
        </p:spPr>
        <p:txBody>
          <a:bodyPr lIns="0" tIns="0" rIns="0" bIns="0"/>
          <a:lstStyle>
            <a:lvl1pPr marL="0" indent="0">
              <a:spcBef>
                <a:spcPct val="0"/>
              </a:spcBef>
              <a:buFont typeface="Arial" pitchFamily="34" charset="0"/>
              <a:buNone/>
              <a:defRPr sz="1200" b="1">
                <a:solidFill>
                  <a:srgbClr val="5236AB"/>
                </a:solidFill>
                <a:latin typeface="+mj-lt"/>
              </a:defRPr>
            </a:lvl1pPr>
          </a:lstStyle>
          <a:p>
            <a:pPr indent="0">
              <a:buFont typeface="Arial" pitchFamily="34" charset="0"/>
              <a:buNone/>
            </a:pPr>
            <a:r>
              <a:rPr lang="en-US" noProof="0"/>
              <a:t>CGI Experience</a:t>
            </a:r>
            <a:endParaRPr lang="en-US" sz="800" b="1" noProof="0">
              <a:solidFill>
                <a:schemeClr val="accent3"/>
              </a:solidFill>
            </a:endParaRPr>
          </a:p>
        </p:txBody>
      </p:sp>
      <p:sp>
        <p:nvSpPr>
          <p:cNvPr id="12" name="CGI experience placeholder 8">
            <a:extLst>
              <a:ext uri="{FF2B5EF4-FFF2-40B4-BE49-F238E27FC236}">
                <a16:creationId xmlns:a16="http://schemas.microsoft.com/office/drawing/2014/main" id="{3ED21DB0-6FD4-6DC8-7B82-36996F4C90D9}"/>
              </a:ext>
            </a:extLst>
          </p:cNvPr>
          <p:cNvSpPr>
            <a:spLocks noGrp="1"/>
          </p:cNvSpPr>
          <p:nvPr>
            <p:ph type="body" sz="quarter" idx="30" hasCustomPrompt="1"/>
          </p:nvPr>
        </p:nvSpPr>
        <p:spPr>
          <a:xfrm>
            <a:off x="2295144" y="3562212"/>
            <a:ext cx="9116568" cy="2509404"/>
          </a:xfrm>
          <a:prstGeom prst="rect">
            <a:avLst/>
          </a:prstGeom>
          <a:noFill/>
        </p:spPr>
        <p:txBody>
          <a:bodyPr lIns="0" tIns="0" rIns="0" bIns="0" numCol="2"/>
          <a:lstStyle>
            <a:lvl1pPr marL="0" indent="0">
              <a:lnSpc>
                <a:spcPct val="140000"/>
              </a:lnSpc>
              <a:spcBef>
                <a:spcPts val="0"/>
              </a:spcBef>
              <a:buFont typeface="Arial" panose="020B0604020202020204" pitchFamily="34" charset="0"/>
              <a:buNone/>
              <a:defRPr sz="1000">
                <a:solidFill>
                  <a:srgbClr val="E31937"/>
                </a:solidFill>
              </a:defRPr>
            </a:lvl1pPr>
            <a:lvl2pPr marL="169863" indent="-169863">
              <a:lnSpc>
                <a:spcPct val="140000"/>
              </a:lnSpc>
              <a:spcBef>
                <a:spcPts val="0"/>
              </a:spcBef>
              <a:buFont typeface="Arial" panose="020B0604020202020204" pitchFamily="34" charset="0"/>
              <a:buChar char="•"/>
              <a:defRPr sz="1000"/>
            </a:lvl2pPr>
            <a:lvl3pPr marL="457200" indent="-223838">
              <a:lnSpc>
                <a:spcPct val="140000"/>
              </a:lnSpc>
              <a:spcBef>
                <a:spcPts val="0"/>
              </a:spcBef>
              <a:buFont typeface="Arial" panose="020B0604020202020204" pitchFamily="34" charset="0"/>
              <a:buChar char="─"/>
              <a:defRPr sz="1000"/>
            </a:lvl3pPr>
          </a:lstStyle>
          <a:p>
            <a:pPr lvl="0"/>
            <a:r>
              <a:rPr lang="en-US" noProof="0"/>
              <a:t>Client, Project description (Dates mm/</a:t>
            </a:r>
            <a:r>
              <a:rPr lang="en-US" noProof="0" err="1"/>
              <a:t>yy</a:t>
            </a:r>
            <a:r>
              <a:rPr lang="en-US" noProof="0"/>
              <a:t> to mm/</a:t>
            </a:r>
            <a:r>
              <a:rPr lang="en-US" noProof="0" err="1"/>
              <a:t>yy</a:t>
            </a:r>
            <a:r>
              <a:rPr lang="en-US" noProof="0"/>
              <a:t>)</a:t>
            </a:r>
          </a:p>
          <a:p>
            <a:pPr lvl="1"/>
            <a:r>
              <a:rPr lang="en-US" noProof="0"/>
              <a:t>Provide a brief project description or your tasks in a short paragraph</a:t>
            </a:r>
          </a:p>
          <a:p>
            <a:pPr lvl="2"/>
            <a:r>
              <a:rPr lang="en-US" noProof="0"/>
              <a:t>Third level</a:t>
            </a:r>
          </a:p>
        </p:txBody>
      </p:sp>
      <p:sp>
        <p:nvSpPr>
          <p:cNvPr id="2" name="Footer Placeholder 1">
            <a:extLst>
              <a:ext uri="{FF2B5EF4-FFF2-40B4-BE49-F238E27FC236}">
                <a16:creationId xmlns:a16="http://schemas.microsoft.com/office/drawing/2014/main" id="{EEC5DF5F-46C2-4ECF-5DCA-52469D23C82C}"/>
              </a:ext>
              <a:ext uri="{C183D7F6-B498-43B3-948B-1728B52AA6E4}">
                <adec:decorative xmlns:adec="http://schemas.microsoft.com/office/drawing/2017/decorative" val="1"/>
              </a:ext>
            </a:extLst>
          </p:cNvPr>
          <p:cNvSpPr>
            <a:spLocks noGrp="1"/>
          </p:cNvSpPr>
          <p:nvPr>
            <p:ph type="ftr" sz="quarter" idx="32"/>
          </p:nvPr>
        </p:nvSpPr>
        <p:spPr/>
        <p:txBody>
          <a:bodyPr/>
          <a:lstStyle/>
          <a:p>
            <a:endParaRPr lang="en-US" noProof="0"/>
          </a:p>
        </p:txBody>
      </p:sp>
      <p:sp>
        <p:nvSpPr>
          <p:cNvPr id="4" name="Slide Number Placeholder 16">
            <a:extLst>
              <a:ext uri="{FF2B5EF4-FFF2-40B4-BE49-F238E27FC236}">
                <a16:creationId xmlns:a16="http://schemas.microsoft.com/office/drawing/2014/main" id="{005CB31B-89C5-283F-C517-9A4F6C810093}"/>
              </a:ext>
              <a:ext uri="{C183D7F6-B498-43B3-948B-1728B52AA6E4}">
                <adec:decorative xmlns:adec="http://schemas.microsoft.com/office/drawing/2017/decorative" val="1"/>
              </a:ext>
            </a:extLst>
          </p:cNvPr>
          <p:cNvSpPr>
            <a:spLocks noGrp="1"/>
          </p:cNvSpPr>
          <p:nvPr>
            <p:ph type="sldNum" sz="quarter" idx="40"/>
          </p:nvPr>
        </p:nvSpPr>
        <p:spPr>
          <a:xfrm>
            <a:off x="11162244" y="6967728"/>
            <a:ext cx="261660" cy="137160"/>
          </a:xfrm>
        </p:spPr>
        <p:txBody>
          <a:bodyPr/>
          <a:lstStyle/>
          <a:p>
            <a:fld id="{525A3C56-E491-49B2-93F3-63532DF516BC}" type="slidenum">
              <a:rPr lang="en-US" noProof="0" smtClean="0"/>
              <a:pPr/>
              <a:t>‹#›</a:t>
            </a:fld>
            <a:endParaRPr lang="en-US" noProof="0"/>
          </a:p>
        </p:txBody>
      </p:sp>
      <p:pic>
        <p:nvPicPr>
          <p:cNvPr id="9" name="CGI Logo">
            <a:extLst>
              <a:ext uri="{FF2B5EF4-FFF2-40B4-BE49-F238E27FC236}">
                <a16:creationId xmlns:a16="http://schemas.microsoft.com/office/drawing/2014/main" id="{0901D6D2-00BE-E7A2-05BB-60202B6574E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68000" y="6123539"/>
            <a:ext cx="773004" cy="359708"/>
          </a:xfrm>
          <a:prstGeom prst="rect">
            <a:avLst/>
          </a:prstGeom>
          <a:solidFill>
            <a:schemeClr val="bg1"/>
          </a:solidFill>
        </p:spPr>
      </p:pic>
    </p:spTree>
    <p:extLst>
      <p:ext uri="{BB962C8B-B14F-4D97-AF65-F5344CB8AC3E}">
        <p14:creationId xmlns:p14="http://schemas.microsoft.com/office/powerpoint/2010/main" val="4108952717"/>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am - 1">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latin typeface="+mj-lt"/>
              </a:defRPr>
            </a:lvl1pPr>
          </a:lstStyle>
          <a:p>
            <a:r>
              <a:rPr lang="en-US" noProof="0"/>
              <a:t>Team slide with 1 individual – click to add title</a:t>
            </a:r>
          </a:p>
        </p:txBody>
      </p:sp>
      <p:sp>
        <p:nvSpPr>
          <p:cNvPr id="2" name="Picture Placeholder 9" descr="Photograph of First and Last name &#10;(person the slide is referencing)">
            <a:extLst>
              <a:ext uri="{FF2B5EF4-FFF2-40B4-BE49-F238E27FC236}">
                <a16:creationId xmlns:a16="http://schemas.microsoft.com/office/drawing/2014/main" id="{231AFE98-6A5E-D4D3-B165-B845C3DD26D1}"/>
              </a:ext>
            </a:extLst>
          </p:cNvPr>
          <p:cNvSpPr>
            <a:spLocks noGrp="1"/>
          </p:cNvSpPr>
          <p:nvPr>
            <p:ph type="pic" sz="quarter" idx="13" hasCustomPrompt="1"/>
          </p:nvPr>
        </p:nvSpPr>
        <p:spPr>
          <a:xfrm>
            <a:off x="1522413" y="2423694"/>
            <a:ext cx="2268538" cy="2268000"/>
          </a:xfrm>
          <a:custGeom>
            <a:avLst/>
            <a:gdLst>
              <a:gd name="connsiteX0" fmla="*/ 0 w 2268538"/>
              <a:gd name="connsiteY0" fmla="*/ 0 h 2268000"/>
              <a:gd name="connsiteX1" fmla="*/ 2268538 w 2268538"/>
              <a:gd name="connsiteY1" fmla="*/ 0 h 2268000"/>
              <a:gd name="connsiteX2" fmla="*/ 2268538 w 2268538"/>
              <a:gd name="connsiteY2" fmla="*/ 2268000 h 2268000"/>
              <a:gd name="connsiteX3" fmla="*/ 763200 w 2268538"/>
              <a:gd name="connsiteY3" fmla="*/ 2268000 h 2268000"/>
              <a:gd name="connsiteX4" fmla="*/ 763200 w 2268538"/>
              <a:gd name="connsiteY4" fmla="*/ 1504800 h 2268000"/>
              <a:gd name="connsiteX5" fmla="*/ 0 w 2268538"/>
              <a:gd name="connsiteY5" fmla="*/ 1504800 h 226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68538" h="2268000">
                <a:moveTo>
                  <a:pt x="0" y="0"/>
                </a:moveTo>
                <a:lnTo>
                  <a:pt x="2268538" y="0"/>
                </a:lnTo>
                <a:lnTo>
                  <a:pt x="2268538" y="2268000"/>
                </a:lnTo>
                <a:lnTo>
                  <a:pt x="763200" y="2268000"/>
                </a:lnTo>
                <a:lnTo>
                  <a:pt x="763200" y="1504800"/>
                </a:lnTo>
                <a:lnTo>
                  <a:pt x="0" y="1504800"/>
                </a:lnTo>
                <a:close/>
              </a:path>
            </a:pathLst>
          </a:custGeom>
        </p:spPr>
        <p:txBody>
          <a:bodyPr wrap="square">
            <a:noAutofit/>
          </a:bodyPr>
          <a:lstStyle>
            <a:lvl1pPr marL="0" indent="0" algn="ctr">
              <a:buNone/>
              <a:defRPr sz="1400"/>
            </a:lvl1pPr>
          </a:lstStyle>
          <a:p>
            <a:r>
              <a:rPr lang="en-US" noProof="0"/>
              <a:t>Click on icon to add photo</a:t>
            </a:r>
          </a:p>
        </p:txBody>
      </p:sp>
      <p:sp>
        <p:nvSpPr>
          <p:cNvPr id="5" name="Name placeholder">
            <a:extLst>
              <a:ext uri="{FF2B5EF4-FFF2-40B4-BE49-F238E27FC236}">
                <a16:creationId xmlns:a16="http://schemas.microsoft.com/office/drawing/2014/main" id="{6679637A-741D-5947-2DB7-086DDC016755}"/>
              </a:ext>
            </a:extLst>
          </p:cNvPr>
          <p:cNvSpPr>
            <a:spLocks noGrp="1"/>
          </p:cNvSpPr>
          <p:nvPr>
            <p:ph type="body" sz="quarter" idx="29" hasCustomPrompt="1"/>
          </p:nvPr>
        </p:nvSpPr>
        <p:spPr>
          <a:xfrm>
            <a:off x="4314026" y="2423649"/>
            <a:ext cx="6353973" cy="472710"/>
          </a:xfrm>
          <a:prstGeom prst="rect">
            <a:avLst/>
          </a:prstGeom>
        </p:spPr>
        <p:txBody>
          <a:bodyPr lIns="0" tIns="0" rIns="0" bIns="0" anchor="ctr">
            <a:noAutofit/>
          </a:bodyPr>
          <a:lstStyle>
            <a:lvl1pPr marL="0" indent="0" algn="l">
              <a:spcBef>
                <a:spcPts val="0"/>
              </a:spcBef>
              <a:buNone/>
              <a:defRPr sz="1600" b="1">
                <a:solidFill>
                  <a:schemeClr val="tx1"/>
                </a:solidFill>
                <a:latin typeface="+mj-lt"/>
              </a:defRPr>
            </a:lvl1pPr>
            <a:lvl4pPr marL="1371600" indent="0">
              <a:buNone/>
              <a:defRPr/>
            </a:lvl4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a:t>First and Last name</a:t>
            </a:r>
          </a:p>
        </p:txBody>
      </p:sp>
      <p:sp>
        <p:nvSpPr>
          <p:cNvPr id="6" name="Text placeholder">
            <a:extLst>
              <a:ext uri="{FF2B5EF4-FFF2-40B4-BE49-F238E27FC236}">
                <a16:creationId xmlns:a16="http://schemas.microsoft.com/office/drawing/2014/main" id="{F7A2D79E-F40F-3EAF-8DB2-4BBCB968920B}"/>
              </a:ext>
            </a:extLst>
          </p:cNvPr>
          <p:cNvSpPr>
            <a:spLocks noGrp="1"/>
          </p:cNvSpPr>
          <p:nvPr>
            <p:ph type="body" sz="quarter" idx="30" hasCustomPrompt="1"/>
          </p:nvPr>
        </p:nvSpPr>
        <p:spPr>
          <a:xfrm>
            <a:off x="4314027" y="3056433"/>
            <a:ext cx="6353972" cy="1635215"/>
          </a:xfrm>
          <a:prstGeom prst="rect">
            <a:avLst/>
          </a:prstGeom>
        </p:spPr>
        <p:txBody>
          <a:bodyPr lIns="0" tIns="0" rIns="0" bIns="0">
            <a:noAutofit/>
          </a:bodyPr>
          <a:lstStyle>
            <a:lvl1pPr marL="0" indent="0" algn="l">
              <a:spcBef>
                <a:spcPts val="0"/>
              </a:spcBef>
              <a:buNone/>
              <a:defRPr sz="1600" b="0">
                <a:solidFill>
                  <a:schemeClr val="tx1"/>
                </a:solidFill>
              </a:defRPr>
            </a:lvl1pPr>
            <a:lvl4pPr marL="1371600" indent="0">
              <a:buNone/>
              <a:defRPr/>
            </a:lvl4pPr>
          </a:lstStyle>
          <a:p>
            <a:pPr lvl="0"/>
            <a:r>
              <a:rPr lang="en-US" noProof="0"/>
              <a:t>Job title</a:t>
            </a:r>
          </a:p>
          <a:p>
            <a:pPr lvl="0"/>
            <a:r>
              <a:rPr lang="en-US" noProof="0"/>
              <a:t>Division</a:t>
            </a:r>
          </a:p>
          <a:p>
            <a:pPr lvl="0"/>
            <a:r>
              <a:rPr lang="en-US" noProof="0"/>
              <a:t>Office</a:t>
            </a:r>
          </a:p>
        </p:txBody>
      </p:sp>
      <p:sp>
        <p:nvSpPr>
          <p:cNvPr id="7" name="Cornerstone">
            <a:extLst>
              <a:ext uri="{FF2B5EF4-FFF2-40B4-BE49-F238E27FC236}">
                <a16:creationId xmlns:a16="http://schemas.microsoft.com/office/drawing/2014/main" id="{3FEF4AF0-5102-D72C-A0D3-2C61B18F3D90}"/>
              </a:ext>
              <a:ext uri="{C183D7F6-B498-43B3-948B-1728B52AA6E4}">
                <adec:decorative xmlns:adec="http://schemas.microsoft.com/office/drawing/2017/decorative" val="1"/>
              </a:ext>
            </a:extLst>
          </p:cNvPr>
          <p:cNvSpPr>
            <a:spLocks noChangeAspect="1"/>
          </p:cNvSpPr>
          <p:nvPr userDrawn="1"/>
        </p:nvSpPr>
        <p:spPr bwMode="gray">
          <a:xfrm rot="16200000">
            <a:off x="1522413" y="3924894"/>
            <a:ext cx="766800" cy="766799"/>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3" name="Footer Placeholder 2">
            <a:extLst>
              <a:ext uri="{FF2B5EF4-FFF2-40B4-BE49-F238E27FC236}">
                <a16:creationId xmlns:a16="http://schemas.microsoft.com/office/drawing/2014/main" id="{0E106856-5803-3126-21B5-742CEC17F429}"/>
              </a:ext>
              <a:ext uri="{C183D7F6-B498-43B3-948B-1728B52AA6E4}">
                <adec:decorative xmlns:adec="http://schemas.microsoft.com/office/drawing/2017/decorative" val="1"/>
              </a:ext>
            </a:extLst>
          </p:cNvPr>
          <p:cNvSpPr>
            <a:spLocks noGrp="1"/>
          </p:cNvSpPr>
          <p:nvPr>
            <p:ph type="ftr" sz="quarter" idx="34"/>
          </p:nvPr>
        </p:nvSpPr>
        <p:spPr/>
        <p:txBody>
          <a:bodyPr/>
          <a:lstStyle>
            <a:lvl1pPr>
              <a:defRPr>
                <a:solidFill>
                  <a:srgbClr val="E6E6E6"/>
                </a:solidFill>
              </a:defRPr>
            </a:lvl1pPr>
          </a:lstStyle>
          <a:p>
            <a:endParaRPr lang="en-US" noProof="0"/>
          </a:p>
        </p:txBody>
      </p:sp>
      <p:sp>
        <p:nvSpPr>
          <p:cNvPr id="11" name="Slide Number Placeholder 10">
            <a:extLst>
              <a:ext uri="{FF2B5EF4-FFF2-40B4-BE49-F238E27FC236}">
                <a16:creationId xmlns:a16="http://schemas.microsoft.com/office/drawing/2014/main" id="{0F633D6F-3800-D2EE-F82B-3BCFB87E741C}"/>
              </a:ext>
              <a:ext uri="{C183D7F6-B498-43B3-948B-1728B52AA6E4}">
                <adec:decorative xmlns:adec="http://schemas.microsoft.com/office/drawing/2017/decorative" val="1"/>
              </a:ext>
            </a:extLst>
          </p:cNvPr>
          <p:cNvSpPr>
            <a:spLocks noGrp="1"/>
          </p:cNvSpPr>
          <p:nvPr>
            <p:ph type="sldNum" sz="quarter" idx="33"/>
          </p:nvPr>
        </p:nvSpPr>
        <p:spPr/>
        <p:txBody>
          <a:bodyPr/>
          <a:lstStyle>
            <a:lvl1pPr>
              <a:defRPr>
                <a:solidFill>
                  <a:srgbClr val="E6E6E6"/>
                </a:solidFill>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667626380"/>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am - 2A">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61904" cy="531097"/>
          </a:xfrm>
          <a:noFill/>
        </p:spPr>
        <p:txBody>
          <a:bodyPr>
            <a:noAutofit/>
          </a:bodyPr>
          <a:lstStyle>
            <a:lvl1pPr>
              <a:defRPr sz="2800">
                <a:solidFill>
                  <a:schemeClr val="tx1"/>
                </a:solidFill>
              </a:defRPr>
            </a:lvl1pPr>
          </a:lstStyle>
          <a:p>
            <a:r>
              <a:rPr lang="en-US" noProof="0"/>
              <a:t>Team slide with 2 individuals (layout A) – click to add title</a:t>
            </a:r>
          </a:p>
        </p:txBody>
      </p:sp>
      <p:grpSp>
        <p:nvGrpSpPr>
          <p:cNvPr id="4" name="Group 3">
            <a:extLst>
              <a:ext uri="{FF2B5EF4-FFF2-40B4-BE49-F238E27FC236}">
                <a16:creationId xmlns:a16="http://schemas.microsoft.com/office/drawing/2014/main" id="{D17F034D-7149-A614-1695-FEAB4805FE2F}"/>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4A519421-BBC9-E265-BC60-0732030545E4}"/>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061CB1A3-4B69-185D-4EF4-F12A804B76E6}"/>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8" name="Picture placeholder 5" descr="Photograph of First and Last name &#10;(person the slide is referencing)">
            <a:extLst>
              <a:ext uri="{FF2B5EF4-FFF2-40B4-BE49-F238E27FC236}">
                <a16:creationId xmlns:a16="http://schemas.microsoft.com/office/drawing/2014/main" id="{12EC7163-7641-E7F6-4273-34D71DCF4372}"/>
              </a:ext>
            </a:extLst>
          </p:cNvPr>
          <p:cNvSpPr>
            <a:spLocks noGrp="1" noChangeAspect="1"/>
          </p:cNvSpPr>
          <p:nvPr>
            <p:ph type="pic" sz="quarter" idx="12" hasCustomPrompt="1"/>
          </p:nvPr>
        </p:nvSpPr>
        <p:spPr>
          <a:xfrm>
            <a:off x="3744272"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5" name="Text placeholder 5">
            <a:extLst>
              <a:ext uri="{FF2B5EF4-FFF2-40B4-BE49-F238E27FC236}">
                <a16:creationId xmlns:a16="http://schemas.microsoft.com/office/drawing/2014/main" id="{5CAA202A-5196-3008-D768-8C9A0F9DB6EA}"/>
              </a:ext>
            </a:extLst>
          </p:cNvPr>
          <p:cNvSpPr>
            <a:spLocks noGrp="1"/>
          </p:cNvSpPr>
          <p:nvPr>
            <p:ph type="body" sz="quarter" idx="27" hasCustomPrompt="1"/>
          </p:nvPr>
        </p:nvSpPr>
        <p:spPr>
          <a:xfrm>
            <a:off x="3435781" y="409640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lvl="0"/>
            <a:r>
              <a:rPr lang="en-US" noProof="0"/>
              <a:t>First and Last name</a:t>
            </a:r>
          </a:p>
        </p:txBody>
      </p:sp>
      <p:sp>
        <p:nvSpPr>
          <p:cNvPr id="16" name="Text placeholder 5">
            <a:extLst>
              <a:ext uri="{FF2B5EF4-FFF2-40B4-BE49-F238E27FC236}">
                <a16:creationId xmlns:a16="http://schemas.microsoft.com/office/drawing/2014/main" id="{6B3AC22D-2FAC-715A-5263-BCA1A63D69BF}"/>
              </a:ext>
            </a:extLst>
          </p:cNvPr>
          <p:cNvSpPr>
            <a:spLocks noGrp="1"/>
          </p:cNvSpPr>
          <p:nvPr>
            <p:ph type="body" sz="quarter" idx="28" hasCustomPrompt="1"/>
          </p:nvPr>
        </p:nvSpPr>
        <p:spPr>
          <a:xfrm>
            <a:off x="3435781"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17" name="Picture placeholder 5" descr="Photograph of First and Last name &#10;(person the slide is referencing)">
            <a:extLst>
              <a:ext uri="{FF2B5EF4-FFF2-40B4-BE49-F238E27FC236}">
                <a16:creationId xmlns:a16="http://schemas.microsoft.com/office/drawing/2014/main" id="{C4D8F0BC-E3E7-4309-8BF4-8FF9C48BADC4}"/>
              </a:ext>
            </a:extLst>
          </p:cNvPr>
          <p:cNvSpPr>
            <a:spLocks noGrp="1" noChangeAspect="1"/>
          </p:cNvSpPr>
          <p:nvPr>
            <p:ph type="pic" sz="quarter" idx="33" hasCustomPrompt="1"/>
          </p:nvPr>
        </p:nvSpPr>
        <p:spPr>
          <a:xfrm>
            <a:off x="6795017"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8" name="Text placeholder 5">
            <a:extLst>
              <a:ext uri="{FF2B5EF4-FFF2-40B4-BE49-F238E27FC236}">
                <a16:creationId xmlns:a16="http://schemas.microsoft.com/office/drawing/2014/main" id="{15B83155-C75C-C6F4-37BD-7930F2097638}"/>
              </a:ext>
            </a:extLst>
          </p:cNvPr>
          <p:cNvSpPr>
            <a:spLocks noGrp="1"/>
          </p:cNvSpPr>
          <p:nvPr>
            <p:ph type="body" sz="quarter" idx="29" hasCustomPrompt="1"/>
          </p:nvPr>
        </p:nvSpPr>
        <p:spPr>
          <a:xfrm>
            <a:off x="6486526" y="40911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20" name="Text placeholder 5">
            <a:extLst>
              <a:ext uri="{FF2B5EF4-FFF2-40B4-BE49-F238E27FC236}">
                <a16:creationId xmlns:a16="http://schemas.microsoft.com/office/drawing/2014/main" id="{D15A1721-09B8-7D7D-B5E1-52EA7FD69E55}"/>
              </a:ext>
            </a:extLst>
          </p:cNvPr>
          <p:cNvSpPr>
            <a:spLocks noGrp="1"/>
          </p:cNvSpPr>
          <p:nvPr>
            <p:ph type="body" sz="quarter" idx="30" hasCustomPrompt="1"/>
          </p:nvPr>
        </p:nvSpPr>
        <p:spPr>
          <a:xfrm>
            <a:off x="6486526"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5D2F76E3-C68E-FACE-879D-228018A9A671}"/>
              </a:ext>
              <a:ext uri="{C183D7F6-B498-43B3-948B-1728B52AA6E4}">
                <adec:decorative xmlns:adec="http://schemas.microsoft.com/office/drawing/2017/decorative" val="1"/>
              </a:ext>
            </a:extLst>
          </p:cNvPr>
          <p:cNvSpPr>
            <a:spLocks noGrp="1"/>
          </p:cNvSpPr>
          <p:nvPr userDrawn="1">
            <p:ph type="ftr" sz="quarter" idx="37"/>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5FB2635F-AE60-4A1F-B4D8-39B721D0525E}"/>
              </a:ext>
              <a:ext uri="{C183D7F6-B498-43B3-948B-1728B52AA6E4}">
                <adec:decorative xmlns:adec="http://schemas.microsoft.com/office/drawing/2017/decorative" val="1"/>
              </a:ext>
            </a:extLst>
          </p:cNvPr>
          <p:cNvSpPr>
            <a:spLocks noGrp="1"/>
          </p:cNvSpPr>
          <p:nvPr userDrawn="1">
            <p:ph type="sldNum" sz="quarter" idx="36"/>
          </p:nvPr>
        </p:nvSpPr>
        <p:spPr/>
        <p:txBody>
          <a:bodyPr/>
          <a:lstStyle>
            <a:lvl1pPr>
              <a:defRPr>
                <a:solidFill>
                  <a:srgbClr val="E6E6E6"/>
                </a:solidFill>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446323688"/>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am - 2B">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727B934-DD85-9B55-DE17-672E2E708D16}"/>
              </a:ext>
            </a:extLst>
          </p:cNvPr>
          <p:cNvSpPr>
            <a:spLocks noGrp="1"/>
          </p:cNvSpPr>
          <p:nvPr>
            <p:ph type="title" hasCustomPrompt="1"/>
          </p:nvPr>
        </p:nvSpPr>
        <p:spPr>
          <a:xfrm>
            <a:off x="765737" y="683246"/>
            <a:ext cx="10661904" cy="531097"/>
          </a:xfrm>
          <a:noFill/>
        </p:spPr>
        <p:txBody>
          <a:bodyPr>
            <a:noAutofit/>
          </a:bodyPr>
          <a:lstStyle>
            <a:lvl1pPr>
              <a:defRPr sz="2800">
                <a:solidFill>
                  <a:schemeClr val="tx1"/>
                </a:solidFill>
              </a:defRPr>
            </a:lvl1pPr>
          </a:lstStyle>
          <a:p>
            <a:r>
              <a:rPr lang="en-US" noProof="0"/>
              <a:t>Team slide with 2 individuals (layout B) – click to add title</a:t>
            </a:r>
          </a:p>
        </p:txBody>
      </p:sp>
      <p:grpSp>
        <p:nvGrpSpPr>
          <p:cNvPr id="6" name="Group 5">
            <a:extLst>
              <a:ext uri="{FF2B5EF4-FFF2-40B4-BE49-F238E27FC236}">
                <a16:creationId xmlns:a16="http://schemas.microsoft.com/office/drawing/2014/main" id="{C7987D90-C3F5-2B7E-7C35-1164F51996A3}"/>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FFA13B3F-B6AF-32A2-DB2A-CE001985D351}"/>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2" name="TextBox 11">
              <a:extLst>
                <a:ext uri="{FF2B5EF4-FFF2-40B4-BE49-F238E27FC236}">
                  <a16:creationId xmlns:a16="http://schemas.microsoft.com/office/drawing/2014/main" id="{DB543F5C-9EF3-CCC2-FA51-6E974CB689E6}"/>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13" name="Picture placeholder 5" descr="Photograph of Name (person the slide is referencing)">
            <a:extLst>
              <a:ext uri="{FF2B5EF4-FFF2-40B4-BE49-F238E27FC236}">
                <a16:creationId xmlns:a16="http://schemas.microsoft.com/office/drawing/2014/main" id="{79F8553C-A3D0-7224-5D0C-66AD11A2B2C7}"/>
              </a:ext>
            </a:extLst>
          </p:cNvPr>
          <p:cNvSpPr>
            <a:spLocks noGrp="1" noChangeAspect="1"/>
          </p:cNvSpPr>
          <p:nvPr>
            <p:ph type="pic" sz="quarter" idx="12" hasCustomPrompt="1"/>
          </p:nvPr>
        </p:nvSpPr>
        <p:spPr>
          <a:xfrm>
            <a:off x="3744272"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4" name="Text placeholder 5">
            <a:extLst>
              <a:ext uri="{FF2B5EF4-FFF2-40B4-BE49-F238E27FC236}">
                <a16:creationId xmlns:a16="http://schemas.microsoft.com/office/drawing/2014/main" id="{09692D77-7355-D933-14D4-8DBE72881BDE}"/>
              </a:ext>
            </a:extLst>
          </p:cNvPr>
          <p:cNvSpPr>
            <a:spLocks noGrp="1"/>
          </p:cNvSpPr>
          <p:nvPr>
            <p:ph type="body" sz="quarter" idx="27" hasCustomPrompt="1"/>
          </p:nvPr>
        </p:nvSpPr>
        <p:spPr>
          <a:xfrm>
            <a:off x="3435781" y="409640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lvl="0"/>
            <a:r>
              <a:rPr lang="en-US" noProof="0"/>
              <a:t>First and Last name</a:t>
            </a:r>
          </a:p>
        </p:txBody>
      </p:sp>
      <p:sp>
        <p:nvSpPr>
          <p:cNvPr id="15" name="Text placeholder 5">
            <a:extLst>
              <a:ext uri="{FF2B5EF4-FFF2-40B4-BE49-F238E27FC236}">
                <a16:creationId xmlns:a16="http://schemas.microsoft.com/office/drawing/2014/main" id="{C1C1727B-B112-4ED5-6A77-DB479A2878A6}"/>
              </a:ext>
            </a:extLst>
          </p:cNvPr>
          <p:cNvSpPr>
            <a:spLocks noGrp="1"/>
          </p:cNvSpPr>
          <p:nvPr>
            <p:ph type="body" sz="quarter" idx="28" hasCustomPrompt="1"/>
          </p:nvPr>
        </p:nvSpPr>
        <p:spPr>
          <a:xfrm>
            <a:off x="3435781"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16" name="Picture placeholder 5" descr="Photograph of Name (person the slide is referencing)">
            <a:extLst>
              <a:ext uri="{FF2B5EF4-FFF2-40B4-BE49-F238E27FC236}">
                <a16:creationId xmlns:a16="http://schemas.microsoft.com/office/drawing/2014/main" id="{D650A5C8-835C-0D2C-C826-9957DB37A11E}"/>
              </a:ext>
            </a:extLst>
          </p:cNvPr>
          <p:cNvSpPr>
            <a:spLocks noGrp="1" noChangeAspect="1"/>
          </p:cNvSpPr>
          <p:nvPr>
            <p:ph type="pic" sz="quarter" idx="33" hasCustomPrompt="1"/>
          </p:nvPr>
        </p:nvSpPr>
        <p:spPr>
          <a:xfrm>
            <a:off x="6795017"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7" name="Text placeholder 5">
            <a:extLst>
              <a:ext uri="{FF2B5EF4-FFF2-40B4-BE49-F238E27FC236}">
                <a16:creationId xmlns:a16="http://schemas.microsoft.com/office/drawing/2014/main" id="{FA1F04B9-C968-8379-E3C5-A5067E2D4ADC}"/>
              </a:ext>
            </a:extLst>
          </p:cNvPr>
          <p:cNvSpPr>
            <a:spLocks noGrp="1"/>
          </p:cNvSpPr>
          <p:nvPr>
            <p:ph type="body" sz="quarter" idx="29" hasCustomPrompt="1"/>
          </p:nvPr>
        </p:nvSpPr>
        <p:spPr>
          <a:xfrm>
            <a:off x="6486526" y="40911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18" name="Text placeholder 5">
            <a:extLst>
              <a:ext uri="{FF2B5EF4-FFF2-40B4-BE49-F238E27FC236}">
                <a16:creationId xmlns:a16="http://schemas.microsoft.com/office/drawing/2014/main" id="{DD348EEE-01C9-D1C1-EA4D-5FA3A00701E7}"/>
              </a:ext>
            </a:extLst>
          </p:cNvPr>
          <p:cNvSpPr>
            <a:spLocks noGrp="1"/>
          </p:cNvSpPr>
          <p:nvPr>
            <p:ph type="body" sz="quarter" idx="30" hasCustomPrompt="1"/>
          </p:nvPr>
        </p:nvSpPr>
        <p:spPr>
          <a:xfrm>
            <a:off x="6486526"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62872E95-302C-66FA-6C40-2BBD7D970564}"/>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EAC654C8-21AC-A85D-C564-E231F952ACD5}"/>
              </a:ext>
            </a:extLst>
          </p:cNvPr>
          <p:cNvSpPr>
            <a:spLocks noGrp="1"/>
          </p:cNvSpPr>
          <p:nvPr>
            <p:ph type="sldNum" sz="quarter" idx="11"/>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268048041"/>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am - 3A">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3 individuals (layout A) – click to add title</a:t>
            </a:r>
          </a:p>
        </p:txBody>
      </p:sp>
      <p:grpSp>
        <p:nvGrpSpPr>
          <p:cNvPr id="8" name="Group 7">
            <a:extLst>
              <a:ext uri="{FF2B5EF4-FFF2-40B4-BE49-F238E27FC236}">
                <a16:creationId xmlns:a16="http://schemas.microsoft.com/office/drawing/2014/main" id="{86149398-F80F-87FC-8242-C9E2BA2A1C26}"/>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10" name="TextBox 9">
              <a:extLst>
                <a:ext uri="{FF2B5EF4-FFF2-40B4-BE49-F238E27FC236}">
                  <a16:creationId xmlns:a16="http://schemas.microsoft.com/office/drawing/2014/main" id="{B00B5B32-D9B0-9B27-C4FA-13F40088B660}"/>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1" name="TextBox 10">
              <a:extLst>
                <a:ext uri="{FF2B5EF4-FFF2-40B4-BE49-F238E27FC236}">
                  <a16:creationId xmlns:a16="http://schemas.microsoft.com/office/drawing/2014/main" id="{ABAF076D-C2D1-A806-7D2A-97FD8B319E23}"/>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20" name="Picture placeholder 5" descr="Photograph of First and Last name &#10;(person the slide is referencing)">
            <a:extLst>
              <a:ext uri="{FF2B5EF4-FFF2-40B4-BE49-F238E27FC236}">
                <a16:creationId xmlns:a16="http://schemas.microsoft.com/office/drawing/2014/main" id="{E09F7703-90ED-00AF-3067-E1A4CABBA8A5}"/>
              </a:ext>
            </a:extLst>
          </p:cNvPr>
          <p:cNvSpPr>
            <a:spLocks noGrp="1" noChangeAspect="1"/>
          </p:cNvSpPr>
          <p:nvPr>
            <p:ph type="pic" sz="quarter" idx="12" hasCustomPrompt="1"/>
          </p:nvPr>
        </p:nvSpPr>
        <p:spPr>
          <a:xfrm>
            <a:off x="2234504"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21" name="Text placeholder 5">
            <a:extLst>
              <a:ext uri="{FF2B5EF4-FFF2-40B4-BE49-F238E27FC236}">
                <a16:creationId xmlns:a16="http://schemas.microsoft.com/office/drawing/2014/main" id="{905BCF0A-2A4E-9CDE-1FF3-A3F38FD5DBF9}"/>
              </a:ext>
            </a:extLst>
          </p:cNvPr>
          <p:cNvSpPr>
            <a:spLocks noGrp="1"/>
          </p:cNvSpPr>
          <p:nvPr>
            <p:ph type="body" sz="quarter" idx="27" hasCustomPrompt="1"/>
          </p:nvPr>
        </p:nvSpPr>
        <p:spPr>
          <a:xfrm>
            <a:off x="1923603" y="40942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22" name="Text placeholder 5">
            <a:extLst>
              <a:ext uri="{FF2B5EF4-FFF2-40B4-BE49-F238E27FC236}">
                <a16:creationId xmlns:a16="http://schemas.microsoft.com/office/drawing/2014/main" id="{316168BE-32B5-A8EC-586B-CE369689C4D5}"/>
              </a:ext>
            </a:extLst>
          </p:cNvPr>
          <p:cNvSpPr>
            <a:spLocks noGrp="1"/>
          </p:cNvSpPr>
          <p:nvPr>
            <p:ph type="body" sz="quarter" idx="28" hasCustomPrompt="1"/>
          </p:nvPr>
        </p:nvSpPr>
        <p:spPr>
          <a:xfrm>
            <a:off x="1923603"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23" name="Picture placeholder 5" descr="Photograph of First and Last name &#10;(person the slide is referencing)">
            <a:extLst>
              <a:ext uri="{FF2B5EF4-FFF2-40B4-BE49-F238E27FC236}">
                <a16:creationId xmlns:a16="http://schemas.microsoft.com/office/drawing/2014/main" id="{FCBF45A8-285D-1449-6DC9-FBA5757D1E2C}"/>
              </a:ext>
            </a:extLst>
          </p:cNvPr>
          <p:cNvSpPr>
            <a:spLocks noGrp="1" noChangeAspect="1"/>
          </p:cNvSpPr>
          <p:nvPr>
            <p:ph type="pic" sz="quarter" idx="33" hasCustomPrompt="1"/>
          </p:nvPr>
        </p:nvSpPr>
        <p:spPr>
          <a:xfrm>
            <a:off x="528775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24" name="Text placeholder 5">
            <a:extLst>
              <a:ext uri="{FF2B5EF4-FFF2-40B4-BE49-F238E27FC236}">
                <a16:creationId xmlns:a16="http://schemas.microsoft.com/office/drawing/2014/main" id="{8DF36D87-44A8-CBBD-AD90-39493D55BD93}"/>
              </a:ext>
            </a:extLst>
          </p:cNvPr>
          <p:cNvSpPr>
            <a:spLocks noGrp="1"/>
          </p:cNvSpPr>
          <p:nvPr>
            <p:ph type="body" sz="quarter" idx="29" hasCustomPrompt="1"/>
          </p:nvPr>
        </p:nvSpPr>
        <p:spPr>
          <a:xfrm>
            <a:off x="497685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27" name="Text placeholder 5">
            <a:extLst>
              <a:ext uri="{FF2B5EF4-FFF2-40B4-BE49-F238E27FC236}">
                <a16:creationId xmlns:a16="http://schemas.microsoft.com/office/drawing/2014/main" id="{7C93CD8F-87F4-8D9A-3701-0AD84D3C9DBA}"/>
              </a:ext>
            </a:extLst>
          </p:cNvPr>
          <p:cNvSpPr>
            <a:spLocks noGrp="1"/>
          </p:cNvSpPr>
          <p:nvPr>
            <p:ph type="body" sz="quarter" idx="30" hasCustomPrompt="1"/>
          </p:nvPr>
        </p:nvSpPr>
        <p:spPr>
          <a:xfrm>
            <a:off x="497685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28" name="Picture placeholder 5" descr="Photograph of First and Last name &#10;(person the slide is referencing)">
            <a:extLst>
              <a:ext uri="{FF2B5EF4-FFF2-40B4-BE49-F238E27FC236}">
                <a16:creationId xmlns:a16="http://schemas.microsoft.com/office/drawing/2014/main" id="{7DC5D551-905D-0923-7AAC-4160C867D02A}"/>
              </a:ext>
            </a:extLst>
          </p:cNvPr>
          <p:cNvSpPr>
            <a:spLocks noGrp="1" noChangeAspect="1"/>
          </p:cNvSpPr>
          <p:nvPr>
            <p:ph type="pic" sz="quarter" idx="34" hasCustomPrompt="1"/>
          </p:nvPr>
        </p:nvSpPr>
        <p:spPr>
          <a:xfrm>
            <a:off x="831473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29" name="Text placeholder 5">
            <a:extLst>
              <a:ext uri="{FF2B5EF4-FFF2-40B4-BE49-F238E27FC236}">
                <a16:creationId xmlns:a16="http://schemas.microsoft.com/office/drawing/2014/main" id="{ED5944CA-F01F-8A47-30C9-BBFD710FF111}"/>
              </a:ext>
            </a:extLst>
          </p:cNvPr>
          <p:cNvSpPr>
            <a:spLocks noGrp="1"/>
          </p:cNvSpPr>
          <p:nvPr>
            <p:ph type="body" sz="quarter" idx="31" hasCustomPrompt="1"/>
          </p:nvPr>
        </p:nvSpPr>
        <p:spPr>
          <a:xfrm>
            <a:off x="800383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30" name="Text placeholder 5">
            <a:extLst>
              <a:ext uri="{FF2B5EF4-FFF2-40B4-BE49-F238E27FC236}">
                <a16:creationId xmlns:a16="http://schemas.microsoft.com/office/drawing/2014/main" id="{76531A7E-D51B-59B2-6103-980B07801D13}"/>
              </a:ext>
            </a:extLst>
          </p:cNvPr>
          <p:cNvSpPr>
            <a:spLocks noGrp="1"/>
          </p:cNvSpPr>
          <p:nvPr>
            <p:ph type="body" sz="quarter" idx="32" hasCustomPrompt="1"/>
          </p:nvPr>
        </p:nvSpPr>
        <p:spPr>
          <a:xfrm>
            <a:off x="800383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6C3D93CB-7754-3E30-DD83-9BDC0A151345}"/>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D36FF57C-3521-7C73-57FB-6E892812A006}"/>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352863577"/>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am - 3B">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3 individuals (layout B) – click to add title</a:t>
            </a:r>
          </a:p>
        </p:txBody>
      </p:sp>
      <p:grpSp>
        <p:nvGrpSpPr>
          <p:cNvPr id="4" name="Group 3">
            <a:extLst>
              <a:ext uri="{FF2B5EF4-FFF2-40B4-BE49-F238E27FC236}">
                <a16:creationId xmlns:a16="http://schemas.microsoft.com/office/drawing/2014/main" id="{D68E27BB-7AB7-CDC3-CFE0-440923FF4845}"/>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F1F6CB23-D104-A406-9015-092E7AA24078}"/>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248E3E26-04F2-0B45-9794-6AD7245045E4}"/>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35" name="Picture placeholder 5" descr="Photograph of First and Last name &#10;(person the slide is referencing)">
            <a:extLst>
              <a:ext uri="{FF2B5EF4-FFF2-40B4-BE49-F238E27FC236}">
                <a16:creationId xmlns:a16="http://schemas.microsoft.com/office/drawing/2014/main" id="{3A86A467-D855-8D1E-59EB-90310C8DADC0}"/>
              </a:ext>
            </a:extLst>
          </p:cNvPr>
          <p:cNvSpPr>
            <a:spLocks noGrp="1" noChangeAspect="1"/>
          </p:cNvSpPr>
          <p:nvPr>
            <p:ph type="pic" sz="quarter" idx="12" hasCustomPrompt="1"/>
          </p:nvPr>
        </p:nvSpPr>
        <p:spPr>
          <a:xfrm>
            <a:off x="2234504"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36" name="Text placeholder 5">
            <a:extLst>
              <a:ext uri="{FF2B5EF4-FFF2-40B4-BE49-F238E27FC236}">
                <a16:creationId xmlns:a16="http://schemas.microsoft.com/office/drawing/2014/main" id="{9D486887-C41D-5605-71FF-F9698270EAB5}"/>
              </a:ext>
            </a:extLst>
          </p:cNvPr>
          <p:cNvSpPr>
            <a:spLocks noGrp="1"/>
          </p:cNvSpPr>
          <p:nvPr>
            <p:ph type="body" sz="quarter" idx="27" hasCustomPrompt="1"/>
          </p:nvPr>
        </p:nvSpPr>
        <p:spPr>
          <a:xfrm>
            <a:off x="1923603" y="40942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37" name="Text placeholder 5">
            <a:extLst>
              <a:ext uri="{FF2B5EF4-FFF2-40B4-BE49-F238E27FC236}">
                <a16:creationId xmlns:a16="http://schemas.microsoft.com/office/drawing/2014/main" id="{6500EE20-5AC6-3657-3DD0-7AD97ED79638}"/>
              </a:ext>
            </a:extLst>
          </p:cNvPr>
          <p:cNvSpPr>
            <a:spLocks noGrp="1"/>
          </p:cNvSpPr>
          <p:nvPr>
            <p:ph type="body" sz="quarter" idx="28" hasCustomPrompt="1"/>
          </p:nvPr>
        </p:nvSpPr>
        <p:spPr>
          <a:xfrm>
            <a:off x="1923603"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8" name="Picture placeholder 5" descr="Photograph of First and Last name &#10;(person the slide is referencing)">
            <a:extLst>
              <a:ext uri="{FF2B5EF4-FFF2-40B4-BE49-F238E27FC236}">
                <a16:creationId xmlns:a16="http://schemas.microsoft.com/office/drawing/2014/main" id="{A494526E-4E99-DC68-7E49-D5A978CE9CBB}"/>
              </a:ext>
            </a:extLst>
          </p:cNvPr>
          <p:cNvSpPr>
            <a:spLocks noGrp="1" noChangeAspect="1"/>
          </p:cNvSpPr>
          <p:nvPr>
            <p:ph type="pic" sz="quarter" idx="33" hasCustomPrompt="1"/>
          </p:nvPr>
        </p:nvSpPr>
        <p:spPr>
          <a:xfrm>
            <a:off x="528775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39" name="Text placeholder 5">
            <a:extLst>
              <a:ext uri="{FF2B5EF4-FFF2-40B4-BE49-F238E27FC236}">
                <a16:creationId xmlns:a16="http://schemas.microsoft.com/office/drawing/2014/main" id="{B9D673A4-C543-9C26-7E55-8EB17385008B}"/>
              </a:ext>
            </a:extLst>
          </p:cNvPr>
          <p:cNvSpPr>
            <a:spLocks noGrp="1"/>
          </p:cNvSpPr>
          <p:nvPr>
            <p:ph type="body" sz="quarter" idx="29" hasCustomPrompt="1"/>
          </p:nvPr>
        </p:nvSpPr>
        <p:spPr>
          <a:xfrm>
            <a:off x="497685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40" name="Text placeholder 5">
            <a:extLst>
              <a:ext uri="{FF2B5EF4-FFF2-40B4-BE49-F238E27FC236}">
                <a16:creationId xmlns:a16="http://schemas.microsoft.com/office/drawing/2014/main" id="{185AC4BF-E6BF-D39D-A8E7-2505A33087F6}"/>
              </a:ext>
            </a:extLst>
          </p:cNvPr>
          <p:cNvSpPr>
            <a:spLocks noGrp="1"/>
          </p:cNvSpPr>
          <p:nvPr>
            <p:ph type="body" sz="quarter" idx="30" hasCustomPrompt="1"/>
          </p:nvPr>
        </p:nvSpPr>
        <p:spPr>
          <a:xfrm>
            <a:off x="497685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41" name="Picture placeholder 5" descr="Photograph of First and Last name &#10;(person the slide is referencing)">
            <a:extLst>
              <a:ext uri="{FF2B5EF4-FFF2-40B4-BE49-F238E27FC236}">
                <a16:creationId xmlns:a16="http://schemas.microsoft.com/office/drawing/2014/main" id="{ADB10A66-6145-1471-4C0C-5D7910FACEE1}"/>
              </a:ext>
            </a:extLst>
          </p:cNvPr>
          <p:cNvSpPr>
            <a:spLocks noGrp="1" noChangeAspect="1"/>
          </p:cNvSpPr>
          <p:nvPr>
            <p:ph type="pic" sz="quarter" idx="34" hasCustomPrompt="1"/>
          </p:nvPr>
        </p:nvSpPr>
        <p:spPr>
          <a:xfrm>
            <a:off x="831473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42" name="Text placeholder 5">
            <a:extLst>
              <a:ext uri="{FF2B5EF4-FFF2-40B4-BE49-F238E27FC236}">
                <a16:creationId xmlns:a16="http://schemas.microsoft.com/office/drawing/2014/main" id="{2ED88A52-6A17-2AA0-73AC-0F77A3B7B442}"/>
              </a:ext>
            </a:extLst>
          </p:cNvPr>
          <p:cNvSpPr>
            <a:spLocks noGrp="1"/>
          </p:cNvSpPr>
          <p:nvPr>
            <p:ph type="body" sz="quarter" idx="31" hasCustomPrompt="1"/>
          </p:nvPr>
        </p:nvSpPr>
        <p:spPr>
          <a:xfrm>
            <a:off x="800383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43" name="Text placeholder 5">
            <a:extLst>
              <a:ext uri="{FF2B5EF4-FFF2-40B4-BE49-F238E27FC236}">
                <a16:creationId xmlns:a16="http://schemas.microsoft.com/office/drawing/2014/main" id="{08B978EE-ED47-502D-A0D5-7392A7960FDE}"/>
              </a:ext>
            </a:extLst>
          </p:cNvPr>
          <p:cNvSpPr>
            <a:spLocks noGrp="1"/>
          </p:cNvSpPr>
          <p:nvPr>
            <p:ph type="body" sz="quarter" idx="32" hasCustomPrompt="1"/>
          </p:nvPr>
        </p:nvSpPr>
        <p:spPr>
          <a:xfrm>
            <a:off x="800383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94311A63-055C-B023-572C-AF762E30BA31}"/>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F97078C6-BBC5-8D5E-1DBF-9E32207B8A9F}"/>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15866489"/>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am - 4A">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3CDA66FE-4D5A-4E48-BDC4-6C987A8FA04A}"/>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4 individuals (layout A) – click to add title</a:t>
            </a:r>
          </a:p>
        </p:txBody>
      </p:sp>
      <p:grpSp>
        <p:nvGrpSpPr>
          <p:cNvPr id="4" name="Group 3">
            <a:extLst>
              <a:ext uri="{FF2B5EF4-FFF2-40B4-BE49-F238E27FC236}">
                <a16:creationId xmlns:a16="http://schemas.microsoft.com/office/drawing/2014/main" id="{839BD4E2-CAF1-660B-B621-322151500C37}"/>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78A6216E-2B23-859B-D779-ADD510296439}"/>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3E5F8A29-E0AF-3CF9-5179-EDB040F360EA}"/>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6" name="Picture placeholder 1" descr="Photograph of First and Last name &#10;(person the slide is referencing)">
            <a:extLst>
              <a:ext uri="{FF2B5EF4-FFF2-40B4-BE49-F238E27FC236}">
                <a16:creationId xmlns:a16="http://schemas.microsoft.com/office/drawing/2014/main" id="{61E355BA-E8F2-FA80-1060-127D34E1F29A}"/>
              </a:ext>
            </a:extLst>
          </p:cNvPr>
          <p:cNvSpPr>
            <a:spLocks noGrp="1"/>
          </p:cNvSpPr>
          <p:nvPr>
            <p:ph type="pic" sz="quarter" idx="12" hasCustomPrompt="1"/>
          </p:nvPr>
        </p:nvSpPr>
        <p:spPr>
          <a:xfrm>
            <a:off x="2021011" y="2276543"/>
            <a:ext cx="1319356" cy="132373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57" name="Name placeholder 1">
            <a:extLst>
              <a:ext uri="{FF2B5EF4-FFF2-40B4-BE49-F238E27FC236}">
                <a16:creationId xmlns:a16="http://schemas.microsoft.com/office/drawing/2014/main" id="{F8BE96B3-364D-CF0B-C4EE-FDD8FD85DB35}"/>
              </a:ext>
            </a:extLst>
          </p:cNvPr>
          <p:cNvSpPr>
            <a:spLocks noGrp="1"/>
          </p:cNvSpPr>
          <p:nvPr>
            <p:ph type="body" sz="quarter" idx="27" hasCustomPrompt="1"/>
          </p:nvPr>
        </p:nvSpPr>
        <p:spPr>
          <a:xfrm>
            <a:off x="1921089"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58" name="Title placeholder 1">
            <a:extLst>
              <a:ext uri="{FF2B5EF4-FFF2-40B4-BE49-F238E27FC236}">
                <a16:creationId xmlns:a16="http://schemas.microsoft.com/office/drawing/2014/main" id="{06D7070F-F243-4240-4F93-320217241765}"/>
              </a:ext>
            </a:extLst>
          </p:cNvPr>
          <p:cNvSpPr>
            <a:spLocks noGrp="1"/>
          </p:cNvSpPr>
          <p:nvPr>
            <p:ph type="body" sz="quarter" idx="28" hasCustomPrompt="1"/>
          </p:nvPr>
        </p:nvSpPr>
        <p:spPr>
          <a:xfrm>
            <a:off x="1921089"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59" name="Picture placeholder 2" descr="Photograph of First and Last name &#10;(person the slide is referencing)">
            <a:extLst>
              <a:ext uri="{FF2B5EF4-FFF2-40B4-BE49-F238E27FC236}">
                <a16:creationId xmlns:a16="http://schemas.microsoft.com/office/drawing/2014/main" id="{3D456D4E-6644-5DF9-A9D7-88C041B42206}"/>
              </a:ext>
            </a:extLst>
          </p:cNvPr>
          <p:cNvSpPr>
            <a:spLocks noGrp="1"/>
          </p:cNvSpPr>
          <p:nvPr>
            <p:ph type="pic" sz="quarter" idx="13" hasCustomPrompt="1"/>
          </p:nvPr>
        </p:nvSpPr>
        <p:spPr>
          <a:xfrm>
            <a:off x="4292620"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60" name="Name placeholder 2">
            <a:extLst>
              <a:ext uri="{FF2B5EF4-FFF2-40B4-BE49-F238E27FC236}">
                <a16:creationId xmlns:a16="http://schemas.microsoft.com/office/drawing/2014/main" id="{2BD28511-12ED-6273-45AB-79457976718F}"/>
              </a:ext>
            </a:extLst>
          </p:cNvPr>
          <p:cNvSpPr>
            <a:spLocks noGrp="1"/>
          </p:cNvSpPr>
          <p:nvPr>
            <p:ph type="body" sz="quarter" idx="29" hasCustomPrompt="1"/>
          </p:nvPr>
        </p:nvSpPr>
        <p:spPr>
          <a:xfrm>
            <a:off x="4192698"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61" name="Title placeholder 2">
            <a:extLst>
              <a:ext uri="{FF2B5EF4-FFF2-40B4-BE49-F238E27FC236}">
                <a16:creationId xmlns:a16="http://schemas.microsoft.com/office/drawing/2014/main" id="{CF8EC483-1935-30ED-F977-D8CFB5ECA5EA}"/>
              </a:ext>
            </a:extLst>
          </p:cNvPr>
          <p:cNvSpPr>
            <a:spLocks noGrp="1"/>
          </p:cNvSpPr>
          <p:nvPr>
            <p:ph type="body" sz="quarter" idx="30" hasCustomPrompt="1"/>
          </p:nvPr>
        </p:nvSpPr>
        <p:spPr>
          <a:xfrm>
            <a:off x="4192698"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62" name="Picture placeholder 3" descr="Photograph of First and Last name &#10;(person the slide is referencing)">
            <a:extLst>
              <a:ext uri="{FF2B5EF4-FFF2-40B4-BE49-F238E27FC236}">
                <a16:creationId xmlns:a16="http://schemas.microsoft.com/office/drawing/2014/main" id="{2951CF9E-670B-FB68-05C9-C84EE6E2B780}"/>
              </a:ext>
            </a:extLst>
          </p:cNvPr>
          <p:cNvSpPr>
            <a:spLocks noGrp="1"/>
          </p:cNvSpPr>
          <p:nvPr>
            <p:ph type="pic" sz="quarter" idx="15" hasCustomPrompt="1"/>
          </p:nvPr>
        </p:nvSpPr>
        <p:spPr>
          <a:xfrm>
            <a:off x="6580025"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63" name="Name placeholder 3">
            <a:extLst>
              <a:ext uri="{FF2B5EF4-FFF2-40B4-BE49-F238E27FC236}">
                <a16:creationId xmlns:a16="http://schemas.microsoft.com/office/drawing/2014/main" id="{858A0D1D-CB20-FBC4-5A9D-B1286D8A0908}"/>
              </a:ext>
            </a:extLst>
          </p:cNvPr>
          <p:cNvSpPr>
            <a:spLocks noGrp="1"/>
          </p:cNvSpPr>
          <p:nvPr>
            <p:ph type="body" sz="quarter" idx="31" hasCustomPrompt="1"/>
          </p:nvPr>
        </p:nvSpPr>
        <p:spPr>
          <a:xfrm>
            <a:off x="6480103"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64" name="Title placeholder 3">
            <a:extLst>
              <a:ext uri="{FF2B5EF4-FFF2-40B4-BE49-F238E27FC236}">
                <a16:creationId xmlns:a16="http://schemas.microsoft.com/office/drawing/2014/main" id="{0E3B37AD-C100-1938-BFC7-82820CCFF2A9}"/>
              </a:ext>
            </a:extLst>
          </p:cNvPr>
          <p:cNvSpPr>
            <a:spLocks noGrp="1"/>
          </p:cNvSpPr>
          <p:nvPr>
            <p:ph type="body" sz="quarter" idx="32" hasCustomPrompt="1"/>
          </p:nvPr>
        </p:nvSpPr>
        <p:spPr>
          <a:xfrm>
            <a:off x="6480103"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65" name="Picture placeholder 4" descr="Photograph of First and Last name &#10;(person the slide is referencing)">
            <a:extLst>
              <a:ext uri="{FF2B5EF4-FFF2-40B4-BE49-F238E27FC236}">
                <a16:creationId xmlns:a16="http://schemas.microsoft.com/office/drawing/2014/main" id="{C4496A7D-273A-76C6-B132-C131F661FA13}"/>
              </a:ext>
            </a:extLst>
          </p:cNvPr>
          <p:cNvSpPr>
            <a:spLocks noGrp="1"/>
          </p:cNvSpPr>
          <p:nvPr>
            <p:ph type="pic" sz="quarter" idx="14" hasCustomPrompt="1"/>
          </p:nvPr>
        </p:nvSpPr>
        <p:spPr>
          <a:xfrm>
            <a:off x="8859634"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66" name="Name placeholder 4">
            <a:extLst>
              <a:ext uri="{FF2B5EF4-FFF2-40B4-BE49-F238E27FC236}">
                <a16:creationId xmlns:a16="http://schemas.microsoft.com/office/drawing/2014/main" id="{97DBE2D5-E353-851D-37B3-4F25F0EFAF68}"/>
              </a:ext>
            </a:extLst>
          </p:cNvPr>
          <p:cNvSpPr>
            <a:spLocks noGrp="1"/>
          </p:cNvSpPr>
          <p:nvPr>
            <p:ph type="body" sz="quarter" idx="33" hasCustomPrompt="1"/>
          </p:nvPr>
        </p:nvSpPr>
        <p:spPr>
          <a:xfrm>
            <a:off x="8759712"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67" name="Text placeholder 4">
            <a:extLst>
              <a:ext uri="{FF2B5EF4-FFF2-40B4-BE49-F238E27FC236}">
                <a16:creationId xmlns:a16="http://schemas.microsoft.com/office/drawing/2014/main" id="{CB7A0617-2753-C524-D31E-9114CDB7112D}"/>
              </a:ext>
            </a:extLst>
          </p:cNvPr>
          <p:cNvSpPr>
            <a:spLocks noGrp="1"/>
          </p:cNvSpPr>
          <p:nvPr>
            <p:ph type="body" sz="quarter" idx="34" hasCustomPrompt="1"/>
          </p:nvPr>
        </p:nvSpPr>
        <p:spPr>
          <a:xfrm>
            <a:off x="8759712"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C643F272-716A-1371-7363-CAC9AC80ED7D}"/>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0A3B1690-105B-4E85-4DE8-784706BAA767}"/>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5998349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am - 4B">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3CDA66FE-4D5A-4E48-BDC4-6C987A8FA04A}"/>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4 individuals (layout B) – click to add title</a:t>
            </a:r>
          </a:p>
        </p:txBody>
      </p:sp>
      <p:grpSp>
        <p:nvGrpSpPr>
          <p:cNvPr id="4" name="Group 3">
            <a:extLst>
              <a:ext uri="{FF2B5EF4-FFF2-40B4-BE49-F238E27FC236}">
                <a16:creationId xmlns:a16="http://schemas.microsoft.com/office/drawing/2014/main" id="{F6BC0E8E-EB61-8CEA-6B3D-89362B4F7469}"/>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4574812D-09D8-25C4-10C1-33805E082B2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B238EC40-3B5D-575C-3AA5-DC9059DDAD95}"/>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4" name="Picture placeholder 1" descr="Photograph of First and Last name &#10;(person the slide is referencing)">
            <a:extLst>
              <a:ext uri="{FF2B5EF4-FFF2-40B4-BE49-F238E27FC236}">
                <a16:creationId xmlns:a16="http://schemas.microsoft.com/office/drawing/2014/main" id="{BC75D193-B63D-3EB1-5C51-02DFEEF844EC}"/>
              </a:ext>
            </a:extLst>
          </p:cNvPr>
          <p:cNvSpPr>
            <a:spLocks noGrp="1"/>
          </p:cNvSpPr>
          <p:nvPr>
            <p:ph type="pic" sz="quarter" idx="12" hasCustomPrompt="1"/>
          </p:nvPr>
        </p:nvSpPr>
        <p:spPr>
          <a:xfrm>
            <a:off x="2021011" y="2276543"/>
            <a:ext cx="1319356" cy="132373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42" name="Name placeholder 1">
            <a:extLst>
              <a:ext uri="{FF2B5EF4-FFF2-40B4-BE49-F238E27FC236}">
                <a16:creationId xmlns:a16="http://schemas.microsoft.com/office/drawing/2014/main" id="{21EEAEC1-5542-BE87-4E61-120E5F176CE7}"/>
              </a:ext>
            </a:extLst>
          </p:cNvPr>
          <p:cNvSpPr>
            <a:spLocks noGrp="1"/>
          </p:cNvSpPr>
          <p:nvPr>
            <p:ph type="body" sz="quarter" idx="27" hasCustomPrompt="1"/>
          </p:nvPr>
        </p:nvSpPr>
        <p:spPr>
          <a:xfrm>
            <a:off x="1921089"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43" name="Title placeholder 1">
            <a:extLst>
              <a:ext uri="{FF2B5EF4-FFF2-40B4-BE49-F238E27FC236}">
                <a16:creationId xmlns:a16="http://schemas.microsoft.com/office/drawing/2014/main" id="{762E9E9E-5555-BEF0-CFD7-1F514520E615}"/>
              </a:ext>
            </a:extLst>
          </p:cNvPr>
          <p:cNvSpPr>
            <a:spLocks noGrp="1"/>
          </p:cNvSpPr>
          <p:nvPr>
            <p:ph type="body" sz="quarter" idx="28" hasCustomPrompt="1"/>
          </p:nvPr>
        </p:nvSpPr>
        <p:spPr>
          <a:xfrm>
            <a:off x="1921089"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55" name="Picture placeholder 2" descr="Photograph of First and Last name &#10;(person the slide is referencing)">
            <a:extLst>
              <a:ext uri="{FF2B5EF4-FFF2-40B4-BE49-F238E27FC236}">
                <a16:creationId xmlns:a16="http://schemas.microsoft.com/office/drawing/2014/main" id="{E3A5396A-9C06-97E5-D236-BBECD913A2DB}"/>
              </a:ext>
            </a:extLst>
          </p:cNvPr>
          <p:cNvSpPr>
            <a:spLocks noGrp="1"/>
          </p:cNvSpPr>
          <p:nvPr>
            <p:ph type="pic" sz="quarter" idx="13" hasCustomPrompt="1"/>
          </p:nvPr>
        </p:nvSpPr>
        <p:spPr>
          <a:xfrm>
            <a:off x="4292620"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45" name="Name placeholder 2">
            <a:extLst>
              <a:ext uri="{FF2B5EF4-FFF2-40B4-BE49-F238E27FC236}">
                <a16:creationId xmlns:a16="http://schemas.microsoft.com/office/drawing/2014/main" id="{C6918BD0-8C15-5CC0-08DA-8AFEA9292F8C}"/>
              </a:ext>
            </a:extLst>
          </p:cNvPr>
          <p:cNvSpPr>
            <a:spLocks noGrp="1"/>
          </p:cNvSpPr>
          <p:nvPr>
            <p:ph type="body" sz="quarter" idx="29" hasCustomPrompt="1"/>
          </p:nvPr>
        </p:nvSpPr>
        <p:spPr>
          <a:xfrm>
            <a:off x="4192698"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46" name="Title placeholder 2">
            <a:extLst>
              <a:ext uri="{FF2B5EF4-FFF2-40B4-BE49-F238E27FC236}">
                <a16:creationId xmlns:a16="http://schemas.microsoft.com/office/drawing/2014/main" id="{9C26550F-706D-C4D7-00A0-9965441C179A}"/>
              </a:ext>
            </a:extLst>
          </p:cNvPr>
          <p:cNvSpPr>
            <a:spLocks noGrp="1"/>
          </p:cNvSpPr>
          <p:nvPr>
            <p:ph type="body" sz="quarter" idx="30" hasCustomPrompt="1"/>
          </p:nvPr>
        </p:nvSpPr>
        <p:spPr>
          <a:xfrm>
            <a:off x="4192698"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47" name="Picture placeholder 3" descr="Photograph of First and Last name &#10;(person the slide is referencing)">
            <a:extLst>
              <a:ext uri="{FF2B5EF4-FFF2-40B4-BE49-F238E27FC236}">
                <a16:creationId xmlns:a16="http://schemas.microsoft.com/office/drawing/2014/main" id="{BD11C062-10D2-EF6D-D335-BCA75A030485}"/>
              </a:ext>
            </a:extLst>
          </p:cNvPr>
          <p:cNvSpPr>
            <a:spLocks noGrp="1"/>
          </p:cNvSpPr>
          <p:nvPr>
            <p:ph type="pic" sz="quarter" idx="15" hasCustomPrompt="1"/>
          </p:nvPr>
        </p:nvSpPr>
        <p:spPr>
          <a:xfrm>
            <a:off x="6580025"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48" name="Name placeholder 3">
            <a:extLst>
              <a:ext uri="{FF2B5EF4-FFF2-40B4-BE49-F238E27FC236}">
                <a16:creationId xmlns:a16="http://schemas.microsoft.com/office/drawing/2014/main" id="{FEF8E10B-95A1-9662-0209-D35B338B2804}"/>
              </a:ext>
            </a:extLst>
          </p:cNvPr>
          <p:cNvSpPr>
            <a:spLocks noGrp="1"/>
          </p:cNvSpPr>
          <p:nvPr>
            <p:ph type="body" sz="quarter" idx="31" hasCustomPrompt="1"/>
          </p:nvPr>
        </p:nvSpPr>
        <p:spPr>
          <a:xfrm>
            <a:off x="6480103"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49" name="Title placeholder 3">
            <a:extLst>
              <a:ext uri="{FF2B5EF4-FFF2-40B4-BE49-F238E27FC236}">
                <a16:creationId xmlns:a16="http://schemas.microsoft.com/office/drawing/2014/main" id="{4D3D5982-FC92-05C9-5D34-2E8DD3769AC9}"/>
              </a:ext>
            </a:extLst>
          </p:cNvPr>
          <p:cNvSpPr>
            <a:spLocks noGrp="1"/>
          </p:cNvSpPr>
          <p:nvPr>
            <p:ph type="body" sz="quarter" idx="32" hasCustomPrompt="1"/>
          </p:nvPr>
        </p:nvSpPr>
        <p:spPr>
          <a:xfrm>
            <a:off x="6480103"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50" name="Picture placeholder 4" descr="Photograph of First and Last name &#10;(person the slide is referencing)">
            <a:extLst>
              <a:ext uri="{FF2B5EF4-FFF2-40B4-BE49-F238E27FC236}">
                <a16:creationId xmlns:a16="http://schemas.microsoft.com/office/drawing/2014/main" id="{2D1D6470-DA39-6042-ACD6-36D59EAE5DEB}"/>
              </a:ext>
            </a:extLst>
          </p:cNvPr>
          <p:cNvSpPr>
            <a:spLocks noGrp="1"/>
          </p:cNvSpPr>
          <p:nvPr>
            <p:ph type="pic" sz="quarter" idx="14" hasCustomPrompt="1"/>
          </p:nvPr>
        </p:nvSpPr>
        <p:spPr>
          <a:xfrm>
            <a:off x="8859634"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51" name="Name placeholder 4">
            <a:extLst>
              <a:ext uri="{FF2B5EF4-FFF2-40B4-BE49-F238E27FC236}">
                <a16:creationId xmlns:a16="http://schemas.microsoft.com/office/drawing/2014/main" id="{DE0955AD-9D5F-CAD4-2F91-4C4DB0D77DA5}"/>
              </a:ext>
            </a:extLst>
          </p:cNvPr>
          <p:cNvSpPr>
            <a:spLocks noGrp="1"/>
          </p:cNvSpPr>
          <p:nvPr>
            <p:ph type="body" sz="quarter" idx="33" hasCustomPrompt="1"/>
          </p:nvPr>
        </p:nvSpPr>
        <p:spPr>
          <a:xfrm>
            <a:off x="8759712"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52" name="Text placeholder 4">
            <a:extLst>
              <a:ext uri="{FF2B5EF4-FFF2-40B4-BE49-F238E27FC236}">
                <a16:creationId xmlns:a16="http://schemas.microsoft.com/office/drawing/2014/main" id="{98EBA5D6-58EC-CC31-FCF7-A9CE29BC8BB5}"/>
              </a:ext>
            </a:extLst>
          </p:cNvPr>
          <p:cNvSpPr>
            <a:spLocks noGrp="1"/>
          </p:cNvSpPr>
          <p:nvPr>
            <p:ph type="body" sz="quarter" idx="34" hasCustomPrompt="1"/>
          </p:nvPr>
        </p:nvSpPr>
        <p:spPr>
          <a:xfrm>
            <a:off x="8759712"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8C4B056E-C443-96BF-B229-D1D085FFC634}"/>
              </a:ext>
              <a:ext uri="{C183D7F6-B498-43B3-948B-1728B52AA6E4}">
                <adec:decorative xmlns:adec="http://schemas.microsoft.com/office/drawing/2017/decorative" val="1"/>
              </a:ext>
            </a:extLst>
          </p:cNvPr>
          <p:cNvSpPr>
            <a:spLocks noGrp="1"/>
          </p:cNvSpPr>
          <p:nvPr userDrawn="1">
            <p:ph type="ftr" sz="quarter" idx="38"/>
          </p:nvPr>
        </p:nvSpPr>
        <p:spPr>
          <a:xfrm>
            <a:off x="4044193" y="6952791"/>
            <a:ext cx="4114800" cy="137160"/>
          </a:xfrm>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3A8F6EAA-8485-183F-ACBE-90ADE7ED61E6}"/>
              </a:ext>
              <a:ext uri="{C183D7F6-B498-43B3-948B-1728B52AA6E4}">
                <adec:decorative xmlns:adec="http://schemas.microsoft.com/office/drawing/2017/decorative" val="1"/>
              </a:ext>
            </a:extLst>
          </p:cNvPr>
          <p:cNvSpPr>
            <a:spLocks noGrp="1"/>
          </p:cNvSpPr>
          <p:nvPr userDrawn="1">
            <p:ph type="sldNum" sz="quarter" idx="37"/>
          </p:nvPr>
        </p:nvSpPr>
        <p:spPr>
          <a:xfrm>
            <a:off x="11168627" y="6952791"/>
            <a:ext cx="261660" cy="137160"/>
          </a:xfrm>
        </p:spPr>
        <p:txBody>
          <a:bodyPr/>
          <a:lstStyle>
            <a:lvl1pPr>
              <a:defRPr>
                <a:solidFill>
                  <a:srgbClr val="E6E6E6"/>
                </a:solidFill>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1740123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am - 5A">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FCE2C510-3773-D94D-B183-17C419A0D8B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US" noProof="0"/>
              <a:t>Team slide with 5 individuals (layout A) – click to add title</a:t>
            </a:r>
          </a:p>
        </p:txBody>
      </p:sp>
      <p:grpSp>
        <p:nvGrpSpPr>
          <p:cNvPr id="5" name="Group 4">
            <a:extLst>
              <a:ext uri="{FF2B5EF4-FFF2-40B4-BE49-F238E27FC236}">
                <a16:creationId xmlns:a16="http://schemas.microsoft.com/office/drawing/2014/main" id="{FCC466B3-D9D9-C596-A9A6-C9E09644E0FF}"/>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6" name="TextBox 5">
              <a:extLst>
                <a:ext uri="{FF2B5EF4-FFF2-40B4-BE49-F238E27FC236}">
                  <a16:creationId xmlns:a16="http://schemas.microsoft.com/office/drawing/2014/main" id="{771E5527-7120-C75D-06B8-AC657BDA4124}"/>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7" name="TextBox 6">
              <a:extLst>
                <a:ext uri="{FF2B5EF4-FFF2-40B4-BE49-F238E27FC236}">
                  <a16:creationId xmlns:a16="http://schemas.microsoft.com/office/drawing/2014/main" id="{20C290C6-F4A8-D641-4A94-FDE87D8CD662}"/>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16" name="Picture placeholder 5" descr="Photograph of First and Last name &#10;(person the slide is referencing)">
            <a:extLst>
              <a:ext uri="{FF2B5EF4-FFF2-40B4-BE49-F238E27FC236}">
                <a16:creationId xmlns:a16="http://schemas.microsoft.com/office/drawing/2014/main" id="{B0F3C47A-5AB5-53B9-6AC5-A2E27AE815B6}"/>
              </a:ext>
            </a:extLst>
          </p:cNvPr>
          <p:cNvSpPr>
            <a:spLocks noGrp="1" noChangeAspect="1"/>
          </p:cNvSpPr>
          <p:nvPr>
            <p:ph type="pic" sz="quarter" idx="26" hasCustomPrompt="1"/>
          </p:nvPr>
        </p:nvSpPr>
        <p:spPr>
          <a:xfrm>
            <a:off x="85883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lgn="l">
              <a:buFont typeface="Arial" panose="020B0604020202020204" pitchFamily="34" charset="0"/>
              <a:buNone/>
              <a:defRPr lang="fr-FR" sz="1100">
                <a:cs typeface="Arial" pitchFamily="34" charset="0"/>
              </a:defRPr>
            </a:lvl1pPr>
          </a:lstStyle>
          <a:p>
            <a:pPr marL="0" lvl="0" indent="0">
              <a:buNone/>
            </a:pPr>
            <a:r>
              <a:rPr lang="en-US" sz="1200" noProof="0">
                <a:cs typeface="Arial" pitchFamily="34" charset="0"/>
              </a:rPr>
              <a:t>Click icon to add photo</a:t>
            </a:r>
          </a:p>
        </p:txBody>
      </p:sp>
      <p:sp>
        <p:nvSpPr>
          <p:cNvPr id="17" name="Text placeholder 5">
            <a:extLst>
              <a:ext uri="{FF2B5EF4-FFF2-40B4-BE49-F238E27FC236}">
                <a16:creationId xmlns:a16="http://schemas.microsoft.com/office/drawing/2014/main" id="{B49A78CD-66DE-0CBE-3D20-56B5205863C3}"/>
              </a:ext>
            </a:extLst>
          </p:cNvPr>
          <p:cNvSpPr>
            <a:spLocks noGrp="1"/>
          </p:cNvSpPr>
          <p:nvPr>
            <p:ph type="body" sz="quarter" idx="27" hasCustomPrompt="1"/>
          </p:nvPr>
        </p:nvSpPr>
        <p:spPr>
          <a:xfrm>
            <a:off x="767023" y="4128009"/>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18" name="Text placeholder 5">
            <a:extLst>
              <a:ext uri="{FF2B5EF4-FFF2-40B4-BE49-F238E27FC236}">
                <a16:creationId xmlns:a16="http://schemas.microsoft.com/office/drawing/2014/main" id="{80856E97-52AE-BB00-087A-234E8CFDC856}"/>
              </a:ext>
            </a:extLst>
          </p:cNvPr>
          <p:cNvSpPr>
            <a:spLocks noGrp="1"/>
          </p:cNvSpPr>
          <p:nvPr>
            <p:ph type="body" sz="quarter" idx="28" hasCustomPrompt="1"/>
          </p:nvPr>
        </p:nvSpPr>
        <p:spPr>
          <a:xfrm>
            <a:off x="767023" y="4687466"/>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19" name="Picture placeholder 5" descr="Photograph of First and Last name &#10;(person the slide is referencing)">
            <a:extLst>
              <a:ext uri="{FF2B5EF4-FFF2-40B4-BE49-F238E27FC236}">
                <a16:creationId xmlns:a16="http://schemas.microsoft.com/office/drawing/2014/main" id="{96150D64-4A5D-4DE2-4CBE-F9FA7E6A82E4}"/>
              </a:ext>
            </a:extLst>
          </p:cNvPr>
          <p:cNvSpPr>
            <a:spLocks noGrp="1" noChangeAspect="1"/>
          </p:cNvSpPr>
          <p:nvPr>
            <p:ph type="pic" sz="quarter" idx="13" hasCustomPrompt="1"/>
          </p:nvPr>
        </p:nvSpPr>
        <p:spPr>
          <a:xfrm>
            <a:off x="3140500"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1" name="Text placeholder 5">
            <a:extLst>
              <a:ext uri="{FF2B5EF4-FFF2-40B4-BE49-F238E27FC236}">
                <a16:creationId xmlns:a16="http://schemas.microsoft.com/office/drawing/2014/main" id="{3FD9A6D0-97E5-A877-4BAF-633E5BB6D46D}"/>
              </a:ext>
            </a:extLst>
          </p:cNvPr>
          <p:cNvSpPr>
            <a:spLocks noGrp="1"/>
          </p:cNvSpPr>
          <p:nvPr>
            <p:ph type="body" sz="quarter" idx="24" hasCustomPrompt="1"/>
          </p:nvPr>
        </p:nvSpPr>
        <p:spPr>
          <a:xfrm>
            <a:off x="3053355" y="4126695"/>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5" name="Text placeholder 5">
            <a:extLst>
              <a:ext uri="{FF2B5EF4-FFF2-40B4-BE49-F238E27FC236}">
                <a16:creationId xmlns:a16="http://schemas.microsoft.com/office/drawing/2014/main" id="{6BD2A5E7-6DFE-1FFE-9A31-D21A0275566B}"/>
              </a:ext>
            </a:extLst>
          </p:cNvPr>
          <p:cNvSpPr>
            <a:spLocks noGrp="1"/>
          </p:cNvSpPr>
          <p:nvPr>
            <p:ph type="body" sz="quarter" idx="25" hasCustomPrompt="1"/>
          </p:nvPr>
        </p:nvSpPr>
        <p:spPr>
          <a:xfrm>
            <a:off x="3053355" y="4686553"/>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6" name="Picture placeholder 5" descr="Photograph of First and Last name &#10;(person the slide is referencing)">
            <a:extLst>
              <a:ext uri="{FF2B5EF4-FFF2-40B4-BE49-F238E27FC236}">
                <a16:creationId xmlns:a16="http://schemas.microsoft.com/office/drawing/2014/main" id="{16298009-BE76-12AA-4F4F-AD13EA66C7DE}"/>
              </a:ext>
            </a:extLst>
          </p:cNvPr>
          <p:cNvSpPr>
            <a:spLocks noGrp="1" noChangeAspect="1"/>
          </p:cNvSpPr>
          <p:nvPr>
            <p:ph type="pic" sz="quarter" idx="29" hasCustomPrompt="1"/>
          </p:nvPr>
        </p:nvSpPr>
        <p:spPr>
          <a:xfrm>
            <a:off x="5436444"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7" name="Text placeholder 5">
            <a:extLst>
              <a:ext uri="{FF2B5EF4-FFF2-40B4-BE49-F238E27FC236}">
                <a16:creationId xmlns:a16="http://schemas.microsoft.com/office/drawing/2014/main" id="{FB1474A4-88CB-E3F3-514D-30CD1F1F31FE}"/>
              </a:ext>
            </a:extLst>
          </p:cNvPr>
          <p:cNvSpPr>
            <a:spLocks noGrp="1"/>
          </p:cNvSpPr>
          <p:nvPr>
            <p:ph type="body" sz="quarter" idx="30" hasCustomPrompt="1"/>
          </p:nvPr>
        </p:nvSpPr>
        <p:spPr>
          <a:xfrm>
            <a:off x="5339687" y="4130637"/>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8" name="Text placeholder 5">
            <a:extLst>
              <a:ext uri="{FF2B5EF4-FFF2-40B4-BE49-F238E27FC236}">
                <a16:creationId xmlns:a16="http://schemas.microsoft.com/office/drawing/2014/main" id="{889462A5-3D28-160D-040A-DD72EC9C2C38}"/>
              </a:ext>
            </a:extLst>
          </p:cNvPr>
          <p:cNvSpPr>
            <a:spLocks noGrp="1"/>
          </p:cNvSpPr>
          <p:nvPr>
            <p:ph type="body" sz="quarter" idx="31" hasCustomPrompt="1"/>
          </p:nvPr>
        </p:nvSpPr>
        <p:spPr>
          <a:xfrm>
            <a:off x="5339687"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9" name="Picture placeholder 5" descr="Photograph of First and Last name &#10;(person the slide is referencing)">
            <a:extLst>
              <a:ext uri="{FF2B5EF4-FFF2-40B4-BE49-F238E27FC236}">
                <a16:creationId xmlns:a16="http://schemas.microsoft.com/office/drawing/2014/main" id="{754B2C56-5296-EC90-CB2D-1A7D813479E3}"/>
              </a:ext>
            </a:extLst>
          </p:cNvPr>
          <p:cNvSpPr>
            <a:spLocks noGrp="1" noChangeAspect="1"/>
          </p:cNvSpPr>
          <p:nvPr>
            <p:ph type="pic" sz="quarter" idx="32" hasCustomPrompt="1"/>
          </p:nvPr>
        </p:nvSpPr>
        <p:spPr>
          <a:xfrm>
            <a:off x="771810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dirty="0">
                <a:cs typeface="Arial" pitchFamily="34" charset="0"/>
              </a:defRPr>
            </a:lvl1pPr>
          </a:lstStyle>
          <a:p>
            <a:pPr marL="0" lvl="0" indent="0">
              <a:buNone/>
            </a:pPr>
            <a:r>
              <a:rPr lang="en-US" sz="1200" noProof="0">
                <a:cs typeface="Arial" pitchFamily="34" charset="0"/>
              </a:rPr>
              <a:t>Click icon to add photo</a:t>
            </a:r>
          </a:p>
        </p:txBody>
      </p:sp>
      <p:sp>
        <p:nvSpPr>
          <p:cNvPr id="30" name="Text placeholder 5">
            <a:extLst>
              <a:ext uri="{FF2B5EF4-FFF2-40B4-BE49-F238E27FC236}">
                <a16:creationId xmlns:a16="http://schemas.microsoft.com/office/drawing/2014/main" id="{256CD1C2-6B20-C5C5-840E-DE6FF6124AB7}"/>
              </a:ext>
            </a:extLst>
          </p:cNvPr>
          <p:cNvSpPr>
            <a:spLocks noGrp="1"/>
          </p:cNvSpPr>
          <p:nvPr>
            <p:ph type="body" sz="quarter" idx="33" hasCustomPrompt="1"/>
          </p:nvPr>
        </p:nvSpPr>
        <p:spPr>
          <a:xfrm>
            <a:off x="7626019" y="4131951"/>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1" name="Text placeholder 5">
            <a:extLst>
              <a:ext uri="{FF2B5EF4-FFF2-40B4-BE49-F238E27FC236}">
                <a16:creationId xmlns:a16="http://schemas.microsoft.com/office/drawing/2014/main" id="{3E22EB7D-141F-8622-E318-83557006BB3F}"/>
              </a:ext>
            </a:extLst>
          </p:cNvPr>
          <p:cNvSpPr>
            <a:spLocks noGrp="1"/>
          </p:cNvSpPr>
          <p:nvPr>
            <p:ph type="body" sz="quarter" idx="34" hasCustomPrompt="1"/>
          </p:nvPr>
        </p:nvSpPr>
        <p:spPr>
          <a:xfrm>
            <a:off x="7626019"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2" name="Picture placeholder 5" descr="Photograph of First and Last name &#10;(person the slide is referencing)">
            <a:extLst>
              <a:ext uri="{FF2B5EF4-FFF2-40B4-BE49-F238E27FC236}">
                <a16:creationId xmlns:a16="http://schemas.microsoft.com/office/drawing/2014/main" id="{6CEF03F1-0AA3-145F-5F72-810EF2E8D1E5}"/>
              </a:ext>
            </a:extLst>
          </p:cNvPr>
          <p:cNvSpPr>
            <a:spLocks noGrp="1" noChangeAspect="1"/>
          </p:cNvSpPr>
          <p:nvPr>
            <p:ph type="pic" sz="quarter" idx="35" hasCustomPrompt="1"/>
          </p:nvPr>
        </p:nvSpPr>
        <p:spPr>
          <a:xfrm>
            <a:off x="10004438"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33" name="Text placeholder 5">
            <a:extLst>
              <a:ext uri="{FF2B5EF4-FFF2-40B4-BE49-F238E27FC236}">
                <a16:creationId xmlns:a16="http://schemas.microsoft.com/office/drawing/2014/main" id="{817F331B-E013-C48B-BA60-1764E06E800E}"/>
              </a:ext>
            </a:extLst>
          </p:cNvPr>
          <p:cNvSpPr>
            <a:spLocks noGrp="1"/>
          </p:cNvSpPr>
          <p:nvPr>
            <p:ph type="body" sz="quarter" idx="36" hasCustomPrompt="1"/>
          </p:nvPr>
        </p:nvSpPr>
        <p:spPr>
          <a:xfrm>
            <a:off x="9912350" y="4129323"/>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4" name="Text placeholder 5">
            <a:extLst>
              <a:ext uri="{FF2B5EF4-FFF2-40B4-BE49-F238E27FC236}">
                <a16:creationId xmlns:a16="http://schemas.microsoft.com/office/drawing/2014/main" id="{9EF7E684-CBA0-4EF8-34E2-C41DF82EE405}"/>
              </a:ext>
            </a:extLst>
          </p:cNvPr>
          <p:cNvSpPr>
            <a:spLocks noGrp="1"/>
          </p:cNvSpPr>
          <p:nvPr>
            <p:ph type="body" sz="quarter" idx="37" hasCustomPrompt="1"/>
          </p:nvPr>
        </p:nvSpPr>
        <p:spPr>
          <a:xfrm>
            <a:off x="9912350" y="4691808"/>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 name="Footer Placeholder 2">
            <a:extLst>
              <a:ext uri="{FF2B5EF4-FFF2-40B4-BE49-F238E27FC236}">
                <a16:creationId xmlns:a16="http://schemas.microsoft.com/office/drawing/2014/main" id="{FDF5869E-BD7C-9D43-BFC8-40D867949107}"/>
              </a:ext>
              <a:ext uri="{C183D7F6-B498-43B3-948B-1728B52AA6E4}">
                <adec:decorative xmlns:adec="http://schemas.microsoft.com/office/drawing/2017/decorative" val="1"/>
              </a:ext>
            </a:extLst>
          </p:cNvPr>
          <p:cNvSpPr>
            <a:spLocks noGrp="1"/>
          </p:cNvSpPr>
          <p:nvPr userDrawn="1">
            <p:ph type="ftr" sz="quarter" idx="41"/>
          </p:nvPr>
        </p:nvSpPr>
        <p:spPr/>
        <p:txBody>
          <a:bodyPr/>
          <a:lstStyle/>
          <a:p>
            <a:endParaRPr lang="en-US" noProof="0"/>
          </a:p>
        </p:txBody>
      </p:sp>
      <p:sp>
        <p:nvSpPr>
          <p:cNvPr id="8" name="Slide Number Placeholder 7">
            <a:extLst>
              <a:ext uri="{FF2B5EF4-FFF2-40B4-BE49-F238E27FC236}">
                <a16:creationId xmlns:a16="http://schemas.microsoft.com/office/drawing/2014/main" id="{9F0B57B8-E00E-D1C4-E5CE-C896D33966F7}"/>
              </a:ext>
              <a:ext uri="{C183D7F6-B498-43B3-948B-1728B52AA6E4}">
                <adec:decorative xmlns:adec="http://schemas.microsoft.com/office/drawing/2017/decorative" val="1"/>
              </a:ext>
            </a:extLst>
          </p:cNvPr>
          <p:cNvSpPr>
            <a:spLocks noGrp="1"/>
          </p:cNvSpPr>
          <p:nvPr userDrawn="1">
            <p:ph type="sldNum" sz="quarter" idx="40"/>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821582649"/>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am - 5B">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FCE2C510-3773-D94D-B183-17C419A0D8B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US" noProof="0"/>
              <a:t>Team slide with 5 individuals (layout B) – click to add title</a:t>
            </a:r>
          </a:p>
        </p:txBody>
      </p:sp>
      <p:grpSp>
        <p:nvGrpSpPr>
          <p:cNvPr id="5" name="Group 4">
            <a:extLst>
              <a:ext uri="{FF2B5EF4-FFF2-40B4-BE49-F238E27FC236}">
                <a16:creationId xmlns:a16="http://schemas.microsoft.com/office/drawing/2014/main" id="{BA5BDC27-183E-779E-713B-C6416E61C65C}"/>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6" name="TextBox 5">
              <a:extLst>
                <a:ext uri="{FF2B5EF4-FFF2-40B4-BE49-F238E27FC236}">
                  <a16:creationId xmlns:a16="http://schemas.microsoft.com/office/drawing/2014/main" id="{C0018302-992C-63A3-22D4-6AA1AC8E9D8B}"/>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7" name="TextBox 6">
              <a:extLst>
                <a:ext uri="{FF2B5EF4-FFF2-40B4-BE49-F238E27FC236}">
                  <a16:creationId xmlns:a16="http://schemas.microsoft.com/office/drawing/2014/main" id="{A2662E19-41C8-5C54-2238-4485EAFE8E9F}"/>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16" name="Picture placeholder 5" descr="Photograph of First and Last name &#10;(person the slide is referencing)">
            <a:extLst>
              <a:ext uri="{FF2B5EF4-FFF2-40B4-BE49-F238E27FC236}">
                <a16:creationId xmlns:a16="http://schemas.microsoft.com/office/drawing/2014/main" id="{459C76BA-4EE1-FE31-FB7B-42B8C97B9445}"/>
              </a:ext>
            </a:extLst>
          </p:cNvPr>
          <p:cNvSpPr>
            <a:spLocks noGrp="1" noChangeAspect="1"/>
          </p:cNvSpPr>
          <p:nvPr>
            <p:ph type="pic" sz="quarter" idx="26" hasCustomPrompt="1"/>
          </p:nvPr>
        </p:nvSpPr>
        <p:spPr>
          <a:xfrm>
            <a:off x="85883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17" name="Text placeholder 5">
            <a:extLst>
              <a:ext uri="{FF2B5EF4-FFF2-40B4-BE49-F238E27FC236}">
                <a16:creationId xmlns:a16="http://schemas.microsoft.com/office/drawing/2014/main" id="{942366CA-3D36-9ADB-9F79-D7ECB36D16E3}"/>
              </a:ext>
            </a:extLst>
          </p:cNvPr>
          <p:cNvSpPr>
            <a:spLocks noGrp="1"/>
          </p:cNvSpPr>
          <p:nvPr>
            <p:ph type="body" sz="quarter" idx="27" hasCustomPrompt="1"/>
          </p:nvPr>
        </p:nvSpPr>
        <p:spPr>
          <a:xfrm>
            <a:off x="767023" y="4128009"/>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18" name="Text placeholder 5">
            <a:extLst>
              <a:ext uri="{FF2B5EF4-FFF2-40B4-BE49-F238E27FC236}">
                <a16:creationId xmlns:a16="http://schemas.microsoft.com/office/drawing/2014/main" id="{18BA7120-8A1D-7DDB-0181-2135C0FE4C14}"/>
              </a:ext>
            </a:extLst>
          </p:cNvPr>
          <p:cNvSpPr>
            <a:spLocks noGrp="1"/>
          </p:cNvSpPr>
          <p:nvPr>
            <p:ph type="body" sz="quarter" idx="28" hasCustomPrompt="1"/>
          </p:nvPr>
        </p:nvSpPr>
        <p:spPr>
          <a:xfrm>
            <a:off x="767023" y="4687466"/>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19" name="Picture placeholder 5" descr="Photograph of First and Last name &#10;(person the slide is referencing)">
            <a:extLst>
              <a:ext uri="{FF2B5EF4-FFF2-40B4-BE49-F238E27FC236}">
                <a16:creationId xmlns:a16="http://schemas.microsoft.com/office/drawing/2014/main" id="{8535FF8A-8144-9AFD-5A3E-6BAE52706799}"/>
              </a:ext>
            </a:extLst>
          </p:cNvPr>
          <p:cNvSpPr>
            <a:spLocks noGrp="1" noChangeAspect="1"/>
          </p:cNvSpPr>
          <p:nvPr>
            <p:ph type="pic" sz="quarter" idx="13" hasCustomPrompt="1"/>
          </p:nvPr>
        </p:nvSpPr>
        <p:spPr>
          <a:xfrm>
            <a:off x="3140500"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1" name="Text placeholder 5">
            <a:extLst>
              <a:ext uri="{FF2B5EF4-FFF2-40B4-BE49-F238E27FC236}">
                <a16:creationId xmlns:a16="http://schemas.microsoft.com/office/drawing/2014/main" id="{D72E923C-701B-A856-A43D-3C2C3954224C}"/>
              </a:ext>
            </a:extLst>
          </p:cNvPr>
          <p:cNvSpPr>
            <a:spLocks noGrp="1"/>
          </p:cNvSpPr>
          <p:nvPr>
            <p:ph type="body" sz="quarter" idx="24" hasCustomPrompt="1"/>
          </p:nvPr>
        </p:nvSpPr>
        <p:spPr>
          <a:xfrm>
            <a:off x="3053355" y="4126695"/>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5" name="Text placeholder 5">
            <a:extLst>
              <a:ext uri="{FF2B5EF4-FFF2-40B4-BE49-F238E27FC236}">
                <a16:creationId xmlns:a16="http://schemas.microsoft.com/office/drawing/2014/main" id="{2D13632A-7BF3-F452-E599-A0A9093A81E7}"/>
              </a:ext>
            </a:extLst>
          </p:cNvPr>
          <p:cNvSpPr>
            <a:spLocks noGrp="1"/>
          </p:cNvSpPr>
          <p:nvPr>
            <p:ph type="body" sz="quarter" idx="25" hasCustomPrompt="1"/>
          </p:nvPr>
        </p:nvSpPr>
        <p:spPr>
          <a:xfrm>
            <a:off x="3053355" y="4686553"/>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6" name="Picture placeholder 5" descr="Photograph of First and Last name &#10;(person the slide is referencing)">
            <a:extLst>
              <a:ext uri="{FF2B5EF4-FFF2-40B4-BE49-F238E27FC236}">
                <a16:creationId xmlns:a16="http://schemas.microsoft.com/office/drawing/2014/main" id="{47018D75-9E00-8DDD-4314-0DA2A1F40C35}"/>
              </a:ext>
            </a:extLst>
          </p:cNvPr>
          <p:cNvSpPr>
            <a:spLocks noGrp="1" noChangeAspect="1"/>
          </p:cNvSpPr>
          <p:nvPr>
            <p:ph type="pic" sz="quarter" idx="29" hasCustomPrompt="1"/>
          </p:nvPr>
        </p:nvSpPr>
        <p:spPr>
          <a:xfrm>
            <a:off x="5436444"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7" name="Text placeholder 5">
            <a:extLst>
              <a:ext uri="{FF2B5EF4-FFF2-40B4-BE49-F238E27FC236}">
                <a16:creationId xmlns:a16="http://schemas.microsoft.com/office/drawing/2014/main" id="{1F2F4D3A-5E40-B8BD-884A-B60404094F1F}"/>
              </a:ext>
            </a:extLst>
          </p:cNvPr>
          <p:cNvSpPr>
            <a:spLocks noGrp="1"/>
          </p:cNvSpPr>
          <p:nvPr>
            <p:ph type="body" sz="quarter" idx="30" hasCustomPrompt="1"/>
          </p:nvPr>
        </p:nvSpPr>
        <p:spPr>
          <a:xfrm>
            <a:off x="5339687" y="4130637"/>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8" name="Text placeholder 5">
            <a:extLst>
              <a:ext uri="{FF2B5EF4-FFF2-40B4-BE49-F238E27FC236}">
                <a16:creationId xmlns:a16="http://schemas.microsoft.com/office/drawing/2014/main" id="{13924404-7B61-56D4-6D8B-43A23757FD5D}"/>
              </a:ext>
            </a:extLst>
          </p:cNvPr>
          <p:cNvSpPr>
            <a:spLocks noGrp="1"/>
          </p:cNvSpPr>
          <p:nvPr>
            <p:ph type="body" sz="quarter" idx="31" hasCustomPrompt="1"/>
          </p:nvPr>
        </p:nvSpPr>
        <p:spPr>
          <a:xfrm>
            <a:off x="5339687"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9" name="Picture placeholder 5" descr="Photograph of First and Last name &#10;(person the slide is referencing)">
            <a:extLst>
              <a:ext uri="{FF2B5EF4-FFF2-40B4-BE49-F238E27FC236}">
                <a16:creationId xmlns:a16="http://schemas.microsoft.com/office/drawing/2014/main" id="{0CE555FE-DC6A-EE11-B384-C2EEE2679B96}"/>
              </a:ext>
            </a:extLst>
          </p:cNvPr>
          <p:cNvSpPr>
            <a:spLocks noGrp="1" noChangeAspect="1"/>
          </p:cNvSpPr>
          <p:nvPr>
            <p:ph type="pic" sz="quarter" idx="32" hasCustomPrompt="1"/>
          </p:nvPr>
        </p:nvSpPr>
        <p:spPr>
          <a:xfrm>
            <a:off x="771810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dirty="0">
                <a:cs typeface="Arial" pitchFamily="34" charset="0"/>
              </a:defRPr>
            </a:lvl1pPr>
          </a:lstStyle>
          <a:p>
            <a:pPr marL="0" lvl="0" indent="0">
              <a:buNone/>
            </a:pPr>
            <a:r>
              <a:rPr lang="en-US" sz="1200" noProof="0">
                <a:cs typeface="Arial" pitchFamily="34" charset="0"/>
              </a:rPr>
              <a:t>Click icon to add photo</a:t>
            </a:r>
          </a:p>
        </p:txBody>
      </p:sp>
      <p:sp>
        <p:nvSpPr>
          <p:cNvPr id="30" name="Text placeholder 5">
            <a:extLst>
              <a:ext uri="{FF2B5EF4-FFF2-40B4-BE49-F238E27FC236}">
                <a16:creationId xmlns:a16="http://schemas.microsoft.com/office/drawing/2014/main" id="{474467A7-A6D7-2ED3-4F33-966947382A5D}"/>
              </a:ext>
            </a:extLst>
          </p:cNvPr>
          <p:cNvSpPr>
            <a:spLocks noGrp="1"/>
          </p:cNvSpPr>
          <p:nvPr>
            <p:ph type="body" sz="quarter" idx="33" hasCustomPrompt="1"/>
          </p:nvPr>
        </p:nvSpPr>
        <p:spPr>
          <a:xfrm>
            <a:off x="7626019" y="4131951"/>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1" name="Text placeholder 5">
            <a:extLst>
              <a:ext uri="{FF2B5EF4-FFF2-40B4-BE49-F238E27FC236}">
                <a16:creationId xmlns:a16="http://schemas.microsoft.com/office/drawing/2014/main" id="{C2712CF8-AA73-F646-0041-12F445D2375F}"/>
              </a:ext>
            </a:extLst>
          </p:cNvPr>
          <p:cNvSpPr>
            <a:spLocks noGrp="1"/>
          </p:cNvSpPr>
          <p:nvPr>
            <p:ph type="body" sz="quarter" idx="34" hasCustomPrompt="1"/>
          </p:nvPr>
        </p:nvSpPr>
        <p:spPr>
          <a:xfrm>
            <a:off x="7626019"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2" name="Picture placeholder 5" descr="Photograph of First and Last name &#10;(person the slide is referencing)">
            <a:extLst>
              <a:ext uri="{FF2B5EF4-FFF2-40B4-BE49-F238E27FC236}">
                <a16:creationId xmlns:a16="http://schemas.microsoft.com/office/drawing/2014/main" id="{6DEBCB5C-5B70-BE28-6329-04FBC2E49E14}"/>
              </a:ext>
            </a:extLst>
          </p:cNvPr>
          <p:cNvSpPr>
            <a:spLocks noGrp="1" noChangeAspect="1"/>
          </p:cNvSpPr>
          <p:nvPr>
            <p:ph type="pic" sz="quarter" idx="35" hasCustomPrompt="1"/>
          </p:nvPr>
        </p:nvSpPr>
        <p:spPr>
          <a:xfrm>
            <a:off x="10004438"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33" name="Text placeholder 5">
            <a:extLst>
              <a:ext uri="{FF2B5EF4-FFF2-40B4-BE49-F238E27FC236}">
                <a16:creationId xmlns:a16="http://schemas.microsoft.com/office/drawing/2014/main" id="{F61EB877-C8BD-7348-FBB9-39A3D55A0D94}"/>
              </a:ext>
            </a:extLst>
          </p:cNvPr>
          <p:cNvSpPr>
            <a:spLocks noGrp="1"/>
          </p:cNvSpPr>
          <p:nvPr>
            <p:ph type="body" sz="quarter" idx="36" hasCustomPrompt="1"/>
          </p:nvPr>
        </p:nvSpPr>
        <p:spPr>
          <a:xfrm>
            <a:off x="9912350" y="4129323"/>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4" name="Text placeholder 5">
            <a:extLst>
              <a:ext uri="{FF2B5EF4-FFF2-40B4-BE49-F238E27FC236}">
                <a16:creationId xmlns:a16="http://schemas.microsoft.com/office/drawing/2014/main" id="{461FB0C1-1871-C6E7-E127-84BAA7E09EA2}"/>
              </a:ext>
            </a:extLst>
          </p:cNvPr>
          <p:cNvSpPr>
            <a:spLocks noGrp="1"/>
          </p:cNvSpPr>
          <p:nvPr>
            <p:ph type="body" sz="quarter" idx="37" hasCustomPrompt="1"/>
          </p:nvPr>
        </p:nvSpPr>
        <p:spPr>
          <a:xfrm>
            <a:off x="9912350" y="4691808"/>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 name="Footer Placeholder 2">
            <a:extLst>
              <a:ext uri="{FF2B5EF4-FFF2-40B4-BE49-F238E27FC236}">
                <a16:creationId xmlns:a16="http://schemas.microsoft.com/office/drawing/2014/main" id="{74021031-42F9-7803-07C5-5ED7C6BA1257}"/>
              </a:ext>
              <a:ext uri="{C183D7F6-B498-43B3-948B-1728B52AA6E4}">
                <adec:decorative xmlns:adec="http://schemas.microsoft.com/office/drawing/2017/decorative" val="1"/>
              </a:ext>
            </a:extLst>
          </p:cNvPr>
          <p:cNvSpPr>
            <a:spLocks noGrp="1"/>
          </p:cNvSpPr>
          <p:nvPr userDrawn="1">
            <p:ph type="ftr" sz="quarter" idx="41"/>
          </p:nvPr>
        </p:nvSpPr>
        <p:spPr/>
        <p:txBody>
          <a:bodyPr/>
          <a:lstStyle/>
          <a:p>
            <a:endParaRPr lang="en-US" noProof="0"/>
          </a:p>
        </p:txBody>
      </p:sp>
      <p:sp>
        <p:nvSpPr>
          <p:cNvPr id="8" name="Slide Number Placeholder 7">
            <a:extLst>
              <a:ext uri="{FF2B5EF4-FFF2-40B4-BE49-F238E27FC236}">
                <a16:creationId xmlns:a16="http://schemas.microsoft.com/office/drawing/2014/main" id="{0762E3FF-F3C2-F1FF-39B1-EC3FA1A24015}"/>
              </a:ext>
              <a:ext uri="{C183D7F6-B498-43B3-948B-1728B52AA6E4}">
                <adec:decorative xmlns:adec="http://schemas.microsoft.com/office/drawing/2017/decorative" val="1"/>
              </a:ext>
            </a:extLst>
          </p:cNvPr>
          <p:cNvSpPr>
            <a:spLocks noGrp="1"/>
          </p:cNvSpPr>
          <p:nvPr userDrawn="1">
            <p:ph type="sldNum" sz="quarter" idx="40"/>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603468664"/>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am - 10A">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13DF76B2-8FA9-D54D-9F04-3EBFADE2D42F}"/>
              </a:ext>
            </a:extLst>
          </p:cNvPr>
          <p:cNvSpPr>
            <a:spLocks noGrp="1"/>
          </p:cNvSpPr>
          <p:nvPr>
            <p:ph type="title" hasCustomPrompt="1"/>
          </p:nvPr>
        </p:nvSpPr>
        <p:spPr>
          <a:xfrm>
            <a:off x="765737" y="683246"/>
            <a:ext cx="10676438" cy="531097"/>
          </a:xfrm>
        </p:spPr>
        <p:txBody>
          <a:bodyPr>
            <a:noAutofit/>
          </a:bodyPr>
          <a:lstStyle>
            <a:lvl1pPr marL="0" indent="0">
              <a:defRPr sz="2800">
                <a:solidFill>
                  <a:schemeClr val="tx1"/>
                </a:solidFill>
              </a:defRPr>
            </a:lvl1pPr>
          </a:lstStyle>
          <a:p>
            <a:r>
              <a:rPr lang="en-US" noProof="0"/>
              <a:t>Team slide with 10 individuals (layout A) – click to add title</a:t>
            </a:r>
          </a:p>
        </p:txBody>
      </p:sp>
      <p:grpSp>
        <p:nvGrpSpPr>
          <p:cNvPr id="4" name="Group 3">
            <a:extLst>
              <a:ext uri="{FF2B5EF4-FFF2-40B4-BE49-F238E27FC236}">
                <a16:creationId xmlns:a16="http://schemas.microsoft.com/office/drawing/2014/main" id="{D0F69D0C-6FAF-3370-64ED-BF21B653D5A0}"/>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A68AA9B0-634F-E9AD-EFE7-21E29331A5C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B35C596F-D7B8-B486-5687-8F8C2CB0C22E}"/>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3" name="Picture placeholder 5" descr="Photograph of First and Last name &#10;(person the slide is referencing)">
            <a:extLst>
              <a:ext uri="{FF2B5EF4-FFF2-40B4-BE49-F238E27FC236}">
                <a16:creationId xmlns:a16="http://schemas.microsoft.com/office/drawing/2014/main" id="{1E9DD10C-39C6-009E-EA85-C0A1F1D9BC1E}"/>
              </a:ext>
            </a:extLst>
          </p:cNvPr>
          <p:cNvSpPr>
            <a:spLocks noGrp="1"/>
          </p:cNvSpPr>
          <p:nvPr>
            <p:ph type="pic" sz="quarter" idx="26" hasCustomPrompt="1"/>
          </p:nvPr>
        </p:nvSpPr>
        <p:spPr>
          <a:xfrm>
            <a:off x="85953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56" name="Text placeholder 5">
            <a:extLst>
              <a:ext uri="{FF2B5EF4-FFF2-40B4-BE49-F238E27FC236}">
                <a16:creationId xmlns:a16="http://schemas.microsoft.com/office/drawing/2014/main" id="{A529CFD9-179B-0D57-D81E-98D524898A50}"/>
              </a:ext>
            </a:extLst>
          </p:cNvPr>
          <p:cNvSpPr>
            <a:spLocks noGrp="1"/>
          </p:cNvSpPr>
          <p:nvPr>
            <p:ph type="body" sz="quarter" idx="59" hasCustomPrompt="1"/>
          </p:nvPr>
        </p:nvSpPr>
        <p:spPr>
          <a:xfrm>
            <a:off x="772630"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57" name="Text placeholder 5">
            <a:extLst>
              <a:ext uri="{FF2B5EF4-FFF2-40B4-BE49-F238E27FC236}">
                <a16:creationId xmlns:a16="http://schemas.microsoft.com/office/drawing/2014/main" id="{D9523B55-398D-A183-44BA-D7978CA2094B}"/>
              </a:ext>
            </a:extLst>
          </p:cNvPr>
          <p:cNvSpPr>
            <a:spLocks noGrp="1"/>
          </p:cNvSpPr>
          <p:nvPr>
            <p:ph type="body" sz="quarter" idx="58" hasCustomPrompt="1"/>
          </p:nvPr>
        </p:nvSpPr>
        <p:spPr>
          <a:xfrm>
            <a:off x="772630"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Job title or role</a:t>
            </a:r>
          </a:p>
        </p:txBody>
      </p:sp>
      <p:sp>
        <p:nvSpPr>
          <p:cNvPr id="58" name="Picture placeholder 5" descr="Photograph of First and Last name &#10;(person the slide is referencing)">
            <a:extLst>
              <a:ext uri="{FF2B5EF4-FFF2-40B4-BE49-F238E27FC236}">
                <a16:creationId xmlns:a16="http://schemas.microsoft.com/office/drawing/2014/main" id="{F1F05CC9-60A2-C5F9-614F-CCC20CDAD1AA}"/>
              </a:ext>
            </a:extLst>
          </p:cNvPr>
          <p:cNvSpPr>
            <a:spLocks noGrp="1"/>
          </p:cNvSpPr>
          <p:nvPr>
            <p:ph type="pic" sz="quarter" idx="100" hasCustomPrompt="1"/>
          </p:nvPr>
        </p:nvSpPr>
        <p:spPr>
          <a:xfrm>
            <a:off x="319125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59" name="Text placeholder 5">
            <a:extLst>
              <a:ext uri="{FF2B5EF4-FFF2-40B4-BE49-F238E27FC236}">
                <a16:creationId xmlns:a16="http://schemas.microsoft.com/office/drawing/2014/main" id="{6562AEC7-DC14-9F64-A58F-57889D653895}"/>
              </a:ext>
            </a:extLst>
          </p:cNvPr>
          <p:cNvSpPr>
            <a:spLocks noGrp="1"/>
          </p:cNvSpPr>
          <p:nvPr>
            <p:ph type="body" sz="quarter" idx="65" hasCustomPrompt="1"/>
          </p:nvPr>
        </p:nvSpPr>
        <p:spPr>
          <a:xfrm>
            <a:off x="3096923"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2" name="Text placeholder 5">
            <a:extLst>
              <a:ext uri="{FF2B5EF4-FFF2-40B4-BE49-F238E27FC236}">
                <a16:creationId xmlns:a16="http://schemas.microsoft.com/office/drawing/2014/main" id="{8F3AF9E7-6D1F-FB1D-79D0-018727DEFB0B}"/>
              </a:ext>
            </a:extLst>
          </p:cNvPr>
          <p:cNvSpPr>
            <a:spLocks noGrp="1"/>
          </p:cNvSpPr>
          <p:nvPr>
            <p:ph type="body" sz="quarter" idx="64" hasCustomPrompt="1"/>
          </p:nvPr>
        </p:nvSpPr>
        <p:spPr>
          <a:xfrm>
            <a:off x="3096923"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3" name="Picture placeholder 5" descr="Photograph of First and Last name &#10;(person the slide is referencing)">
            <a:extLst>
              <a:ext uri="{FF2B5EF4-FFF2-40B4-BE49-F238E27FC236}">
                <a16:creationId xmlns:a16="http://schemas.microsoft.com/office/drawing/2014/main" id="{A33BCA58-CD54-BBB9-5EEE-53CEC4688C79}"/>
              </a:ext>
            </a:extLst>
          </p:cNvPr>
          <p:cNvSpPr>
            <a:spLocks noGrp="1"/>
          </p:cNvSpPr>
          <p:nvPr>
            <p:ph type="pic" sz="quarter" idx="101" hasCustomPrompt="1"/>
          </p:nvPr>
        </p:nvSpPr>
        <p:spPr>
          <a:xfrm>
            <a:off x="552297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4" name="Text placeholder 5">
            <a:extLst>
              <a:ext uri="{FF2B5EF4-FFF2-40B4-BE49-F238E27FC236}">
                <a16:creationId xmlns:a16="http://schemas.microsoft.com/office/drawing/2014/main" id="{4E011573-D799-6DA8-5A8F-E217ADA30A1E}"/>
              </a:ext>
            </a:extLst>
          </p:cNvPr>
          <p:cNvSpPr>
            <a:spLocks noGrp="1"/>
          </p:cNvSpPr>
          <p:nvPr>
            <p:ph type="body" sz="quarter" idx="71" hasCustomPrompt="1"/>
          </p:nvPr>
        </p:nvSpPr>
        <p:spPr>
          <a:xfrm>
            <a:off x="5431389"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5" name="Text placeholder 5">
            <a:extLst>
              <a:ext uri="{FF2B5EF4-FFF2-40B4-BE49-F238E27FC236}">
                <a16:creationId xmlns:a16="http://schemas.microsoft.com/office/drawing/2014/main" id="{5C26C960-18FD-1ECA-CB1E-E31538F69627}"/>
              </a:ext>
            </a:extLst>
          </p:cNvPr>
          <p:cNvSpPr>
            <a:spLocks noGrp="1"/>
          </p:cNvSpPr>
          <p:nvPr>
            <p:ph type="body" sz="quarter" idx="70" hasCustomPrompt="1"/>
          </p:nvPr>
        </p:nvSpPr>
        <p:spPr>
          <a:xfrm>
            <a:off x="5431389"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6" name="Picture placeholder 5" descr="Photograph of First and Last name &#10;(person the slide is referencing)">
            <a:extLst>
              <a:ext uri="{FF2B5EF4-FFF2-40B4-BE49-F238E27FC236}">
                <a16:creationId xmlns:a16="http://schemas.microsoft.com/office/drawing/2014/main" id="{89FBC76F-36CF-AE55-8453-B5C3AF130404}"/>
              </a:ext>
            </a:extLst>
          </p:cNvPr>
          <p:cNvSpPr>
            <a:spLocks noGrp="1"/>
          </p:cNvSpPr>
          <p:nvPr>
            <p:ph type="pic" sz="quarter" idx="102" hasCustomPrompt="1"/>
          </p:nvPr>
        </p:nvSpPr>
        <p:spPr>
          <a:xfrm>
            <a:off x="785469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9" name="Text placeholder 5">
            <a:extLst>
              <a:ext uri="{FF2B5EF4-FFF2-40B4-BE49-F238E27FC236}">
                <a16:creationId xmlns:a16="http://schemas.microsoft.com/office/drawing/2014/main" id="{7EBFF4F6-8FCF-9D24-59BF-878667B36CFF}"/>
              </a:ext>
            </a:extLst>
          </p:cNvPr>
          <p:cNvSpPr>
            <a:spLocks noGrp="1"/>
          </p:cNvSpPr>
          <p:nvPr>
            <p:ph type="body" sz="quarter" idx="77" hasCustomPrompt="1"/>
          </p:nvPr>
        </p:nvSpPr>
        <p:spPr>
          <a:xfrm>
            <a:off x="7765801"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0" name="Text placeholder 5">
            <a:extLst>
              <a:ext uri="{FF2B5EF4-FFF2-40B4-BE49-F238E27FC236}">
                <a16:creationId xmlns:a16="http://schemas.microsoft.com/office/drawing/2014/main" id="{A4E86292-6501-F817-DBF5-84F8B3B5996B}"/>
              </a:ext>
            </a:extLst>
          </p:cNvPr>
          <p:cNvSpPr>
            <a:spLocks noGrp="1"/>
          </p:cNvSpPr>
          <p:nvPr>
            <p:ph type="body" sz="quarter" idx="76" hasCustomPrompt="1"/>
          </p:nvPr>
        </p:nvSpPr>
        <p:spPr>
          <a:xfrm>
            <a:off x="7765801"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1" name="Picture placeholder 5" descr="Photograph of First and Last name &#10;(person the slide is referencing)">
            <a:extLst>
              <a:ext uri="{FF2B5EF4-FFF2-40B4-BE49-F238E27FC236}">
                <a16:creationId xmlns:a16="http://schemas.microsoft.com/office/drawing/2014/main" id="{0F916C77-5AD4-5C11-410B-ECF235BD2B43}"/>
              </a:ext>
            </a:extLst>
          </p:cNvPr>
          <p:cNvSpPr>
            <a:spLocks noGrp="1"/>
          </p:cNvSpPr>
          <p:nvPr>
            <p:ph type="pic" sz="quarter" idx="103" hasCustomPrompt="1"/>
          </p:nvPr>
        </p:nvSpPr>
        <p:spPr>
          <a:xfrm>
            <a:off x="1018641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2" name="Text placeholder 5">
            <a:extLst>
              <a:ext uri="{FF2B5EF4-FFF2-40B4-BE49-F238E27FC236}">
                <a16:creationId xmlns:a16="http://schemas.microsoft.com/office/drawing/2014/main" id="{980AF009-89AC-49AD-DCDA-46B857076804}"/>
              </a:ext>
            </a:extLst>
          </p:cNvPr>
          <p:cNvSpPr>
            <a:spLocks noGrp="1"/>
          </p:cNvSpPr>
          <p:nvPr>
            <p:ph type="body" sz="quarter" idx="83" hasCustomPrompt="1"/>
          </p:nvPr>
        </p:nvSpPr>
        <p:spPr>
          <a:xfrm>
            <a:off x="10093238"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3" name="Text placeholder 5">
            <a:extLst>
              <a:ext uri="{FF2B5EF4-FFF2-40B4-BE49-F238E27FC236}">
                <a16:creationId xmlns:a16="http://schemas.microsoft.com/office/drawing/2014/main" id="{A6DDA18B-1FE0-E0B9-76D4-0CF941CA2EB3}"/>
              </a:ext>
            </a:extLst>
          </p:cNvPr>
          <p:cNvSpPr>
            <a:spLocks noGrp="1"/>
          </p:cNvSpPr>
          <p:nvPr>
            <p:ph type="body" sz="quarter" idx="82" hasCustomPrompt="1"/>
          </p:nvPr>
        </p:nvSpPr>
        <p:spPr>
          <a:xfrm>
            <a:off x="10093238"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4" name="Picture placeholder 5" descr="Photograph of First and Last name &#10;(person the slide is referencing)">
            <a:extLst>
              <a:ext uri="{FF2B5EF4-FFF2-40B4-BE49-F238E27FC236}">
                <a16:creationId xmlns:a16="http://schemas.microsoft.com/office/drawing/2014/main" id="{45A3B18E-47C9-951B-1F34-B129E1383BF2}"/>
              </a:ext>
            </a:extLst>
          </p:cNvPr>
          <p:cNvSpPr>
            <a:spLocks noGrp="1"/>
          </p:cNvSpPr>
          <p:nvPr>
            <p:ph type="pic" sz="quarter" idx="104" hasCustomPrompt="1"/>
          </p:nvPr>
        </p:nvSpPr>
        <p:spPr>
          <a:xfrm>
            <a:off x="85953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5" name="Text placeholder 5">
            <a:extLst>
              <a:ext uri="{FF2B5EF4-FFF2-40B4-BE49-F238E27FC236}">
                <a16:creationId xmlns:a16="http://schemas.microsoft.com/office/drawing/2014/main" id="{7C7D0432-6649-B033-7F99-5828767B1D19}"/>
              </a:ext>
            </a:extLst>
          </p:cNvPr>
          <p:cNvSpPr>
            <a:spLocks noGrp="1"/>
          </p:cNvSpPr>
          <p:nvPr>
            <p:ph type="body" sz="quarter" idx="86" hasCustomPrompt="1"/>
          </p:nvPr>
        </p:nvSpPr>
        <p:spPr>
          <a:xfrm>
            <a:off x="772630"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6" name="Text placeholder 5">
            <a:extLst>
              <a:ext uri="{FF2B5EF4-FFF2-40B4-BE49-F238E27FC236}">
                <a16:creationId xmlns:a16="http://schemas.microsoft.com/office/drawing/2014/main" id="{09E68937-7497-3B1C-8978-5218C6146F2D}"/>
              </a:ext>
            </a:extLst>
          </p:cNvPr>
          <p:cNvSpPr>
            <a:spLocks noGrp="1"/>
          </p:cNvSpPr>
          <p:nvPr>
            <p:ph type="body" sz="quarter" idx="85" hasCustomPrompt="1"/>
          </p:nvPr>
        </p:nvSpPr>
        <p:spPr>
          <a:xfrm>
            <a:off x="772630"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7" name="Picture placeholder 5" descr="Photograph of First and Last name &#10;(person the slide is referencing)">
            <a:extLst>
              <a:ext uri="{FF2B5EF4-FFF2-40B4-BE49-F238E27FC236}">
                <a16:creationId xmlns:a16="http://schemas.microsoft.com/office/drawing/2014/main" id="{DB398322-BDC5-7AD1-81AF-003F8196DB66}"/>
              </a:ext>
            </a:extLst>
          </p:cNvPr>
          <p:cNvSpPr>
            <a:spLocks noGrp="1"/>
          </p:cNvSpPr>
          <p:nvPr>
            <p:ph type="pic" sz="quarter" idx="105" hasCustomPrompt="1"/>
          </p:nvPr>
        </p:nvSpPr>
        <p:spPr>
          <a:xfrm>
            <a:off x="319125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8" name="Text placeholder 5">
            <a:extLst>
              <a:ext uri="{FF2B5EF4-FFF2-40B4-BE49-F238E27FC236}">
                <a16:creationId xmlns:a16="http://schemas.microsoft.com/office/drawing/2014/main" id="{BF345552-43FD-CA3B-CBF3-A60FFDFB5EBF}"/>
              </a:ext>
            </a:extLst>
          </p:cNvPr>
          <p:cNvSpPr>
            <a:spLocks noGrp="1"/>
          </p:cNvSpPr>
          <p:nvPr>
            <p:ph type="body" sz="quarter" idx="89" hasCustomPrompt="1"/>
          </p:nvPr>
        </p:nvSpPr>
        <p:spPr>
          <a:xfrm>
            <a:off x="3096923"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9" name="Text placeholder 5">
            <a:extLst>
              <a:ext uri="{FF2B5EF4-FFF2-40B4-BE49-F238E27FC236}">
                <a16:creationId xmlns:a16="http://schemas.microsoft.com/office/drawing/2014/main" id="{1C65CFED-6C08-2238-F0A9-1217AA0E4C63}"/>
              </a:ext>
            </a:extLst>
          </p:cNvPr>
          <p:cNvSpPr>
            <a:spLocks noGrp="1"/>
          </p:cNvSpPr>
          <p:nvPr>
            <p:ph type="body" sz="quarter" idx="88" hasCustomPrompt="1"/>
          </p:nvPr>
        </p:nvSpPr>
        <p:spPr>
          <a:xfrm>
            <a:off x="3096923"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0" name="Picture placeholder 5" descr="Photograph of First and Last name &#10;(person the slide is referencing)">
            <a:extLst>
              <a:ext uri="{FF2B5EF4-FFF2-40B4-BE49-F238E27FC236}">
                <a16:creationId xmlns:a16="http://schemas.microsoft.com/office/drawing/2014/main" id="{6C7AE4E1-C7D3-A07E-F3B9-F7CFFC65D496}"/>
              </a:ext>
            </a:extLst>
          </p:cNvPr>
          <p:cNvSpPr>
            <a:spLocks noGrp="1"/>
          </p:cNvSpPr>
          <p:nvPr>
            <p:ph type="pic" sz="quarter" idx="106" hasCustomPrompt="1"/>
          </p:nvPr>
        </p:nvSpPr>
        <p:spPr>
          <a:xfrm>
            <a:off x="552297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1" name="Text placeholder 5">
            <a:extLst>
              <a:ext uri="{FF2B5EF4-FFF2-40B4-BE49-F238E27FC236}">
                <a16:creationId xmlns:a16="http://schemas.microsoft.com/office/drawing/2014/main" id="{D813AAFA-8DF6-DA12-A665-D2D4727E1AA9}"/>
              </a:ext>
            </a:extLst>
          </p:cNvPr>
          <p:cNvSpPr>
            <a:spLocks noGrp="1"/>
          </p:cNvSpPr>
          <p:nvPr>
            <p:ph type="body" sz="quarter" idx="92" hasCustomPrompt="1"/>
          </p:nvPr>
        </p:nvSpPr>
        <p:spPr>
          <a:xfrm>
            <a:off x="5431389"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2" name="Text placeholder 5">
            <a:extLst>
              <a:ext uri="{FF2B5EF4-FFF2-40B4-BE49-F238E27FC236}">
                <a16:creationId xmlns:a16="http://schemas.microsoft.com/office/drawing/2014/main" id="{A7DEF59E-319D-9591-63E8-1B800A80D31C}"/>
              </a:ext>
            </a:extLst>
          </p:cNvPr>
          <p:cNvSpPr>
            <a:spLocks noGrp="1"/>
          </p:cNvSpPr>
          <p:nvPr>
            <p:ph type="body" sz="quarter" idx="91" hasCustomPrompt="1"/>
          </p:nvPr>
        </p:nvSpPr>
        <p:spPr>
          <a:xfrm>
            <a:off x="5431389"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3" name="Picture placeholder 5" descr="Photograph of First and Last name &#10;(person the slide is referencing)">
            <a:extLst>
              <a:ext uri="{FF2B5EF4-FFF2-40B4-BE49-F238E27FC236}">
                <a16:creationId xmlns:a16="http://schemas.microsoft.com/office/drawing/2014/main" id="{CA89A590-686C-BEB3-E272-C48BF67718E7}"/>
              </a:ext>
            </a:extLst>
          </p:cNvPr>
          <p:cNvSpPr>
            <a:spLocks noGrp="1"/>
          </p:cNvSpPr>
          <p:nvPr>
            <p:ph type="pic" sz="quarter" idx="107" hasCustomPrompt="1"/>
          </p:nvPr>
        </p:nvSpPr>
        <p:spPr>
          <a:xfrm>
            <a:off x="785469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4" name="Text placeholder 5">
            <a:extLst>
              <a:ext uri="{FF2B5EF4-FFF2-40B4-BE49-F238E27FC236}">
                <a16:creationId xmlns:a16="http://schemas.microsoft.com/office/drawing/2014/main" id="{62E75F92-DCE3-7CAC-54D5-E223958851CE}"/>
              </a:ext>
            </a:extLst>
          </p:cNvPr>
          <p:cNvSpPr>
            <a:spLocks noGrp="1"/>
          </p:cNvSpPr>
          <p:nvPr>
            <p:ph type="body" sz="quarter" idx="95" hasCustomPrompt="1"/>
          </p:nvPr>
        </p:nvSpPr>
        <p:spPr>
          <a:xfrm>
            <a:off x="7765801"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5" name="Text placeholder 5">
            <a:extLst>
              <a:ext uri="{FF2B5EF4-FFF2-40B4-BE49-F238E27FC236}">
                <a16:creationId xmlns:a16="http://schemas.microsoft.com/office/drawing/2014/main" id="{80CDE410-C3B4-49CF-020A-7A4BF252ECD7}"/>
              </a:ext>
            </a:extLst>
          </p:cNvPr>
          <p:cNvSpPr>
            <a:spLocks noGrp="1"/>
          </p:cNvSpPr>
          <p:nvPr>
            <p:ph type="body" sz="quarter" idx="94" hasCustomPrompt="1"/>
          </p:nvPr>
        </p:nvSpPr>
        <p:spPr>
          <a:xfrm>
            <a:off x="7765801"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6" name="Picture placeholder 5" descr="Photograph of First and Last name &#10;(person the slide is referencing)">
            <a:extLst>
              <a:ext uri="{FF2B5EF4-FFF2-40B4-BE49-F238E27FC236}">
                <a16:creationId xmlns:a16="http://schemas.microsoft.com/office/drawing/2014/main" id="{4D5B701E-CF83-43D3-53AE-489AE08B2FFA}"/>
              </a:ext>
            </a:extLst>
          </p:cNvPr>
          <p:cNvSpPr>
            <a:spLocks noGrp="1"/>
          </p:cNvSpPr>
          <p:nvPr>
            <p:ph type="pic" sz="quarter" idx="108" hasCustomPrompt="1"/>
          </p:nvPr>
        </p:nvSpPr>
        <p:spPr>
          <a:xfrm>
            <a:off x="1018641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7" name="Text placeholder 5">
            <a:extLst>
              <a:ext uri="{FF2B5EF4-FFF2-40B4-BE49-F238E27FC236}">
                <a16:creationId xmlns:a16="http://schemas.microsoft.com/office/drawing/2014/main" id="{0A08428B-F243-D913-409A-B863F30EBD28}"/>
              </a:ext>
            </a:extLst>
          </p:cNvPr>
          <p:cNvSpPr>
            <a:spLocks noGrp="1"/>
          </p:cNvSpPr>
          <p:nvPr>
            <p:ph type="body" sz="quarter" idx="98" hasCustomPrompt="1"/>
          </p:nvPr>
        </p:nvSpPr>
        <p:spPr>
          <a:xfrm>
            <a:off x="10093238"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8" name="Text placeholder 5">
            <a:extLst>
              <a:ext uri="{FF2B5EF4-FFF2-40B4-BE49-F238E27FC236}">
                <a16:creationId xmlns:a16="http://schemas.microsoft.com/office/drawing/2014/main" id="{BE699E39-5A18-3E54-C0F2-67BEB0C064EA}"/>
              </a:ext>
            </a:extLst>
          </p:cNvPr>
          <p:cNvSpPr>
            <a:spLocks noGrp="1"/>
          </p:cNvSpPr>
          <p:nvPr>
            <p:ph type="body" sz="quarter" idx="97" hasCustomPrompt="1"/>
          </p:nvPr>
        </p:nvSpPr>
        <p:spPr>
          <a:xfrm>
            <a:off x="10093238"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3" name="Footer Placeholder 2">
            <a:extLst>
              <a:ext uri="{FF2B5EF4-FFF2-40B4-BE49-F238E27FC236}">
                <a16:creationId xmlns:a16="http://schemas.microsoft.com/office/drawing/2014/main" id="{DAAF0419-6770-892C-3061-9D79FF673D37}"/>
              </a:ext>
              <a:ext uri="{C183D7F6-B498-43B3-948B-1728B52AA6E4}">
                <adec:decorative xmlns:adec="http://schemas.microsoft.com/office/drawing/2017/decorative" val="1"/>
              </a:ext>
            </a:extLst>
          </p:cNvPr>
          <p:cNvSpPr>
            <a:spLocks noGrp="1"/>
          </p:cNvSpPr>
          <p:nvPr userDrawn="1">
            <p:ph type="ftr" sz="quarter" idx="112"/>
          </p:nvPr>
        </p:nvSpPr>
        <p:spPr>
          <a:xfrm>
            <a:off x="4038600" y="7052789"/>
            <a:ext cx="4114800" cy="137160"/>
          </a:xfrm>
        </p:spPr>
        <p:txBody>
          <a:bodyPr/>
          <a:lstStyle/>
          <a:p>
            <a:endParaRPr lang="en-US" noProof="0"/>
          </a:p>
        </p:txBody>
      </p:sp>
      <p:sp>
        <p:nvSpPr>
          <p:cNvPr id="13" name="Slide Number Placeholder 12">
            <a:extLst>
              <a:ext uri="{FF2B5EF4-FFF2-40B4-BE49-F238E27FC236}">
                <a16:creationId xmlns:a16="http://schemas.microsoft.com/office/drawing/2014/main" id="{CFC32E26-E2EE-BEA4-9A03-54981F58FE77}"/>
              </a:ext>
              <a:ext uri="{C183D7F6-B498-43B3-948B-1728B52AA6E4}">
                <adec:decorative xmlns:adec="http://schemas.microsoft.com/office/drawing/2017/decorative" val="1"/>
              </a:ext>
            </a:extLst>
          </p:cNvPr>
          <p:cNvSpPr>
            <a:spLocks noGrp="1"/>
          </p:cNvSpPr>
          <p:nvPr userDrawn="1">
            <p:ph type="sldNum" sz="quarter" idx="111"/>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531489866"/>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am - 10B">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13DF76B2-8FA9-D54D-9F04-3EBFADE2D42F}"/>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10 individuals (layout B) – click to add title</a:t>
            </a:r>
          </a:p>
        </p:txBody>
      </p:sp>
      <p:grpSp>
        <p:nvGrpSpPr>
          <p:cNvPr id="4" name="Group 3">
            <a:extLst>
              <a:ext uri="{FF2B5EF4-FFF2-40B4-BE49-F238E27FC236}">
                <a16:creationId xmlns:a16="http://schemas.microsoft.com/office/drawing/2014/main" id="{34E87E92-08FD-A2A7-FE01-239749BBB24B}"/>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A7FF2CC3-FE6C-26AE-3D44-9D64095C588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1747A736-F0E2-6BFE-838D-1A61CFF423F1}"/>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6" name="Picture placeholder 5" descr="Photograph of First and Last name &#10;(person the slide is referencing)">
            <a:extLst>
              <a:ext uri="{FF2B5EF4-FFF2-40B4-BE49-F238E27FC236}">
                <a16:creationId xmlns:a16="http://schemas.microsoft.com/office/drawing/2014/main" id="{83BC0750-8119-F69A-32AD-9EE149AA78EE}"/>
              </a:ext>
            </a:extLst>
          </p:cNvPr>
          <p:cNvSpPr>
            <a:spLocks noGrp="1" noChangeAspect="1"/>
          </p:cNvSpPr>
          <p:nvPr>
            <p:ph type="pic" sz="quarter" idx="26" hasCustomPrompt="1"/>
          </p:nvPr>
        </p:nvSpPr>
        <p:spPr>
          <a:xfrm>
            <a:off x="85953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57" name="Text placeholder 5">
            <a:extLst>
              <a:ext uri="{FF2B5EF4-FFF2-40B4-BE49-F238E27FC236}">
                <a16:creationId xmlns:a16="http://schemas.microsoft.com/office/drawing/2014/main" id="{7D64D81B-2716-CA70-422F-884E93A2D6F0}"/>
              </a:ext>
            </a:extLst>
          </p:cNvPr>
          <p:cNvSpPr>
            <a:spLocks noGrp="1"/>
          </p:cNvSpPr>
          <p:nvPr>
            <p:ph type="body" sz="quarter" idx="59" hasCustomPrompt="1"/>
          </p:nvPr>
        </p:nvSpPr>
        <p:spPr>
          <a:xfrm>
            <a:off x="772630"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58" name="Text placeholder 5">
            <a:extLst>
              <a:ext uri="{FF2B5EF4-FFF2-40B4-BE49-F238E27FC236}">
                <a16:creationId xmlns:a16="http://schemas.microsoft.com/office/drawing/2014/main" id="{83316E65-6F11-E343-8A89-39DF0398A691}"/>
              </a:ext>
            </a:extLst>
          </p:cNvPr>
          <p:cNvSpPr>
            <a:spLocks noGrp="1"/>
          </p:cNvSpPr>
          <p:nvPr>
            <p:ph type="body" sz="quarter" idx="58" hasCustomPrompt="1"/>
          </p:nvPr>
        </p:nvSpPr>
        <p:spPr>
          <a:xfrm>
            <a:off x="772630"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Job title or role</a:t>
            </a:r>
          </a:p>
        </p:txBody>
      </p:sp>
      <p:sp>
        <p:nvSpPr>
          <p:cNvPr id="59" name="Picture placeholder 5" descr="Photograph of First and Last name &#10;(person the slide is referencing)">
            <a:extLst>
              <a:ext uri="{FF2B5EF4-FFF2-40B4-BE49-F238E27FC236}">
                <a16:creationId xmlns:a16="http://schemas.microsoft.com/office/drawing/2014/main" id="{B6F6A509-787F-2E55-CE10-3244E9BE76B5}"/>
              </a:ext>
            </a:extLst>
          </p:cNvPr>
          <p:cNvSpPr>
            <a:spLocks noGrp="1" noChangeAspect="1"/>
          </p:cNvSpPr>
          <p:nvPr>
            <p:ph type="pic" sz="quarter" idx="100" hasCustomPrompt="1"/>
          </p:nvPr>
        </p:nvSpPr>
        <p:spPr>
          <a:xfrm>
            <a:off x="319125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2" name="Text placeholder 5">
            <a:extLst>
              <a:ext uri="{FF2B5EF4-FFF2-40B4-BE49-F238E27FC236}">
                <a16:creationId xmlns:a16="http://schemas.microsoft.com/office/drawing/2014/main" id="{CDE753D4-C90A-4ECE-95F2-F8DCF776D741}"/>
              </a:ext>
            </a:extLst>
          </p:cNvPr>
          <p:cNvSpPr>
            <a:spLocks noGrp="1"/>
          </p:cNvSpPr>
          <p:nvPr>
            <p:ph type="body" sz="quarter" idx="65" hasCustomPrompt="1"/>
          </p:nvPr>
        </p:nvSpPr>
        <p:spPr>
          <a:xfrm>
            <a:off x="3096923"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3" name="Text placeholder 5">
            <a:extLst>
              <a:ext uri="{FF2B5EF4-FFF2-40B4-BE49-F238E27FC236}">
                <a16:creationId xmlns:a16="http://schemas.microsoft.com/office/drawing/2014/main" id="{309FF256-83EC-EBC2-6D73-9980D8317DBE}"/>
              </a:ext>
            </a:extLst>
          </p:cNvPr>
          <p:cNvSpPr>
            <a:spLocks noGrp="1"/>
          </p:cNvSpPr>
          <p:nvPr>
            <p:ph type="body" sz="quarter" idx="64" hasCustomPrompt="1"/>
          </p:nvPr>
        </p:nvSpPr>
        <p:spPr>
          <a:xfrm>
            <a:off x="3096923"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4" name="Picture placeholder 5" descr="Photograph of First and Last name &#10;(person the slide is referencing)">
            <a:extLst>
              <a:ext uri="{FF2B5EF4-FFF2-40B4-BE49-F238E27FC236}">
                <a16:creationId xmlns:a16="http://schemas.microsoft.com/office/drawing/2014/main" id="{E2C825AB-350F-ED85-9D83-FE82A247BDDA}"/>
              </a:ext>
            </a:extLst>
          </p:cNvPr>
          <p:cNvSpPr>
            <a:spLocks noGrp="1" noChangeAspect="1"/>
          </p:cNvSpPr>
          <p:nvPr>
            <p:ph type="pic" sz="quarter" idx="101" hasCustomPrompt="1"/>
          </p:nvPr>
        </p:nvSpPr>
        <p:spPr>
          <a:xfrm>
            <a:off x="552297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5" name="Text placeholder 5">
            <a:extLst>
              <a:ext uri="{FF2B5EF4-FFF2-40B4-BE49-F238E27FC236}">
                <a16:creationId xmlns:a16="http://schemas.microsoft.com/office/drawing/2014/main" id="{799BDA78-7627-7B47-F094-FFA2AEAC66F9}"/>
              </a:ext>
            </a:extLst>
          </p:cNvPr>
          <p:cNvSpPr>
            <a:spLocks noGrp="1"/>
          </p:cNvSpPr>
          <p:nvPr>
            <p:ph type="body" sz="quarter" idx="71" hasCustomPrompt="1"/>
          </p:nvPr>
        </p:nvSpPr>
        <p:spPr>
          <a:xfrm>
            <a:off x="5431389"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6" name="Text placeholder 5">
            <a:extLst>
              <a:ext uri="{FF2B5EF4-FFF2-40B4-BE49-F238E27FC236}">
                <a16:creationId xmlns:a16="http://schemas.microsoft.com/office/drawing/2014/main" id="{3AA175F2-EF5E-657C-3C80-8F9327C8550E}"/>
              </a:ext>
            </a:extLst>
          </p:cNvPr>
          <p:cNvSpPr>
            <a:spLocks noGrp="1"/>
          </p:cNvSpPr>
          <p:nvPr>
            <p:ph type="body" sz="quarter" idx="70" hasCustomPrompt="1"/>
          </p:nvPr>
        </p:nvSpPr>
        <p:spPr>
          <a:xfrm>
            <a:off x="5431389"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9" name="Picture placeholder 5" descr="Photograph of First and Last name &#10;(person the slide is referencing)">
            <a:extLst>
              <a:ext uri="{FF2B5EF4-FFF2-40B4-BE49-F238E27FC236}">
                <a16:creationId xmlns:a16="http://schemas.microsoft.com/office/drawing/2014/main" id="{709A6B6C-6509-BBC9-3297-29CACF0BFE14}"/>
              </a:ext>
            </a:extLst>
          </p:cNvPr>
          <p:cNvSpPr>
            <a:spLocks noGrp="1" noChangeAspect="1"/>
          </p:cNvSpPr>
          <p:nvPr>
            <p:ph type="pic" sz="quarter" idx="102" hasCustomPrompt="1"/>
          </p:nvPr>
        </p:nvSpPr>
        <p:spPr>
          <a:xfrm>
            <a:off x="785469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0" name="Text placeholder 5">
            <a:extLst>
              <a:ext uri="{FF2B5EF4-FFF2-40B4-BE49-F238E27FC236}">
                <a16:creationId xmlns:a16="http://schemas.microsoft.com/office/drawing/2014/main" id="{DDD0A537-BA60-B19E-F15B-90DFA13EC599}"/>
              </a:ext>
            </a:extLst>
          </p:cNvPr>
          <p:cNvSpPr>
            <a:spLocks noGrp="1"/>
          </p:cNvSpPr>
          <p:nvPr>
            <p:ph type="body" sz="quarter" idx="77" hasCustomPrompt="1"/>
          </p:nvPr>
        </p:nvSpPr>
        <p:spPr>
          <a:xfrm>
            <a:off x="7765801"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1" name="Text placeholder 5">
            <a:extLst>
              <a:ext uri="{FF2B5EF4-FFF2-40B4-BE49-F238E27FC236}">
                <a16:creationId xmlns:a16="http://schemas.microsoft.com/office/drawing/2014/main" id="{41A4BCD7-DE61-50D8-949D-1BF5C0A8B8B8}"/>
              </a:ext>
            </a:extLst>
          </p:cNvPr>
          <p:cNvSpPr>
            <a:spLocks noGrp="1"/>
          </p:cNvSpPr>
          <p:nvPr>
            <p:ph type="body" sz="quarter" idx="76" hasCustomPrompt="1"/>
          </p:nvPr>
        </p:nvSpPr>
        <p:spPr>
          <a:xfrm>
            <a:off x="7765801"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2" name="Picture placeholder 5" descr="Photograph of First and Last name &#10;(person the slide is referencing)">
            <a:extLst>
              <a:ext uri="{FF2B5EF4-FFF2-40B4-BE49-F238E27FC236}">
                <a16:creationId xmlns:a16="http://schemas.microsoft.com/office/drawing/2014/main" id="{C32EF674-C494-0ECD-E34F-5A97CB292BEC}"/>
              </a:ext>
            </a:extLst>
          </p:cNvPr>
          <p:cNvSpPr>
            <a:spLocks noGrp="1" noChangeAspect="1"/>
          </p:cNvSpPr>
          <p:nvPr>
            <p:ph type="pic" sz="quarter" idx="103" hasCustomPrompt="1"/>
          </p:nvPr>
        </p:nvSpPr>
        <p:spPr>
          <a:xfrm>
            <a:off x="1018641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3" name="Text placeholder 5">
            <a:extLst>
              <a:ext uri="{FF2B5EF4-FFF2-40B4-BE49-F238E27FC236}">
                <a16:creationId xmlns:a16="http://schemas.microsoft.com/office/drawing/2014/main" id="{8363BD52-39BE-1B60-541E-B66D7854DB9D}"/>
              </a:ext>
            </a:extLst>
          </p:cNvPr>
          <p:cNvSpPr>
            <a:spLocks noGrp="1"/>
          </p:cNvSpPr>
          <p:nvPr>
            <p:ph type="body" sz="quarter" idx="83" hasCustomPrompt="1"/>
          </p:nvPr>
        </p:nvSpPr>
        <p:spPr>
          <a:xfrm>
            <a:off x="10093238"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4" name="Text placeholder 5">
            <a:extLst>
              <a:ext uri="{FF2B5EF4-FFF2-40B4-BE49-F238E27FC236}">
                <a16:creationId xmlns:a16="http://schemas.microsoft.com/office/drawing/2014/main" id="{07F67F54-1EAE-B7BA-D267-361C9DC86D43}"/>
              </a:ext>
            </a:extLst>
          </p:cNvPr>
          <p:cNvSpPr>
            <a:spLocks noGrp="1"/>
          </p:cNvSpPr>
          <p:nvPr>
            <p:ph type="body" sz="quarter" idx="82" hasCustomPrompt="1"/>
          </p:nvPr>
        </p:nvSpPr>
        <p:spPr>
          <a:xfrm>
            <a:off x="10093238"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5" name="Picture placeholder 5" descr="Photograph of First and Last name &#10;(person the slide is referencing)">
            <a:extLst>
              <a:ext uri="{FF2B5EF4-FFF2-40B4-BE49-F238E27FC236}">
                <a16:creationId xmlns:a16="http://schemas.microsoft.com/office/drawing/2014/main" id="{FACCD386-9189-169C-A09C-D21E0F35E7B0}"/>
              </a:ext>
            </a:extLst>
          </p:cNvPr>
          <p:cNvSpPr>
            <a:spLocks noGrp="1" noChangeAspect="1"/>
          </p:cNvSpPr>
          <p:nvPr>
            <p:ph type="pic" sz="quarter" idx="104" hasCustomPrompt="1"/>
          </p:nvPr>
        </p:nvSpPr>
        <p:spPr>
          <a:xfrm>
            <a:off x="85953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6" name="Text placeholder 5">
            <a:extLst>
              <a:ext uri="{FF2B5EF4-FFF2-40B4-BE49-F238E27FC236}">
                <a16:creationId xmlns:a16="http://schemas.microsoft.com/office/drawing/2014/main" id="{80BF2158-1BF0-047B-6140-2448785BF857}"/>
              </a:ext>
            </a:extLst>
          </p:cNvPr>
          <p:cNvSpPr>
            <a:spLocks noGrp="1"/>
          </p:cNvSpPr>
          <p:nvPr>
            <p:ph type="body" sz="quarter" idx="86" hasCustomPrompt="1"/>
          </p:nvPr>
        </p:nvSpPr>
        <p:spPr>
          <a:xfrm>
            <a:off x="772630"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7" name="Text placeholder 5">
            <a:extLst>
              <a:ext uri="{FF2B5EF4-FFF2-40B4-BE49-F238E27FC236}">
                <a16:creationId xmlns:a16="http://schemas.microsoft.com/office/drawing/2014/main" id="{CA9F9A32-DB73-DB6F-8E19-99F72FFF08E1}"/>
              </a:ext>
            </a:extLst>
          </p:cNvPr>
          <p:cNvSpPr>
            <a:spLocks noGrp="1"/>
          </p:cNvSpPr>
          <p:nvPr>
            <p:ph type="body" sz="quarter" idx="85" hasCustomPrompt="1"/>
          </p:nvPr>
        </p:nvSpPr>
        <p:spPr>
          <a:xfrm>
            <a:off x="772630"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8" name="Picture placeholder 5" descr="Photograph of First and Last name &#10;(person the slide is referencing)">
            <a:extLst>
              <a:ext uri="{FF2B5EF4-FFF2-40B4-BE49-F238E27FC236}">
                <a16:creationId xmlns:a16="http://schemas.microsoft.com/office/drawing/2014/main" id="{5B216939-AB12-50E2-F455-BA1313824F2D}"/>
              </a:ext>
            </a:extLst>
          </p:cNvPr>
          <p:cNvSpPr>
            <a:spLocks noGrp="1" noChangeAspect="1"/>
          </p:cNvSpPr>
          <p:nvPr>
            <p:ph type="pic" sz="quarter" idx="105" hasCustomPrompt="1"/>
          </p:nvPr>
        </p:nvSpPr>
        <p:spPr>
          <a:xfrm>
            <a:off x="319125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9" name="Text placeholder 5">
            <a:extLst>
              <a:ext uri="{FF2B5EF4-FFF2-40B4-BE49-F238E27FC236}">
                <a16:creationId xmlns:a16="http://schemas.microsoft.com/office/drawing/2014/main" id="{ECFE43AE-9FE8-8126-BE14-3C4AC556CF64}"/>
              </a:ext>
            </a:extLst>
          </p:cNvPr>
          <p:cNvSpPr>
            <a:spLocks noGrp="1"/>
          </p:cNvSpPr>
          <p:nvPr>
            <p:ph type="body" sz="quarter" idx="89" hasCustomPrompt="1"/>
          </p:nvPr>
        </p:nvSpPr>
        <p:spPr>
          <a:xfrm>
            <a:off x="3096923"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0" name="Text placeholder 5">
            <a:extLst>
              <a:ext uri="{FF2B5EF4-FFF2-40B4-BE49-F238E27FC236}">
                <a16:creationId xmlns:a16="http://schemas.microsoft.com/office/drawing/2014/main" id="{6112D329-2A43-86AB-4F77-A7DA1F5DF1DC}"/>
              </a:ext>
            </a:extLst>
          </p:cNvPr>
          <p:cNvSpPr>
            <a:spLocks noGrp="1"/>
          </p:cNvSpPr>
          <p:nvPr>
            <p:ph type="body" sz="quarter" idx="88" hasCustomPrompt="1"/>
          </p:nvPr>
        </p:nvSpPr>
        <p:spPr>
          <a:xfrm>
            <a:off x="3096923"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1" name="Picture placeholder 5" descr="Photograph of First and Last name &#10;(person the slide is referencing)">
            <a:extLst>
              <a:ext uri="{FF2B5EF4-FFF2-40B4-BE49-F238E27FC236}">
                <a16:creationId xmlns:a16="http://schemas.microsoft.com/office/drawing/2014/main" id="{629949E7-5C9A-5947-5D49-5A69F29D360B}"/>
              </a:ext>
            </a:extLst>
          </p:cNvPr>
          <p:cNvSpPr>
            <a:spLocks noGrp="1" noChangeAspect="1"/>
          </p:cNvSpPr>
          <p:nvPr>
            <p:ph type="pic" sz="quarter" idx="106" hasCustomPrompt="1"/>
          </p:nvPr>
        </p:nvSpPr>
        <p:spPr>
          <a:xfrm>
            <a:off x="552297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2" name="Text placeholder 5">
            <a:extLst>
              <a:ext uri="{FF2B5EF4-FFF2-40B4-BE49-F238E27FC236}">
                <a16:creationId xmlns:a16="http://schemas.microsoft.com/office/drawing/2014/main" id="{88B2AB9D-9838-55FF-9BBB-8F354D7E56D6}"/>
              </a:ext>
            </a:extLst>
          </p:cNvPr>
          <p:cNvSpPr>
            <a:spLocks noGrp="1"/>
          </p:cNvSpPr>
          <p:nvPr>
            <p:ph type="body" sz="quarter" idx="92" hasCustomPrompt="1"/>
          </p:nvPr>
        </p:nvSpPr>
        <p:spPr>
          <a:xfrm>
            <a:off x="5431389"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3" name="Text placeholder 5">
            <a:extLst>
              <a:ext uri="{FF2B5EF4-FFF2-40B4-BE49-F238E27FC236}">
                <a16:creationId xmlns:a16="http://schemas.microsoft.com/office/drawing/2014/main" id="{CCBFB0CF-5CAA-883C-DEAB-43A58245838A}"/>
              </a:ext>
            </a:extLst>
          </p:cNvPr>
          <p:cNvSpPr>
            <a:spLocks noGrp="1"/>
          </p:cNvSpPr>
          <p:nvPr>
            <p:ph type="body" sz="quarter" idx="91" hasCustomPrompt="1"/>
          </p:nvPr>
        </p:nvSpPr>
        <p:spPr>
          <a:xfrm>
            <a:off x="5431389"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4" name="Picture placeholder 5" descr="Photograph of First and Last name &#10;(person the slide is referencing)">
            <a:extLst>
              <a:ext uri="{FF2B5EF4-FFF2-40B4-BE49-F238E27FC236}">
                <a16:creationId xmlns:a16="http://schemas.microsoft.com/office/drawing/2014/main" id="{FEFA65D4-7E4E-7D88-BB93-BDAC6A11EEE6}"/>
              </a:ext>
            </a:extLst>
          </p:cNvPr>
          <p:cNvSpPr>
            <a:spLocks noGrp="1" noChangeAspect="1"/>
          </p:cNvSpPr>
          <p:nvPr>
            <p:ph type="pic" sz="quarter" idx="107" hasCustomPrompt="1"/>
          </p:nvPr>
        </p:nvSpPr>
        <p:spPr>
          <a:xfrm>
            <a:off x="785469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5" name="Text placeholder 5">
            <a:extLst>
              <a:ext uri="{FF2B5EF4-FFF2-40B4-BE49-F238E27FC236}">
                <a16:creationId xmlns:a16="http://schemas.microsoft.com/office/drawing/2014/main" id="{BC089438-BB2E-8CA6-5F91-044332B0A356}"/>
              </a:ext>
            </a:extLst>
          </p:cNvPr>
          <p:cNvSpPr>
            <a:spLocks noGrp="1"/>
          </p:cNvSpPr>
          <p:nvPr>
            <p:ph type="body" sz="quarter" idx="95" hasCustomPrompt="1"/>
          </p:nvPr>
        </p:nvSpPr>
        <p:spPr>
          <a:xfrm>
            <a:off x="7765801"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6" name="Text placeholder 5">
            <a:extLst>
              <a:ext uri="{FF2B5EF4-FFF2-40B4-BE49-F238E27FC236}">
                <a16:creationId xmlns:a16="http://schemas.microsoft.com/office/drawing/2014/main" id="{481736D0-57CE-73C1-380A-473D46F2A639}"/>
              </a:ext>
            </a:extLst>
          </p:cNvPr>
          <p:cNvSpPr>
            <a:spLocks noGrp="1"/>
          </p:cNvSpPr>
          <p:nvPr>
            <p:ph type="body" sz="quarter" idx="94" hasCustomPrompt="1"/>
          </p:nvPr>
        </p:nvSpPr>
        <p:spPr>
          <a:xfrm>
            <a:off x="7765801"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7" name="Picture placeholder 5" descr="Photograph of First and Last name &#10;(person the slide is referencing)">
            <a:extLst>
              <a:ext uri="{FF2B5EF4-FFF2-40B4-BE49-F238E27FC236}">
                <a16:creationId xmlns:a16="http://schemas.microsoft.com/office/drawing/2014/main" id="{13775789-7F49-8FA8-F6BA-4831AA428A52}"/>
              </a:ext>
            </a:extLst>
          </p:cNvPr>
          <p:cNvSpPr>
            <a:spLocks noGrp="1" noChangeAspect="1"/>
          </p:cNvSpPr>
          <p:nvPr>
            <p:ph type="pic" sz="quarter" idx="108" hasCustomPrompt="1"/>
          </p:nvPr>
        </p:nvSpPr>
        <p:spPr>
          <a:xfrm>
            <a:off x="1018641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8" name="Text placeholder 5">
            <a:extLst>
              <a:ext uri="{FF2B5EF4-FFF2-40B4-BE49-F238E27FC236}">
                <a16:creationId xmlns:a16="http://schemas.microsoft.com/office/drawing/2014/main" id="{83014732-9266-51C6-552D-A2A47DF3B20E}"/>
              </a:ext>
            </a:extLst>
          </p:cNvPr>
          <p:cNvSpPr>
            <a:spLocks noGrp="1"/>
          </p:cNvSpPr>
          <p:nvPr>
            <p:ph type="body" sz="quarter" idx="98" hasCustomPrompt="1"/>
          </p:nvPr>
        </p:nvSpPr>
        <p:spPr>
          <a:xfrm>
            <a:off x="10093238"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9" name="Text placeholder 5">
            <a:extLst>
              <a:ext uri="{FF2B5EF4-FFF2-40B4-BE49-F238E27FC236}">
                <a16:creationId xmlns:a16="http://schemas.microsoft.com/office/drawing/2014/main" id="{BE4A8D1D-0817-36C0-DAE7-2C3EFC726A0F}"/>
              </a:ext>
            </a:extLst>
          </p:cNvPr>
          <p:cNvSpPr>
            <a:spLocks noGrp="1"/>
          </p:cNvSpPr>
          <p:nvPr>
            <p:ph type="body" sz="quarter" idx="97" hasCustomPrompt="1"/>
          </p:nvPr>
        </p:nvSpPr>
        <p:spPr>
          <a:xfrm>
            <a:off x="10093238"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3" name="Footer Placeholder 2">
            <a:extLst>
              <a:ext uri="{FF2B5EF4-FFF2-40B4-BE49-F238E27FC236}">
                <a16:creationId xmlns:a16="http://schemas.microsoft.com/office/drawing/2014/main" id="{49E803D8-E642-131F-D1F9-D10BBA53C117}"/>
              </a:ext>
              <a:ext uri="{C183D7F6-B498-43B3-948B-1728B52AA6E4}">
                <adec:decorative xmlns:adec="http://schemas.microsoft.com/office/drawing/2017/decorative" val="1"/>
              </a:ext>
            </a:extLst>
          </p:cNvPr>
          <p:cNvSpPr>
            <a:spLocks noGrp="1"/>
          </p:cNvSpPr>
          <p:nvPr userDrawn="1">
            <p:ph type="ftr" sz="quarter" idx="112"/>
          </p:nvPr>
        </p:nvSpPr>
        <p:spPr/>
        <p:txBody>
          <a:bodyPr/>
          <a:lstStyle/>
          <a:p>
            <a:endParaRPr lang="en-US" noProof="0"/>
          </a:p>
        </p:txBody>
      </p:sp>
      <p:sp>
        <p:nvSpPr>
          <p:cNvPr id="13" name="Slide Number Placeholder 12">
            <a:extLst>
              <a:ext uri="{FF2B5EF4-FFF2-40B4-BE49-F238E27FC236}">
                <a16:creationId xmlns:a16="http://schemas.microsoft.com/office/drawing/2014/main" id="{CFC32E26-E2EE-BEA4-9A03-54981F58FE77}"/>
              </a:ext>
              <a:ext uri="{C183D7F6-B498-43B3-948B-1728B52AA6E4}">
                <adec:decorative xmlns:adec="http://schemas.microsoft.com/office/drawing/2017/decorative" val="1"/>
              </a:ext>
            </a:extLst>
          </p:cNvPr>
          <p:cNvSpPr>
            <a:spLocks noGrp="1"/>
          </p:cNvSpPr>
          <p:nvPr userDrawn="1">
            <p:ph type="sldNum" sz="quarter" idx="111"/>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90678102"/>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ead Only 4">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Autofit/>
          </a:bodyPr>
          <a:lstStyle/>
          <a:p>
            <a:pPr algn="ctr">
              <a:lnSpc>
                <a:spcPct val="90000"/>
              </a:lnSpc>
            </a:pPr>
            <a:r>
              <a:rPr lang="en-US" sz="16200" spc="-30" baseline="0" noProof="0">
                <a:solidFill>
                  <a:schemeClr val="bg1"/>
                </a:solidFill>
              </a:rPr>
              <a:t>Highlight or quote layouts</a:t>
            </a:r>
          </a:p>
        </p:txBody>
      </p:sp>
    </p:spTree>
    <p:extLst>
      <p:ext uri="{BB962C8B-B14F-4D97-AF65-F5344CB8AC3E}">
        <p14:creationId xmlns:p14="http://schemas.microsoft.com/office/powerpoint/2010/main" val="1240932293"/>
      </p:ext>
    </p:extLst>
  </p:cSld>
  <p:clrMapOvr>
    <a:masterClrMapping/>
  </p:clrMapOvr>
  <p:transition/>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Vertical split left gradient +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8BCD8CC-5C84-0E47-3D5B-5B4071C6F1EF}"/>
              </a:ext>
            </a:extLst>
          </p:cNvPr>
          <p:cNvSpPr>
            <a:spLocks noGrp="1"/>
          </p:cNvSpPr>
          <p:nvPr userDrawn="1">
            <p:ph type="title" hasCustomPrompt="1"/>
          </p:nvPr>
        </p:nvSpPr>
        <p:spPr>
          <a:xfrm>
            <a:off x="766764" y="640080"/>
            <a:ext cx="3805237" cy="2514600"/>
          </a:xfrm>
          <a:noFill/>
        </p:spPr>
        <p:txBody>
          <a:bodyPr>
            <a:normAutofit/>
          </a:bodyPr>
          <a:lstStyle>
            <a:lvl1pPr>
              <a:defRPr sz="4800">
                <a:solidFill>
                  <a:schemeClr val="bg1"/>
                </a:solidFill>
              </a:defRPr>
            </a:lvl1pPr>
          </a:lstStyle>
          <a:p>
            <a:pPr lvl="0"/>
            <a:r>
              <a:rPr lang="en-US" noProof="0"/>
              <a:t>Click to add slide title</a:t>
            </a:r>
          </a:p>
        </p:txBody>
      </p:sp>
      <p:sp>
        <p:nvSpPr>
          <p:cNvPr id="12" name="Content Placeholder 11">
            <a:extLst>
              <a:ext uri="{FF2B5EF4-FFF2-40B4-BE49-F238E27FC236}">
                <a16:creationId xmlns:a16="http://schemas.microsoft.com/office/drawing/2014/main" id="{4786F2AF-5358-D866-C5C2-387F0EAF5433}"/>
              </a:ext>
            </a:extLst>
          </p:cNvPr>
          <p:cNvSpPr>
            <a:spLocks noGrp="1"/>
          </p:cNvSpPr>
          <p:nvPr>
            <p:ph sz="quarter" idx="22" hasCustomPrompt="1"/>
          </p:nvPr>
        </p:nvSpPr>
        <p:spPr>
          <a:xfrm>
            <a:off x="6096000" y="768096"/>
            <a:ext cx="5324475" cy="5330952"/>
          </a:xfrm>
          <a:prstGeom prst="rect">
            <a:avLst/>
          </a:prstGeom>
        </p:spPr>
        <p:txBody>
          <a:bodyPr>
            <a:normAutofit/>
          </a:bodyPr>
          <a:lstStyle>
            <a:lvl1pPr marL="0" indent="0">
              <a:buNone/>
              <a:defRPr sz="1800"/>
            </a:lvl1pPr>
          </a:lstStyle>
          <a:p>
            <a:pPr lvl="0"/>
            <a:r>
              <a:rPr lang="en-US" noProof="0"/>
              <a:t>Click to add text or select an icon to insert associated content (i.e., table, chart, picture or video). Images and video are available to download from brand.cgi.com.</a:t>
            </a:r>
          </a:p>
        </p:txBody>
      </p:sp>
      <p:sp>
        <p:nvSpPr>
          <p:cNvPr id="2" name="Footer Placeholder 1">
            <a:extLst>
              <a:ext uri="{FF2B5EF4-FFF2-40B4-BE49-F238E27FC236}">
                <a16:creationId xmlns:a16="http://schemas.microsoft.com/office/drawing/2014/main" id="{F9C8AF98-2955-963B-58C0-5FE1B0F82077}"/>
              </a:ext>
              <a:ext uri="{C183D7F6-B498-43B3-948B-1728B52AA6E4}">
                <adec:decorative xmlns:adec="http://schemas.microsoft.com/office/drawing/2017/decorative" val="1"/>
              </a:ext>
            </a:extLst>
          </p:cNvPr>
          <p:cNvSpPr>
            <a:spLocks noGrp="1"/>
          </p:cNvSpPr>
          <p:nvPr>
            <p:ph type="ftr" sz="quarter" idx="26"/>
          </p:nvPr>
        </p:nvSpPr>
        <p:spPr/>
        <p:txBody>
          <a:bodyPr/>
          <a:lstStyle/>
          <a:p>
            <a:endParaRPr lang="en-US" noProof="0"/>
          </a:p>
        </p:txBody>
      </p:sp>
      <p:sp>
        <p:nvSpPr>
          <p:cNvPr id="5" name="Slide Number Placeholder 4">
            <a:extLst>
              <a:ext uri="{FF2B5EF4-FFF2-40B4-BE49-F238E27FC236}">
                <a16:creationId xmlns:a16="http://schemas.microsoft.com/office/drawing/2014/main" id="{4157A084-A0DA-A9C2-4C39-36545455D079}"/>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075439696"/>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Vertical split left gradient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8BCD8CC-5C84-0E47-3D5B-5B4071C6F1EF}"/>
              </a:ext>
            </a:extLst>
          </p:cNvPr>
          <p:cNvSpPr>
            <a:spLocks noGrp="1"/>
          </p:cNvSpPr>
          <p:nvPr userDrawn="1">
            <p:ph type="title" hasCustomPrompt="1"/>
          </p:nvPr>
        </p:nvSpPr>
        <p:spPr>
          <a:xfrm>
            <a:off x="766764" y="640080"/>
            <a:ext cx="3805237" cy="2514600"/>
          </a:xfrm>
        </p:spPr>
        <p:txBody>
          <a:bodyPr>
            <a:normAutofit/>
          </a:bodyPr>
          <a:lstStyle>
            <a:lvl1pPr>
              <a:defRPr sz="4800">
                <a:solidFill>
                  <a:schemeClr val="bg1"/>
                </a:solidFill>
              </a:defRPr>
            </a:lvl1pPr>
          </a:lstStyle>
          <a:p>
            <a:pPr lvl="0"/>
            <a:r>
              <a:rPr lang="en-US" noProof="0"/>
              <a:t>Click to add slide title</a:t>
            </a:r>
          </a:p>
        </p:txBody>
      </p:sp>
      <p:sp>
        <p:nvSpPr>
          <p:cNvPr id="10" name="Picture Placeholder 7">
            <a:extLst>
              <a:ext uri="{FF2B5EF4-FFF2-40B4-BE49-F238E27FC236}">
                <a16:creationId xmlns:a16="http://schemas.microsoft.com/office/drawing/2014/main" id="{D8902546-0BD5-8512-0E9E-01A120BA7869}"/>
              </a:ext>
            </a:extLst>
          </p:cNvPr>
          <p:cNvSpPr>
            <a:spLocks noGrp="1"/>
          </p:cNvSpPr>
          <p:nvPr>
            <p:ph type="pic" sz="quarter" idx="26" hasCustomPrompt="1"/>
          </p:nvPr>
        </p:nvSpPr>
        <p:spPr>
          <a:xfrm>
            <a:off x="6096000" y="768096"/>
            <a:ext cx="5329238" cy="5321808"/>
          </a:xfrm>
          <a:prstGeom prst="rect">
            <a:avLst/>
          </a:prstGeom>
        </p:spPr>
        <p:txBody>
          <a:bodyPr/>
          <a:lstStyle>
            <a:lvl1pPr marL="0" indent="0">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62CD930D-562F-7158-6266-0C7D09523FAD}"/>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a:p>
        </p:txBody>
      </p:sp>
      <p:sp>
        <p:nvSpPr>
          <p:cNvPr id="5" name="Slide Number Placeholder 4">
            <a:extLst>
              <a:ext uri="{FF2B5EF4-FFF2-40B4-BE49-F238E27FC236}">
                <a16:creationId xmlns:a16="http://schemas.microsoft.com/office/drawing/2014/main" id="{A949E9E9-878C-1EFF-CBDC-17959F11C0FC}"/>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825088710"/>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Vertical split right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52C95-B004-CE97-6850-347B6C83D74E}"/>
              </a:ext>
            </a:extLst>
          </p:cNvPr>
          <p:cNvSpPr>
            <a:spLocks noGrp="1"/>
          </p:cNvSpPr>
          <p:nvPr>
            <p:ph type="title" hasCustomPrompt="1"/>
          </p:nvPr>
        </p:nvSpPr>
        <p:spPr>
          <a:xfrm>
            <a:off x="766763" y="682513"/>
            <a:ext cx="5349134" cy="530352"/>
          </a:xfrm>
        </p:spPr>
        <p:txBody>
          <a:bodyPr/>
          <a:lstStyle>
            <a:lvl1pPr>
              <a:defRPr/>
            </a:lvl1pPr>
          </a:lstStyle>
          <a:p>
            <a:r>
              <a:rPr lang="en-US" noProof="0"/>
              <a:t>Click to add slide title</a:t>
            </a:r>
          </a:p>
        </p:txBody>
      </p:sp>
      <p:sp>
        <p:nvSpPr>
          <p:cNvPr id="8" name="Text Placeholder 2">
            <a:extLst>
              <a:ext uri="{FF2B5EF4-FFF2-40B4-BE49-F238E27FC236}">
                <a16:creationId xmlns:a16="http://schemas.microsoft.com/office/drawing/2014/main" id="{4CB01012-C777-4F42-8ACD-C6368C209107}"/>
              </a:ext>
            </a:extLst>
          </p:cNvPr>
          <p:cNvSpPr>
            <a:spLocks noGrp="1"/>
          </p:cNvSpPr>
          <p:nvPr>
            <p:ph type="body" sz="quarter" idx="20"/>
          </p:nvPr>
        </p:nvSpPr>
        <p:spPr>
          <a:xfrm>
            <a:off x="766764" y="1527175"/>
            <a:ext cx="5343560" cy="4565649"/>
          </a:xfrm>
          <a:prstGeom prst="rect">
            <a:avLst/>
          </a:prstGeom>
        </p:spPr>
        <p:txBody>
          <a:bodyPr lIns="0">
            <a:noAutofit/>
          </a:bodyPr>
          <a:lstStyle>
            <a:lvl1pPr marL="0" indent="0" algn="l">
              <a:spcBef>
                <a:spcPts val="600"/>
              </a:spcBef>
              <a:buNone/>
              <a:defRPr sz="200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p:txBody>
      </p:sp>
      <p:sp>
        <p:nvSpPr>
          <p:cNvPr id="11" name="Textbox title 3"/>
          <p:cNvSpPr>
            <a:spLocks noGrp="1"/>
          </p:cNvSpPr>
          <p:nvPr>
            <p:ph type="subTitle" idx="1" hasCustomPrompt="1"/>
          </p:nvPr>
        </p:nvSpPr>
        <p:spPr>
          <a:xfrm>
            <a:off x="7620799" y="685800"/>
            <a:ext cx="3809206" cy="530352"/>
          </a:xfrm>
          <a:prstGeom prst="rect">
            <a:avLst/>
          </a:prstGeom>
        </p:spPr>
        <p:txBody>
          <a:bodyPr lIns="0" tIns="0" rIns="0" bIns="0" anchor="t" anchorCtr="0">
            <a:noAutofit/>
          </a:bodyPr>
          <a:lstStyle>
            <a:lvl1pPr marL="0" indent="0" algn="l">
              <a:buNone/>
              <a:defRPr sz="2800">
                <a:solidFill>
                  <a:schemeClr val="bg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heading</a:t>
            </a:r>
          </a:p>
        </p:txBody>
      </p:sp>
      <p:sp>
        <p:nvSpPr>
          <p:cNvPr id="7" name="Text Placeholder 4">
            <a:extLst>
              <a:ext uri="{FF2B5EF4-FFF2-40B4-BE49-F238E27FC236}">
                <a16:creationId xmlns:a16="http://schemas.microsoft.com/office/drawing/2014/main" id="{D41B42D7-AAA3-834F-9B8B-AC9F156380D9}"/>
              </a:ext>
            </a:extLst>
          </p:cNvPr>
          <p:cNvSpPr>
            <a:spLocks noGrp="1"/>
          </p:cNvSpPr>
          <p:nvPr>
            <p:ph type="body" sz="quarter" idx="19"/>
          </p:nvPr>
        </p:nvSpPr>
        <p:spPr bwMode="white">
          <a:xfrm>
            <a:off x="7620000" y="1527175"/>
            <a:ext cx="3805238" cy="4565649"/>
          </a:xfrm>
          <a:prstGeom prst="rect">
            <a:avLst/>
          </a:prstGeom>
        </p:spPr>
        <p:txBody>
          <a:bodyPr lIns="0">
            <a:noAutofit/>
          </a:bodyPr>
          <a:lstStyle>
            <a:lvl1pPr marL="0" indent="0" algn="l">
              <a:spcBef>
                <a:spcPts val="600"/>
              </a:spcBef>
              <a:buNone/>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p:txBody>
      </p:sp>
      <p:sp>
        <p:nvSpPr>
          <p:cNvPr id="3" name="Footer Placeholder 2">
            <a:extLst>
              <a:ext uri="{FF2B5EF4-FFF2-40B4-BE49-F238E27FC236}">
                <a16:creationId xmlns:a16="http://schemas.microsoft.com/office/drawing/2014/main" id="{30639340-9B1C-0A20-7215-29AD885ACC1C}"/>
              </a:ext>
              <a:ext uri="{C183D7F6-B498-43B3-948B-1728B52AA6E4}">
                <adec:decorative xmlns:adec="http://schemas.microsoft.com/office/drawing/2017/decorative" val="1"/>
              </a:ext>
            </a:extLst>
          </p:cNvPr>
          <p:cNvSpPr>
            <a:spLocks noGrp="1"/>
          </p:cNvSpPr>
          <p:nvPr userDrawn="1">
            <p:ph type="ftr" sz="quarter" idx="24"/>
          </p:nvPr>
        </p:nvSpPr>
        <p:spPr/>
        <p:txBody>
          <a:bodyPr/>
          <a:lstStyle/>
          <a:p>
            <a:endParaRPr lang="en-US" noProof="0"/>
          </a:p>
        </p:txBody>
      </p:sp>
      <p:sp>
        <p:nvSpPr>
          <p:cNvPr id="9" name="Slide Number Placeholder 7">
            <a:extLst>
              <a:ext uri="{FF2B5EF4-FFF2-40B4-BE49-F238E27FC236}">
                <a16:creationId xmlns:a16="http://schemas.microsoft.com/office/drawing/2014/main" id="{D6B8EBC4-0CDD-D5F8-B384-BBC3DE200CB1}"/>
              </a:ext>
              <a:ext uri="{C183D7F6-B498-43B3-948B-1728B52AA6E4}">
                <adec:decorative xmlns:adec="http://schemas.microsoft.com/office/drawing/2017/decorative" val="1"/>
              </a:ext>
            </a:extLst>
          </p:cNvPr>
          <p:cNvSpPr>
            <a:spLocks noGrp="1"/>
          </p:cNvSpPr>
          <p:nvPr userDrawn="1">
            <p:ph type="sldNum" sz="quarter" idx="23"/>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666488075"/>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Horizontal split top gradient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54EDF-CC0A-47BA-810E-F78AECA13876}"/>
              </a:ext>
            </a:extLst>
          </p:cNvPr>
          <p:cNvSpPr>
            <a:spLocks noGrp="1"/>
          </p:cNvSpPr>
          <p:nvPr>
            <p:ph type="title" hasCustomPrompt="1"/>
          </p:nvPr>
        </p:nvSpPr>
        <p:spPr>
          <a:xfrm>
            <a:off x="766763" y="682513"/>
            <a:ext cx="10658475" cy="1904770"/>
          </a:xfrm>
        </p:spPr>
        <p:txBody>
          <a:bodyPr>
            <a:noAutofit/>
          </a:bodyPr>
          <a:lstStyle>
            <a:lvl1pPr>
              <a:defRPr sz="2800">
                <a:solidFill>
                  <a:schemeClr val="bg1"/>
                </a:solidFill>
              </a:defRPr>
            </a:lvl1pPr>
          </a:lstStyle>
          <a:p>
            <a:r>
              <a:rPr lang="en-US" noProof="0"/>
              <a:t>Click to add slide title or text. Adjust font size as needed.</a:t>
            </a:r>
          </a:p>
        </p:txBody>
      </p:sp>
      <p:sp>
        <p:nvSpPr>
          <p:cNvPr id="6" name="Text Placeholder 7">
            <a:extLst>
              <a:ext uri="{FF2B5EF4-FFF2-40B4-BE49-F238E27FC236}">
                <a16:creationId xmlns:a16="http://schemas.microsoft.com/office/drawing/2014/main" id="{8B55AD79-E89E-F94C-8E6E-47E81BAAFE81}"/>
              </a:ext>
            </a:extLst>
          </p:cNvPr>
          <p:cNvSpPr>
            <a:spLocks noGrp="1"/>
          </p:cNvSpPr>
          <p:nvPr>
            <p:ph type="body" sz="quarter" idx="20" hasCustomPrompt="1"/>
          </p:nvPr>
        </p:nvSpPr>
        <p:spPr>
          <a:xfrm>
            <a:off x="766763" y="3429000"/>
            <a:ext cx="3043237" cy="2663825"/>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Insert text here</a:t>
            </a:r>
          </a:p>
        </p:txBody>
      </p:sp>
      <p:sp>
        <p:nvSpPr>
          <p:cNvPr id="8" name="Text Placeholder 8">
            <a:extLst>
              <a:ext uri="{FF2B5EF4-FFF2-40B4-BE49-F238E27FC236}">
                <a16:creationId xmlns:a16="http://schemas.microsoft.com/office/drawing/2014/main" id="{2BA1CE38-9517-C04D-BD3C-785CE4AAB523}"/>
              </a:ext>
            </a:extLst>
          </p:cNvPr>
          <p:cNvSpPr>
            <a:spLocks noGrp="1"/>
          </p:cNvSpPr>
          <p:nvPr>
            <p:ph type="body" sz="quarter" idx="22" hasCustomPrompt="1"/>
          </p:nvPr>
        </p:nvSpPr>
        <p:spPr>
          <a:xfrm>
            <a:off x="4573588" y="3429000"/>
            <a:ext cx="3044952"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Insert text here</a:t>
            </a:r>
          </a:p>
        </p:txBody>
      </p:sp>
      <p:sp>
        <p:nvSpPr>
          <p:cNvPr id="7" name="Text Placeholder 9">
            <a:extLst>
              <a:ext uri="{FF2B5EF4-FFF2-40B4-BE49-F238E27FC236}">
                <a16:creationId xmlns:a16="http://schemas.microsoft.com/office/drawing/2014/main" id="{490C4A5E-806F-B449-9FC2-674DB43D3774}"/>
              </a:ext>
            </a:extLst>
          </p:cNvPr>
          <p:cNvSpPr>
            <a:spLocks noGrp="1"/>
          </p:cNvSpPr>
          <p:nvPr>
            <p:ph type="body" sz="quarter" idx="21" hasCustomPrompt="1"/>
          </p:nvPr>
        </p:nvSpPr>
        <p:spPr>
          <a:xfrm>
            <a:off x="8382000" y="3429000"/>
            <a:ext cx="3044952"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Insert text here</a:t>
            </a:r>
          </a:p>
        </p:txBody>
      </p:sp>
      <p:sp>
        <p:nvSpPr>
          <p:cNvPr id="3" name="Footer Placeholder 2">
            <a:extLst>
              <a:ext uri="{FF2B5EF4-FFF2-40B4-BE49-F238E27FC236}">
                <a16:creationId xmlns:a16="http://schemas.microsoft.com/office/drawing/2014/main" id="{57F53EBC-FEBD-E00D-C4D7-27BB9D4120F1}"/>
              </a:ext>
              <a:ext uri="{C183D7F6-B498-43B3-948B-1728B52AA6E4}">
                <adec:decorative xmlns:adec="http://schemas.microsoft.com/office/drawing/2017/decorative" val="1"/>
              </a:ext>
            </a:extLst>
          </p:cNvPr>
          <p:cNvSpPr>
            <a:spLocks noGrp="1"/>
          </p:cNvSpPr>
          <p:nvPr>
            <p:ph type="ftr" sz="quarter" idx="26"/>
          </p:nvPr>
        </p:nvSpPr>
        <p:spPr/>
        <p:txBody>
          <a:bodyPr/>
          <a:lstStyle/>
          <a:p>
            <a:endParaRPr lang="en-US" noProof="0"/>
          </a:p>
        </p:txBody>
      </p:sp>
      <p:sp>
        <p:nvSpPr>
          <p:cNvPr id="11" name="Slide Number Placeholder 10">
            <a:extLst>
              <a:ext uri="{FF2B5EF4-FFF2-40B4-BE49-F238E27FC236}">
                <a16:creationId xmlns:a16="http://schemas.microsoft.com/office/drawing/2014/main" id="{EBAAF71B-23CB-7380-DA03-07C63C5EA22C}"/>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243605371"/>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quote highlight + cornerstone">
    <p:spTree>
      <p:nvGrpSpPr>
        <p:cNvPr id="1" name=""/>
        <p:cNvGrpSpPr/>
        <p:nvPr/>
      </p:nvGrpSpPr>
      <p:grpSpPr>
        <a:xfrm>
          <a:off x="0" y="0"/>
          <a:ext cx="0" cy="0"/>
          <a:chOff x="0" y="0"/>
          <a:chExt cx="0" cy="0"/>
        </a:xfrm>
      </p:grpSpPr>
      <p:pic>
        <p:nvPicPr>
          <p:cNvPr id="5" name="Picture 4" descr="A white squares on a white background&#10;&#10;Description automatically generated">
            <a:extLst>
              <a:ext uri="{FF2B5EF4-FFF2-40B4-BE49-F238E27FC236}">
                <a16:creationId xmlns:a16="http://schemas.microsoft.com/office/drawing/2014/main" id="{B637CFBE-1BEE-0A28-FB8A-11E7DEC0CE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1157"/>
          <a:stretch/>
        </p:blipFill>
        <p:spPr>
          <a:xfrm>
            <a:off x="0" y="0"/>
            <a:ext cx="12192000" cy="6092824"/>
          </a:xfrm>
          <a:prstGeom prst="rect">
            <a:avLst/>
          </a:prstGeom>
        </p:spPr>
      </p:pic>
      <p:sp>
        <p:nvSpPr>
          <p:cNvPr id="3" name="Footer Placeholder 2">
            <a:extLst>
              <a:ext uri="{FF2B5EF4-FFF2-40B4-BE49-F238E27FC236}">
                <a16:creationId xmlns:a16="http://schemas.microsoft.com/office/drawing/2014/main" id="{F639CDDF-687C-115B-E703-A2FAB903CC3E}"/>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8EA7E9BC-EFC9-B5E1-0268-54235BD02D54}"/>
              </a:ext>
            </a:extLst>
          </p:cNvPr>
          <p:cNvSpPr>
            <a:spLocks noGrp="1"/>
          </p:cNvSpPr>
          <p:nvPr>
            <p:ph type="sldNum" sz="quarter" idx="11"/>
          </p:nvPr>
        </p:nvSpPr>
        <p:spPr/>
        <p:txBody>
          <a:bodyPr/>
          <a:lstStyle/>
          <a:p>
            <a:fld id="{525A3C56-E491-49B2-93F3-63532DF516BC}" type="slidenum">
              <a:rPr lang="en-US" noProof="0" smtClean="0"/>
              <a:pPr/>
              <a:t>‹#›</a:t>
            </a:fld>
            <a:endParaRPr lang="en-US" noProof="0"/>
          </a:p>
        </p:txBody>
      </p:sp>
      <p:sp>
        <p:nvSpPr>
          <p:cNvPr id="7" name="Picture Placeholder 2" descr="Image placeholder. Click icon to add image. Images are available to download from the Brand Source image library.&#10;">
            <a:extLst>
              <a:ext uri="{FF2B5EF4-FFF2-40B4-BE49-F238E27FC236}">
                <a16:creationId xmlns:a16="http://schemas.microsoft.com/office/drawing/2014/main" id="{8E8A4A2E-5ACB-C38C-36BB-BCB8B194D1AC}"/>
              </a:ext>
              <a:ext uri="{C183D7F6-B498-43B3-948B-1728B52AA6E4}">
                <adec:decorative xmlns:adec="http://schemas.microsoft.com/office/drawing/2017/decorative" val="0"/>
              </a:ext>
            </a:extLst>
          </p:cNvPr>
          <p:cNvSpPr>
            <a:spLocks noGrp="1"/>
          </p:cNvSpPr>
          <p:nvPr>
            <p:ph type="pic" sz="quarter" idx="18" hasCustomPrompt="1"/>
          </p:nvPr>
        </p:nvSpPr>
        <p:spPr>
          <a:xfrm>
            <a:off x="6871989" y="765175"/>
            <a:ext cx="4553249" cy="4551892"/>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9" name="Title Placeholder 1">
            <a:extLst>
              <a:ext uri="{FF2B5EF4-FFF2-40B4-BE49-F238E27FC236}">
                <a16:creationId xmlns:a16="http://schemas.microsoft.com/office/drawing/2014/main" id="{2CE70C7F-7920-A2F9-41BF-F9917AC8A34F}"/>
              </a:ext>
            </a:extLst>
          </p:cNvPr>
          <p:cNvSpPr>
            <a:spLocks noGrp="1"/>
          </p:cNvSpPr>
          <p:nvPr>
            <p:ph type="title" hasCustomPrompt="1"/>
          </p:nvPr>
        </p:nvSpPr>
        <p:spPr>
          <a:xfrm>
            <a:off x="766764" y="765175"/>
            <a:ext cx="4567237" cy="4551892"/>
          </a:xfrm>
          <a:prstGeom prst="rect">
            <a:avLst/>
          </a:prstGeom>
        </p:spPr>
        <p:txBody>
          <a:bodyPr vert="horz" lIns="0" tIns="0" rIns="0" bIns="0" rtlCol="0" anchor="ctr" anchorCtr="0">
            <a:noAutofit/>
          </a:bodyPr>
          <a:lstStyle>
            <a:lvl1pPr>
              <a:defRPr sz="4000">
                <a:solidFill>
                  <a:schemeClr val="tx1"/>
                </a:solidFill>
              </a:defRPr>
            </a:lvl1pPr>
          </a:lstStyle>
          <a:p>
            <a:r>
              <a:rPr lang="en-US" noProof="0"/>
              <a:t>Click to add title</a:t>
            </a:r>
          </a:p>
        </p:txBody>
      </p:sp>
    </p:spTree>
    <p:extLst>
      <p:ext uri="{BB962C8B-B14F-4D97-AF65-F5344CB8AC3E}">
        <p14:creationId xmlns:p14="http://schemas.microsoft.com/office/powerpoint/2010/main" val="526234107"/>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quote highlight + image">
    <p:spTree>
      <p:nvGrpSpPr>
        <p:cNvPr id="1" name=""/>
        <p:cNvGrpSpPr/>
        <p:nvPr/>
      </p:nvGrpSpPr>
      <p:grpSpPr>
        <a:xfrm>
          <a:off x="0" y="0"/>
          <a:ext cx="0" cy="0"/>
          <a:chOff x="0" y="0"/>
          <a:chExt cx="0" cy="0"/>
        </a:xfrm>
      </p:grpSpPr>
      <p:pic>
        <p:nvPicPr>
          <p:cNvPr id="5" name="Picture 4" descr="A white squares on a white background&#10;&#10;Description automatically generated">
            <a:extLst>
              <a:ext uri="{FF2B5EF4-FFF2-40B4-BE49-F238E27FC236}">
                <a16:creationId xmlns:a16="http://schemas.microsoft.com/office/drawing/2014/main" id="{B637CFBE-1BEE-0A28-FB8A-11E7DEC0CE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1157"/>
          <a:stretch/>
        </p:blipFill>
        <p:spPr>
          <a:xfrm>
            <a:off x="0" y="0"/>
            <a:ext cx="12192000" cy="6092824"/>
          </a:xfrm>
          <a:prstGeom prst="rect">
            <a:avLst/>
          </a:prstGeom>
        </p:spPr>
      </p:pic>
      <p:sp>
        <p:nvSpPr>
          <p:cNvPr id="3" name="Footer Placeholder 2">
            <a:extLst>
              <a:ext uri="{FF2B5EF4-FFF2-40B4-BE49-F238E27FC236}">
                <a16:creationId xmlns:a16="http://schemas.microsoft.com/office/drawing/2014/main" id="{F639CDDF-687C-115B-E703-A2FAB903CC3E}"/>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8EA7E9BC-EFC9-B5E1-0268-54235BD02D54}"/>
              </a:ext>
            </a:extLst>
          </p:cNvPr>
          <p:cNvSpPr>
            <a:spLocks noGrp="1"/>
          </p:cNvSpPr>
          <p:nvPr>
            <p:ph type="sldNum" sz="quarter" idx="11"/>
          </p:nvPr>
        </p:nvSpPr>
        <p:spPr/>
        <p:txBody>
          <a:bodyPr/>
          <a:lstStyle/>
          <a:p>
            <a:fld id="{525A3C56-E491-49B2-93F3-63532DF516BC}" type="slidenum">
              <a:rPr lang="en-US" noProof="0" smtClean="0"/>
              <a:pPr/>
              <a:t>‹#›</a:t>
            </a:fld>
            <a:endParaRPr lang="en-US" noProof="0"/>
          </a:p>
        </p:txBody>
      </p:sp>
      <p:sp>
        <p:nvSpPr>
          <p:cNvPr id="7" name="Picture Placeholder 2" descr="Image placeholder. Click icon to add image. Images are available to download from the Brand Source image library.&#10;">
            <a:extLst>
              <a:ext uri="{FF2B5EF4-FFF2-40B4-BE49-F238E27FC236}">
                <a16:creationId xmlns:a16="http://schemas.microsoft.com/office/drawing/2014/main" id="{8E8A4A2E-5ACB-C38C-36BB-BCB8B194D1AC}"/>
              </a:ext>
              <a:ext uri="{C183D7F6-B498-43B3-948B-1728B52AA6E4}">
                <adec:decorative xmlns:adec="http://schemas.microsoft.com/office/drawing/2017/decorative" val="0"/>
              </a:ext>
            </a:extLst>
          </p:cNvPr>
          <p:cNvSpPr>
            <a:spLocks noGrp="1"/>
          </p:cNvSpPr>
          <p:nvPr>
            <p:ph type="pic" sz="quarter" idx="18" hasCustomPrompt="1"/>
          </p:nvPr>
        </p:nvSpPr>
        <p:spPr>
          <a:xfrm>
            <a:off x="6096001" y="-1360"/>
            <a:ext cx="6095999" cy="6094183"/>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9" name="Title Placeholder 1">
            <a:extLst>
              <a:ext uri="{FF2B5EF4-FFF2-40B4-BE49-F238E27FC236}">
                <a16:creationId xmlns:a16="http://schemas.microsoft.com/office/drawing/2014/main" id="{2CE70C7F-7920-A2F9-41BF-F9917AC8A34F}"/>
              </a:ext>
            </a:extLst>
          </p:cNvPr>
          <p:cNvSpPr>
            <a:spLocks noGrp="1"/>
          </p:cNvSpPr>
          <p:nvPr>
            <p:ph type="title" hasCustomPrompt="1"/>
          </p:nvPr>
        </p:nvSpPr>
        <p:spPr>
          <a:xfrm>
            <a:off x="766764" y="765175"/>
            <a:ext cx="4567237" cy="4561112"/>
          </a:xfrm>
          <a:prstGeom prst="rect">
            <a:avLst/>
          </a:prstGeom>
        </p:spPr>
        <p:txBody>
          <a:bodyPr vert="horz" lIns="0" tIns="0" rIns="0" bIns="0" rtlCol="0" anchor="ctr" anchorCtr="0">
            <a:noAutofit/>
          </a:bodyPr>
          <a:lstStyle>
            <a:lvl1pPr>
              <a:defRPr sz="4000">
                <a:solidFill>
                  <a:schemeClr val="tx1"/>
                </a:solidFill>
              </a:defRPr>
            </a:lvl1pPr>
          </a:lstStyle>
          <a:p>
            <a:r>
              <a:rPr lang="en-US" noProof="0"/>
              <a:t>Click to add title</a:t>
            </a:r>
          </a:p>
        </p:txBody>
      </p:sp>
    </p:spTree>
    <p:extLst>
      <p:ext uri="{BB962C8B-B14F-4D97-AF65-F5344CB8AC3E}">
        <p14:creationId xmlns:p14="http://schemas.microsoft.com/office/powerpoint/2010/main" val="2045935105"/>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quote gradient highlight + background image">
    <p:spTree>
      <p:nvGrpSpPr>
        <p:cNvPr id="1" name=""/>
        <p:cNvGrpSpPr/>
        <p:nvPr/>
      </p:nvGrpSpPr>
      <p:grpSpPr>
        <a:xfrm>
          <a:off x="0" y="0"/>
          <a:ext cx="0" cy="0"/>
          <a:chOff x="0" y="0"/>
          <a:chExt cx="0" cy="0"/>
        </a:xfrm>
      </p:grpSpPr>
      <p:sp>
        <p:nvSpPr>
          <p:cNvPr id="13" name="Title 10">
            <a:extLst>
              <a:ext uri="{FF2B5EF4-FFF2-40B4-BE49-F238E27FC236}">
                <a16:creationId xmlns:a16="http://schemas.microsoft.com/office/drawing/2014/main" id="{AD9D0227-5B54-05EA-03F4-4051C1E7D18F}"/>
              </a:ext>
            </a:extLst>
          </p:cNvPr>
          <p:cNvSpPr>
            <a:spLocks noGrp="1"/>
          </p:cNvSpPr>
          <p:nvPr>
            <p:ph type="title" hasCustomPrompt="1"/>
          </p:nvPr>
        </p:nvSpPr>
        <p:spPr>
          <a:xfrm>
            <a:off x="2558967" y="2339675"/>
            <a:ext cx="7074061" cy="1412112"/>
          </a:xfrm>
          <a:gradFill>
            <a:gsLst>
              <a:gs pos="55000">
                <a:srgbClr val="A82465"/>
              </a:gs>
              <a:gs pos="0">
                <a:srgbClr val="E31937"/>
              </a:gs>
              <a:gs pos="99000">
                <a:srgbClr val="5236AB"/>
              </a:gs>
            </a:gsLst>
            <a:lin ang="10800000" scaled="0"/>
          </a:gradFill>
        </p:spPr>
        <p:txBody>
          <a:bodyPr lIns="180000" tIns="180000" rIns="180000" bIns="180000" anchor="ctr">
            <a:normAutofit/>
          </a:bodyPr>
          <a:lstStyle>
            <a:lvl1pPr algn="ctr">
              <a:defRPr sz="3600">
                <a:solidFill>
                  <a:schemeClr val="bg1"/>
                </a:solidFill>
              </a:defRPr>
            </a:lvl1pPr>
          </a:lstStyle>
          <a:p>
            <a:pPr lvl="0"/>
            <a:r>
              <a:rPr lang="en-US" dirty="0"/>
              <a:t>Placeholder text which should </a:t>
            </a:r>
            <a:br>
              <a:rPr lang="en-US" dirty="0"/>
            </a:br>
            <a:r>
              <a:rPr lang="en-US" dirty="0"/>
              <a:t>only go on 2 lines. </a:t>
            </a:r>
            <a:endParaRPr lang="en-US" noProof="0" dirty="0"/>
          </a:p>
        </p:txBody>
      </p:sp>
      <p:sp>
        <p:nvSpPr>
          <p:cNvPr id="3" name="Footer Placeholder 2">
            <a:extLst>
              <a:ext uri="{FF2B5EF4-FFF2-40B4-BE49-F238E27FC236}">
                <a16:creationId xmlns:a16="http://schemas.microsoft.com/office/drawing/2014/main" id="{F639CDDF-687C-115B-E703-A2FAB903CC3E}"/>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8EA7E9BC-EFC9-B5E1-0268-54235BD02D54}"/>
              </a:ext>
            </a:extLst>
          </p:cNvPr>
          <p:cNvSpPr>
            <a:spLocks noGrp="1"/>
          </p:cNvSpPr>
          <p:nvPr>
            <p:ph type="sldNum" sz="quarter" idx="11"/>
          </p:nvPr>
        </p:nvSpPr>
        <p:spPr/>
        <p:txBody>
          <a:bodyPr/>
          <a:lstStyle/>
          <a:p>
            <a:fld id="{525A3C56-E491-49B2-93F3-63532DF516BC}" type="slidenum">
              <a:rPr lang="en-US" noProof="0" smtClean="0"/>
              <a:pPr/>
              <a:t>‹#›</a:t>
            </a:fld>
            <a:endParaRPr lang="en-US" noProof="0"/>
          </a:p>
        </p:txBody>
      </p:sp>
      <p:sp>
        <p:nvSpPr>
          <p:cNvPr id="7" name="Picture Placeholder 2" descr="Image placeholder. Click icon to add image. Images are available to download from the Brand Source image library.&#10;">
            <a:extLst>
              <a:ext uri="{FF2B5EF4-FFF2-40B4-BE49-F238E27FC236}">
                <a16:creationId xmlns:a16="http://schemas.microsoft.com/office/drawing/2014/main" id="{8E8A4A2E-5ACB-C38C-36BB-BCB8B194D1AC}"/>
              </a:ext>
              <a:ext uri="{C183D7F6-B498-43B3-948B-1728B52AA6E4}">
                <adec:decorative xmlns:adec="http://schemas.microsoft.com/office/drawing/2017/decorative" val="0"/>
              </a:ext>
            </a:extLst>
          </p:cNvPr>
          <p:cNvSpPr>
            <a:spLocks noGrp="1"/>
          </p:cNvSpPr>
          <p:nvPr>
            <p:ph type="pic" sz="quarter" idx="18" hasCustomPrompt="1"/>
          </p:nvPr>
        </p:nvSpPr>
        <p:spPr>
          <a:xfrm>
            <a:off x="1" y="-1360"/>
            <a:ext cx="12192000" cy="6094183"/>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dirty="0"/>
              <a:t>Click icon to add image. Images are available to download from the Brand Source image library  </a:t>
            </a:r>
            <a:r>
              <a:rPr lang="en-US" noProof="0" dirty="0" err="1"/>
              <a:t>brand.cgi.com</a:t>
            </a:r>
            <a:endParaRPr lang="en-US" noProof="0" dirty="0"/>
          </a:p>
        </p:txBody>
      </p:sp>
    </p:spTree>
    <p:extLst>
      <p:ext uri="{BB962C8B-B14F-4D97-AF65-F5344CB8AC3E}">
        <p14:creationId xmlns:p14="http://schemas.microsoft.com/office/powerpoint/2010/main" val="3042135150"/>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quote highlight x1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p:txBody>
          <a:bodyPr/>
          <a:lstStyle>
            <a:lvl1pPr>
              <a:defRPr/>
            </a:lvl1pPr>
          </a:lstStyle>
          <a:p>
            <a:r>
              <a:rPr lang="en-US" noProof="0"/>
              <a:t>Content highlight or quote slide (gradient B) – click to add title</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3" name="Text Placeholder 16">
            <a:extLst>
              <a:ext uri="{FF2B5EF4-FFF2-40B4-BE49-F238E27FC236}">
                <a16:creationId xmlns:a16="http://schemas.microsoft.com/office/drawing/2014/main" id="{0DB1B5D3-6859-6C6B-E3DF-5DC622276F4C}"/>
              </a:ext>
            </a:extLst>
          </p:cNvPr>
          <p:cNvSpPr>
            <a:spLocks noGrp="1"/>
          </p:cNvSpPr>
          <p:nvPr>
            <p:ph type="body" sz="quarter" idx="10" hasCustomPrompt="1"/>
          </p:nvPr>
        </p:nvSpPr>
        <p:spPr>
          <a:xfrm>
            <a:off x="1524000" y="1885950"/>
            <a:ext cx="9144000" cy="2867119"/>
          </a:xfrm>
          <a:prstGeom prst="rect">
            <a:avLst/>
          </a:prstGeom>
        </p:spPr>
        <p:txBody>
          <a:bodyPr lIns="0" tIns="0" rIns="0" bIns="0" anchor="ctr"/>
          <a:lstStyle>
            <a:lvl1pPr marL="0" indent="0" algn="ctr">
              <a:buFontTx/>
              <a:buNone/>
              <a:defRPr sz="2000"/>
            </a:lvl1pPr>
            <a:lvl2pPr algn="ctr">
              <a:defRPr/>
            </a:lvl2pPr>
            <a:lvl3pPr algn="ctr">
              <a:defRPr/>
            </a:lvl3pPr>
            <a:lvl4pPr algn="ctr">
              <a:defRPr/>
            </a:lvl4pPr>
            <a:lvl5pPr algn="ctr">
              <a:defRPr/>
            </a:lvl5pPr>
          </a:lstStyle>
          <a:p>
            <a:pPr lvl="0"/>
            <a:r>
              <a:rPr lang="en-US" noProof="0"/>
              <a:t>Insert the content or quote you are highlighting. Adjust font size as needed.</a:t>
            </a:r>
          </a:p>
        </p:txBody>
      </p:sp>
      <p:sp>
        <p:nvSpPr>
          <p:cNvPr id="4" name="Text Placeholder 14">
            <a:extLst>
              <a:ext uri="{FF2B5EF4-FFF2-40B4-BE49-F238E27FC236}">
                <a16:creationId xmlns:a16="http://schemas.microsoft.com/office/drawing/2014/main" id="{BB791BC8-F0FE-2616-919B-98764F09F15A}"/>
              </a:ext>
            </a:extLst>
          </p:cNvPr>
          <p:cNvSpPr>
            <a:spLocks noGrp="1"/>
          </p:cNvSpPr>
          <p:nvPr>
            <p:ph type="body" sz="quarter" idx="36" hasCustomPrompt="1"/>
          </p:nvPr>
        </p:nvSpPr>
        <p:spPr>
          <a:xfrm>
            <a:off x="1527048" y="5138118"/>
            <a:ext cx="9144000" cy="576072"/>
          </a:xfrm>
          <a:prstGeom prst="rect">
            <a:avLst/>
          </a:prstGeom>
        </p:spPr>
        <p:txBody>
          <a:bodyPr lIns="0" tIns="0" rIns="0" bIns="0"/>
          <a:lstStyle>
            <a:lvl1pPr marL="0" indent="0" algn="ctr">
              <a:spcBef>
                <a:spcPts val="0"/>
              </a:spcBef>
              <a:buNone/>
              <a:defRPr sz="1400" b="1"/>
            </a:lvl1pPr>
            <a:lvl2pPr marL="457200" indent="-404813" algn="ctr">
              <a:spcBef>
                <a:spcPts val="0"/>
              </a:spcBef>
              <a:buNone/>
              <a:defRPr sz="1400"/>
            </a:lvl2pPr>
            <a:lvl3pPr marL="914400" indent="0" algn="ctr">
              <a:buNone/>
              <a:defRPr/>
            </a:lvl3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2A99AD4F-D74A-4820-4319-6DB76168A418}"/>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CD42F6D3-4133-F9EA-4552-E6BFB5CB247C}"/>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774744162"/>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quote highlight x2 –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4662ABA-4613-5517-1858-CCDBEE9BA50F}"/>
              </a:ext>
            </a:extLst>
          </p:cNvPr>
          <p:cNvSpPr>
            <a:spLocks noGrp="1"/>
          </p:cNvSpPr>
          <p:nvPr>
            <p:ph type="title" hasCustomPrompt="1"/>
          </p:nvPr>
        </p:nvSpPr>
        <p:spPr>
          <a:noFill/>
        </p:spPr>
        <p:txBody>
          <a:bodyPr/>
          <a:lstStyle>
            <a:lvl1pPr>
              <a:defRPr/>
            </a:lvl1pPr>
          </a:lstStyle>
          <a:p>
            <a:r>
              <a:rPr lang="en-US" noProof="0"/>
              <a:t>Content highlight or quote x2 slide (gradient A) – click to add title</a:t>
            </a:r>
          </a:p>
        </p:txBody>
      </p:sp>
      <p:grpSp>
        <p:nvGrpSpPr>
          <p:cNvPr id="6" name="Gradient bars">
            <a:extLst>
              <a:ext uri="{FF2B5EF4-FFF2-40B4-BE49-F238E27FC236}">
                <a16:creationId xmlns:a16="http://schemas.microsoft.com/office/drawing/2014/main" id="{132EFB05-0B4B-4E83-CE7C-BB68154D3716}"/>
              </a:ext>
              <a:ext uri="{C183D7F6-B498-43B3-948B-1728B52AA6E4}">
                <adec:decorative xmlns:adec="http://schemas.microsoft.com/office/drawing/2017/decorative" val="1"/>
              </a:ext>
            </a:extLst>
          </p:cNvPr>
          <p:cNvGrpSpPr>
            <a:grpSpLocks/>
          </p:cNvGrpSpPr>
          <p:nvPr userDrawn="1"/>
        </p:nvGrpSpPr>
        <p:grpSpPr>
          <a:xfrm>
            <a:off x="762000" y="1527975"/>
            <a:ext cx="6461051" cy="72000"/>
            <a:chOff x="762000" y="1478280"/>
            <a:chExt cx="6461051" cy="72000"/>
          </a:xfrm>
        </p:grpSpPr>
        <p:sp>
          <p:nvSpPr>
            <p:cNvPr id="14" name="Rectangle 13"/>
            <p:cNvSpPr>
              <a:spLocks/>
            </p:cNvSpPr>
            <p:nvPr/>
          </p:nvSpPr>
          <p:spPr bwMode="gray">
            <a:xfrm>
              <a:off x="762000" y="1478280"/>
              <a:ext cx="762000" cy="72000"/>
            </a:xfrm>
            <a:prstGeom prst="rect">
              <a:avLst/>
            </a:prstGeom>
            <a:gradFill>
              <a:gsLst>
                <a:gs pos="100000">
                  <a:srgbClr val="5236AB"/>
                </a:gs>
                <a:gs pos="0">
                  <a:srgbClr val="E31937"/>
                </a:gs>
                <a:gs pos="60000">
                  <a:srgbClr val="A82465"/>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1" name="Rectangle 20"/>
            <p:cNvSpPr>
              <a:spLocks/>
            </p:cNvSpPr>
            <p:nvPr/>
          </p:nvSpPr>
          <p:spPr bwMode="gray">
            <a:xfrm>
              <a:off x="6461051" y="1478280"/>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gr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762543" y="1885950"/>
            <a:ext cx="4964186"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marL="0" marR="0" lvl="0" indent="0" algn="l" defTabSz="914400" rtl="0" eaLnBrk="1" fontAlgn="auto" latinLnBrk="0" hangingPunct="1">
              <a:lnSpc>
                <a:spcPct val="100000"/>
              </a:lnSpc>
              <a:spcBef>
                <a:spcPct val="20000"/>
              </a:spcBef>
              <a:spcAft>
                <a:spcPts val="0"/>
              </a:spcAft>
              <a:buClrTx/>
              <a:buSzTx/>
              <a:buFontTx/>
              <a:buNone/>
              <a:tabLst/>
              <a:defRPr/>
            </a:pPr>
            <a:r>
              <a:rPr lang="en-US" noProof="0"/>
              <a:t>Insert content or quote</a:t>
            </a:r>
          </a:p>
        </p:txBody>
      </p:sp>
      <p:sp>
        <p:nvSpPr>
          <p:cNvPr id="15" name="Text Placeholder 23"/>
          <p:cNvSpPr>
            <a:spLocks noGrp="1"/>
          </p:cNvSpPr>
          <p:nvPr>
            <p:ph type="body" sz="quarter" idx="32" hasCustomPrompt="1"/>
          </p:nvPr>
        </p:nvSpPr>
        <p:spPr>
          <a:xfrm>
            <a:off x="762543"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0" name="Text Placeholder 16">
            <a:extLst>
              <a:ext uri="{FF2B5EF4-FFF2-40B4-BE49-F238E27FC236}">
                <a16:creationId xmlns:a16="http://schemas.microsoft.com/office/drawing/2014/main" id="{3F66BB57-CD32-9246-EBE9-D2ACB62844AD}"/>
              </a:ext>
            </a:extLst>
          </p:cNvPr>
          <p:cNvSpPr>
            <a:spLocks noGrp="1"/>
          </p:cNvSpPr>
          <p:nvPr>
            <p:ph type="body" sz="quarter" idx="33" hasCustomPrompt="1"/>
          </p:nvPr>
        </p:nvSpPr>
        <p:spPr>
          <a:xfrm>
            <a:off x="6465815" y="1885950"/>
            <a:ext cx="4958879"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lvl="0"/>
            <a:r>
              <a:rPr lang="en-US" noProof="0"/>
              <a:t>Insert content or quote</a:t>
            </a:r>
          </a:p>
        </p:txBody>
      </p:sp>
      <p:sp>
        <p:nvSpPr>
          <p:cNvPr id="22" name="Text Placeholder 23"/>
          <p:cNvSpPr>
            <a:spLocks noGrp="1"/>
          </p:cNvSpPr>
          <p:nvPr>
            <p:ph type="body" sz="quarter" idx="34" hasCustomPrompt="1"/>
          </p:nvPr>
        </p:nvSpPr>
        <p:spPr>
          <a:xfrm>
            <a:off x="6461051"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757AA364-470E-4D86-F1C1-FB7DE380012A}"/>
              </a:ext>
              <a:ext uri="{C183D7F6-B498-43B3-948B-1728B52AA6E4}">
                <adec:decorative xmlns:adec="http://schemas.microsoft.com/office/drawing/2017/decorative" val="1"/>
              </a:ext>
            </a:extLst>
          </p:cNvPr>
          <p:cNvSpPr>
            <a:spLocks noGrp="1"/>
          </p:cNvSpPr>
          <p:nvPr userDrawn="1">
            <p:ph type="ftr" sz="quarter" idx="38"/>
          </p:nvPr>
        </p:nvSpPr>
        <p:spPr/>
        <p:txBody>
          <a:bodyPr/>
          <a:lstStyle/>
          <a:p>
            <a:endParaRPr lang="en-US" noProof="0"/>
          </a:p>
        </p:txBody>
      </p:sp>
      <p:sp>
        <p:nvSpPr>
          <p:cNvPr id="10" name="Slide Number Placeholder 9">
            <a:extLst>
              <a:ext uri="{FF2B5EF4-FFF2-40B4-BE49-F238E27FC236}">
                <a16:creationId xmlns:a16="http://schemas.microsoft.com/office/drawing/2014/main" id="{698C9F38-F41D-AE21-D76C-1AE47F026318}"/>
              </a:ext>
              <a:ext uri="{C183D7F6-B498-43B3-948B-1728B52AA6E4}">
                <adec:decorative xmlns:adec="http://schemas.microsoft.com/office/drawing/2017/decorative" val="1"/>
              </a:ext>
            </a:extLst>
          </p:cNvPr>
          <p:cNvSpPr>
            <a:spLocks noGrp="1"/>
          </p:cNvSpPr>
          <p:nvPr userDrawn="1">
            <p:ph type="sldNum" sz="quarter" idx="37"/>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148225666"/>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quote highlight x2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4662ABA-4613-5517-1858-CCDBEE9BA50F}"/>
              </a:ext>
            </a:extLst>
          </p:cNvPr>
          <p:cNvSpPr>
            <a:spLocks noGrp="1"/>
          </p:cNvSpPr>
          <p:nvPr>
            <p:ph type="title" hasCustomPrompt="1"/>
          </p:nvPr>
        </p:nvSpPr>
        <p:spPr>
          <a:noFill/>
        </p:spPr>
        <p:txBody>
          <a:bodyPr/>
          <a:lstStyle>
            <a:lvl1pPr>
              <a:defRPr/>
            </a:lvl1pPr>
          </a:lstStyle>
          <a:p>
            <a:r>
              <a:rPr lang="en-US" noProof="0"/>
              <a:t>Content highlight or quote x2 slide (gradient B) – click to add title</a:t>
            </a:r>
          </a:p>
        </p:txBody>
      </p:sp>
      <p:grpSp>
        <p:nvGrpSpPr>
          <p:cNvPr id="6" name="Gradient bars">
            <a:extLst>
              <a:ext uri="{FF2B5EF4-FFF2-40B4-BE49-F238E27FC236}">
                <a16:creationId xmlns:a16="http://schemas.microsoft.com/office/drawing/2014/main" id="{132EFB05-0B4B-4E83-CE7C-BB68154D3716}"/>
              </a:ext>
              <a:ext uri="{C183D7F6-B498-43B3-948B-1728B52AA6E4}">
                <adec:decorative xmlns:adec="http://schemas.microsoft.com/office/drawing/2017/decorative" val="1"/>
              </a:ext>
            </a:extLst>
          </p:cNvPr>
          <p:cNvGrpSpPr>
            <a:grpSpLocks/>
          </p:cNvGrpSpPr>
          <p:nvPr userDrawn="1"/>
        </p:nvGrpSpPr>
        <p:grpSpPr>
          <a:xfrm>
            <a:off x="762000" y="1527975"/>
            <a:ext cx="6461051" cy="72000"/>
            <a:chOff x="762000" y="1478280"/>
            <a:chExt cx="6461051" cy="72000"/>
          </a:xfrm>
        </p:grpSpPr>
        <p:sp>
          <p:nvSpPr>
            <p:cNvPr id="14" name="Rectangle 13"/>
            <p:cNvSpPr>
              <a:spLocks/>
            </p:cNvSpPr>
            <p:nvPr/>
          </p:nvSpPr>
          <p:spPr bwMode="gray">
            <a:xfrm>
              <a:off x="762000" y="1478280"/>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1" name="Rectangle 20"/>
            <p:cNvSpPr>
              <a:spLocks/>
            </p:cNvSpPr>
            <p:nvPr/>
          </p:nvSpPr>
          <p:spPr bwMode="gray">
            <a:xfrm>
              <a:off x="6461051" y="1478280"/>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gr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762543" y="1885950"/>
            <a:ext cx="4964186"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marL="0" marR="0" lvl="0" indent="0" algn="l" defTabSz="914400" rtl="0" eaLnBrk="1" fontAlgn="auto" latinLnBrk="0" hangingPunct="1">
              <a:lnSpc>
                <a:spcPct val="100000"/>
              </a:lnSpc>
              <a:spcBef>
                <a:spcPct val="20000"/>
              </a:spcBef>
              <a:spcAft>
                <a:spcPts val="0"/>
              </a:spcAft>
              <a:buClrTx/>
              <a:buSzTx/>
              <a:buFontTx/>
              <a:buNone/>
              <a:tabLst/>
              <a:defRPr/>
            </a:pPr>
            <a:r>
              <a:rPr lang="en-US" noProof="0"/>
              <a:t>Insert content or quote</a:t>
            </a:r>
          </a:p>
        </p:txBody>
      </p:sp>
      <p:sp>
        <p:nvSpPr>
          <p:cNvPr id="15" name="Text Placeholder 23"/>
          <p:cNvSpPr>
            <a:spLocks noGrp="1"/>
          </p:cNvSpPr>
          <p:nvPr>
            <p:ph type="body" sz="quarter" idx="32" hasCustomPrompt="1"/>
          </p:nvPr>
        </p:nvSpPr>
        <p:spPr>
          <a:xfrm>
            <a:off x="762543"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0" name="Text Placeholder 16">
            <a:extLst>
              <a:ext uri="{FF2B5EF4-FFF2-40B4-BE49-F238E27FC236}">
                <a16:creationId xmlns:a16="http://schemas.microsoft.com/office/drawing/2014/main" id="{3F66BB57-CD32-9246-EBE9-D2ACB62844AD}"/>
              </a:ext>
            </a:extLst>
          </p:cNvPr>
          <p:cNvSpPr>
            <a:spLocks noGrp="1"/>
          </p:cNvSpPr>
          <p:nvPr>
            <p:ph type="body" sz="quarter" idx="33" hasCustomPrompt="1"/>
          </p:nvPr>
        </p:nvSpPr>
        <p:spPr>
          <a:xfrm>
            <a:off x="6465815" y="1885950"/>
            <a:ext cx="4958879"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lvl="0"/>
            <a:r>
              <a:rPr lang="en-US" noProof="0"/>
              <a:t>Insert content or quote</a:t>
            </a:r>
          </a:p>
        </p:txBody>
      </p:sp>
      <p:sp>
        <p:nvSpPr>
          <p:cNvPr id="22" name="Text Placeholder 23"/>
          <p:cNvSpPr>
            <a:spLocks noGrp="1"/>
          </p:cNvSpPr>
          <p:nvPr>
            <p:ph type="body" sz="quarter" idx="34" hasCustomPrompt="1"/>
          </p:nvPr>
        </p:nvSpPr>
        <p:spPr>
          <a:xfrm>
            <a:off x="6461051"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757AA364-470E-4D86-F1C1-FB7DE380012A}"/>
              </a:ext>
              <a:ext uri="{C183D7F6-B498-43B3-948B-1728B52AA6E4}">
                <adec:decorative xmlns:adec="http://schemas.microsoft.com/office/drawing/2017/decorative" val="1"/>
              </a:ext>
            </a:extLst>
          </p:cNvPr>
          <p:cNvSpPr>
            <a:spLocks noGrp="1"/>
          </p:cNvSpPr>
          <p:nvPr userDrawn="1">
            <p:ph type="ftr" sz="quarter" idx="38"/>
          </p:nvPr>
        </p:nvSpPr>
        <p:spPr/>
        <p:txBody>
          <a:bodyPr/>
          <a:lstStyle/>
          <a:p>
            <a:endParaRPr lang="en-US" noProof="0"/>
          </a:p>
        </p:txBody>
      </p:sp>
      <p:sp>
        <p:nvSpPr>
          <p:cNvPr id="10" name="Slide Number Placeholder 9">
            <a:extLst>
              <a:ext uri="{FF2B5EF4-FFF2-40B4-BE49-F238E27FC236}">
                <a16:creationId xmlns:a16="http://schemas.microsoft.com/office/drawing/2014/main" id="{698C9F38-F41D-AE21-D76C-1AE47F026318}"/>
              </a:ext>
              <a:ext uri="{C183D7F6-B498-43B3-948B-1728B52AA6E4}">
                <adec:decorative xmlns:adec="http://schemas.microsoft.com/office/drawing/2017/decorative" val="1"/>
              </a:ext>
            </a:extLst>
          </p:cNvPr>
          <p:cNvSpPr>
            <a:spLocks noGrp="1"/>
          </p:cNvSpPr>
          <p:nvPr userDrawn="1">
            <p:ph type="sldNum" sz="quarter" idx="37"/>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251173522"/>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quote highlight x3 –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59CC2FE-7DC0-0C55-57D3-1AECA26390C2}"/>
              </a:ext>
            </a:extLst>
          </p:cNvPr>
          <p:cNvSpPr>
            <a:spLocks noGrp="1"/>
          </p:cNvSpPr>
          <p:nvPr userDrawn="1">
            <p:ph type="title" hasCustomPrompt="1"/>
          </p:nvPr>
        </p:nvSpPr>
        <p:spPr/>
        <p:txBody>
          <a:bodyPr/>
          <a:lstStyle>
            <a:lvl1pPr>
              <a:defRPr/>
            </a:lvl1pPr>
          </a:lstStyle>
          <a:p>
            <a:r>
              <a:rPr lang="en-US" noProof="0"/>
              <a:t>Content highlight or quote x3 slide (gradient A) – click to add title</a:t>
            </a:r>
          </a:p>
        </p:txBody>
      </p:sp>
      <p:sp>
        <p:nvSpPr>
          <p:cNvPr id="14" name="Rectangle 13">
            <a:extLst>
              <a:ext uri="{C183D7F6-B498-43B3-948B-1728B52AA6E4}">
                <adec:decorative xmlns:adec="http://schemas.microsoft.com/office/drawing/2017/decorative" val="1"/>
              </a:ext>
            </a:extLst>
          </p:cNvPr>
          <p:cNvSpPr>
            <a:spLocks/>
          </p:cNvSpPr>
          <p:nvPr/>
        </p:nvSpPr>
        <p:spPr bwMode="gray">
          <a:xfrm>
            <a:off x="76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8" name="Rectangle 27">
            <a:extLst>
              <a:ext uri="{C183D7F6-B498-43B3-948B-1728B52AA6E4}">
                <adec:decorative xmlns:adec="http://schemas.microsoft.com/office/drawing/2017/decorative" val="1"/>
              </a:ext>
            </a:extLst>
          </p:cNvPr>
          <p:cNvSpPr>
            <a:spLocks/>
          </p:cNvSpPr>
          <p:nvPr/>
        </p:nvSpPr>
        <p:spPr bwMode="gray">
          <a:xfrm>
            <a:off x="457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31" name="Rectangle 30">
            <a:extLst>
              <a:ext uri="{C183D7F6-B498-43B3-948B-1728B52AA6E4}">
                <adec:decorative xmlns:adec="http://schemas.microsoft.com/office/drawing/2017/decorative" val="1"/>
              </a:ext>
            </a:extLst>
          </p:cNvPr>
          <p:cNvSpPr>
            <a:spLocks/>
          </p:cNvSpPr>
          <p:nvPr/>
        </p:nvSpPr>
        <p:spPr bwMode="gray">
          <a:xfrm>
            <a:off x="838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userDrawn="1">
            <p:ph type="body" sz="quarter" idx="10" hasCustomPrompt="1"/>
          </p:nvPr>
        </p:nvSpPr>
        <p:spPr>
          <a:xfrm>
            <a:off x="76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15" name="Text Placeholder 23"/>
          <p:cNvSpPr>
            <a:spLocks noGrp="1"/>
          </p:cNvSpPr>
          <p:nvPr userDrawn="1">
            <p:ph type="body" sz="quarter" idx="32" hasCustomPrompt="1"/>
          </p:nvPr>
        </p:nvSpPr>
        <p:spPr>
          <a:xfrm>
            <a:off x="768096"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7" name="Text Placeholder 16">
            <a:extLst>
              <a:ext uri="{FF2B5EF4-FFF2-40B4-BE49-F238E27FC236}">
                <a16:creationId xmlns:a16="http://schemas.microsoft.com/office/drawing/2014/main" id="{3F66BB57-CD32-9246-EBE9-D2ACB62844AD}"/>
              </a:ext>
            </a:extLst>
          </p:cNvPr>
          <p:cNvSpPr>
            <a:spLocks noGrp="1"/>
          </p:cNvSpPr>
          <p:nvPr userDrawn="1">
            <p:ph type="body" sz="quarter" idx="33" hasCustomPrompt="1"/>
          </p:nvPr>
        </p:nvSpPr>
        <p:spPr>
          <a:xfrm>
            <a:off x="457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29" name="Text Placeholder 23"/>
          <p:cNvSpPr>
            <a:spLocks noGrp="1"/>
          </p:cNvSpPr>
          <p:nvPr userDrawn="1">
            <p:ph type="body" sz="quarter" idx="34" hasCustomPrompt="1"/>
          </p:nvPr>
        </p:nvSpPr>
        <p:spPr>
          <a:xfrm>
            <a:off x="457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30" name="Text Placeholder 16">
            <a:extLst>
              <a:ext uri="{FF2B5EF4-FFF2-40B4-BE49-F238E27FC236}">
                <a16:creationId xmlns:a16="http://schemas.microsoft.com/office/drawing/2014/main" id="{3F66BB57-CD32-9246-EBE9-D2ACB62844AD}"/>
              </a:ext>
            </a:extLst>
          </p:cNvPr>
          <p:cNvSpPr>
            <a:spLocks noGrp="1"/>
          </p:cNvSpPr>
          <p:nvPr userDrawn="1">
            <p:ph type="body" sz="quarter" idx="35" hasCustomPrompt="1"/>
          </p:nvPr>
        </p:nvSpPr>
        <p:spPr>
          <a:xfrm>
            <a:off x="838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32" name="Text Placeholder 23"/>
          <p:cNvSpPr>
            <a:spLocks noGrp="1"/>
          </p:cNvSpPr>
          <p:nvPr userDrawn="1">
            <p:ph type="body" sz="quarter" idx="36" hasCustomPrompt="1"/>
          </p:nvPr>
        </p:nvSpPr>
        <p:spPr>
          <a:xfrm>
            <a:off x="838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0F49658A-2F6C-F5A8-B9F7-B19CFE7D22DC}"/>
              </a:ext>
              <a:ext uri="{C183D7F6-B498-43B3-948B-1728B52AA6E4}">
                <adec:decorative xmlns:adec="http://schemas.microsoft.com/office/drawing/2017/decorative" val="1"/>
              </a:ext>
            </a:extLst>
          </p:cNvPr>
          <p:cNvSpPr>
            <a:spLocks noGrp="1"/>
          </p:cNvSpPr>
          <p:nvPr userDrawn="1">
            <p:ph type="ftr" sz="quarter" idx="40"/>
          </p:nvPr>
        </p:nvSpPr>
        <p:spPr/>
        <p:txBody>
          <a:bodyPr/>
          <a:lstStyle/>
          <a:p>
            <a:endParaRPr lang="en-US" noProof="0"/>
          </a:p>
        </p:txBody>
      </p:sp>
      <p:sp>
        <p:nvSpPr>
          <p:cNvPr id="10" name="Slide Number Placeholder 9">
            <a:extLst>
              <a:ext uri="{FF2B5EF4-FFF2-40B4-BE49-F238E27FC236}">
                <a16:creationId xmlns:a16="http://schemas.microsoft.com/office/drawing/2014/main" id="{04C76036-CCBD-B710-E69C-84F20C3664F9}"/>
              </a:ext>
              <a:ext uri="{C183D7F6-B498-43B3-948B-1728B52AA6E4}">
                <adec:decorative xmlns:adec="http://schemas.microsoft.com/office/drawing/2017/decorative" val="1"/>
              </a:ext>
            </a:extLst>
          </p:cNvPr>
          <p:cNvSpPr>
            <a:spLocks noGrp="1"/>
          </p:cNvSpPr>
          <p:nvPr userDrawn="1">
            <p:ph type="sldNum" sz="quarter" idx="39"/>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208640807"/>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quote highlight x3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59CC2FE-7DC0-0C55-57D3-1AECA26390C2}"/>
              </a:ext>
            </a:extLst>
          </p:cNvPr>
          <p:cNvSpPr>
            <a:spLocks noGrp="1"/>
          </p:cNvSpPr>
          <p:nvPr userDrawn="1">
            <p:ph type="title" hasCustomPrompt="1"/>
          </p:nvPr>
        </p:nvSpPr>
        <p:spPr/>
        <p:txBody>
          <a:bodyPr/>
          <a:lstStyle>
            <a:lvl1pPr>
              <a:defRPr/>
            </a:lvl1pPr>
          </a:lstStyle>
          <a:p>
            <a:r>
              <a:rPr lang="en-US" noProof="0"/>
              <a:t>Content highlight or quote x3 slide (gradient B) – click to add title</a:t>
            </a:r>
          </a:p>
        </p:txBody>
      </p:sp>
      <p:sp>
        <p:nvSpPr>
          <p:cNvPr id="14" name="Rectangle 13">
            <a:extLst>
              <a:ext uri="{C183D7F6-B498-43B3-948B-1728B52AA6E4}">
                <adec:decorative xmlns:adec="http://schemas.microsoft.com/office/drawing/2017/decorative" val="1"/>
              </a:ext>
            </a:extLst>
          </p:cNvPr>
          <p:cNvSpPr>
            <a:spLocks/>
          </p:cNvSpPr>
          <p:nvPr/>
        </p:nvSpPr>
        <p:spPr bwMode="gray">
          <a:xfrm>
            <a:off x="76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8" name="Rectangle 27">
            <a:extLst>
              <a:ext uri="{C183D7F6-B498-43B3-948B-1728B52AA6E4}">
                <adec:decorative xmlns:adec="http://schemas.microsoft.com/office/drawing/2017/decorative" val="1"/>
              </a:ext>
            </a:extLst>
          </p:cNvPr>
          <p:cNvSpPr>
            <a:spLocks/>
          </p:cNvSpPr>
          <p:nvPr/>
        </p:nvSpPr>
        <p:spPr bwMode="gray">
          <a:xfrm>
            <a:off x="457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31" name="Rectangle 30">
            <a:extLst>
              <a:ext uri="{C183D7F6-B498-43B3-948B-1728B52AA6E4}">
                <adec:decorative xmlns:adec="http://schemas.microsoft.com/office/drawing/2017/decorative" val="1"/>
              </a:ext>
            </a:extLst>
          </p:cNvPr>
          <p:cNvSpPr>
            <a:spLocks/>
          </p:cNvSpPr>
          <p:nvPr/>
        </p:nvSpPr>
        <p:spPr bwMode="gray">
          <a:xfrm>
            <a:off x="838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userDrawn="1">
            <p:ph type="body" sz="quarter" idx="10" hasCustomPrompt="1"/>
          </p:nvPr>
        </p:nvSpPr>
        <p:spPr>
          <a:xfrm>
            <a:off x="76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15" name="Text Placeholder 23"/>
          <p:cNvSpPr>
            <a:spLocks noGrp="1"/>
          </p:cNvSpPr>
          <p:nvPr userDrawn="1">
            <p:ph type="body" sz="quarter" idx="32" hasCustomPrompt="1"/>
          </p:nvPr>
        </p:nvSpPr>
        <p:spPr>
          <a:xfrm>
            <a:off x="768096"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7" name="Text Placeholder 16">
            <a:extLst>
              <a:ext uri="{FF2B5EF4-FFF2-40B4-BE49-F238E27FC236}">
                <a16:creationId xmlns:a16="http://schemas.microsoft.com/office/drawing/2014/main" id="{3F66BB57-CD32-9246-EBE9-D2ACB62844AD}"/>
              </a:ext>
            </a:extLst>
          </p:cNvPr>
          <p:cNvSpPr>
            <a:spLocks noGrp="1"/>
          </p:cNvSpPr>
          <p:nvPr userDrawn="1">
            <p:ph type="body" sz="quarter" idx="33" hasCustomPrompt="1"/>
          </p:nvPr>
        </p:nvSpPr>
        <p:spPr>
          <a:xfrm>
            <a:off x="457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29" name="Text Placeholder 23"/>
          <p:cNvSpPr>
            <a:spLocks noGrp="1"/>
          </p:cNvSpPr>
          <p:nvPr userDrawn="1">
            <p:ph type="body" sz="quarter" idx="34" hasCustomPrompt="1"/>
          </p:nvPr>
        </p:nvSpPr>
        <p:spPr>
          <a:xfrm>
            <a:off x="457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30" name="Text Placeholder 16">
            <a:extLst>
              <a:ext uri="{FF2B5EF4-FFF2-40B4-BE49-F238E27FC236}">
                <a16:creationId xmlns:a16="http://schemas.microsoft.com/office/drawing/2014/main" id="{3F66BB57-CD32-9246-EBE9-D2ACB62844AD}"/>
              </a:ext>
            </a:extLst>
          </p:cNvPr>
          <p:cNvSpPr>
            <a:spLocks noGrp="1"/>
          </p:cNvSpPr>
          <p:nvPr userDrawn="1">
            <p:ph type="body" sz="quarter" idx="35" hasCustomPrompt="1"/>
          </p:nvPr>
        </p:nvSpPr>
        <p:spPr>
          <a:xfrm>
            <a:off x="838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32" name="Text Placeholder 23"/>
          <p:cNvSpPr>
            <a:spLocks noGrp="1"/>
          </p:cNvSpPr>
          <p:nvPr userDrawn="1">
            <p:ph type="body" sz="quarter" idx="36" hasCustomPrompt="1"/>
          </p:nvPr>
        </p:nvSpPr>
        <p:spPr>
          <a:xfrm>
            <a:off x="838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0F49658A-2F6C-F5A8-B9F7-B19CFE7D22DC}"/>
              </a:ext>
              <a:ext uri="{C183D7F6-B498-43B3-948B-1728B52AA6E4}">
                <adec:decorative xmlns:adec="http://schemas.microsoft.com/office/drawing/2017/decorative" val="1"/>
              </a:ext>
            </a:extLst>
          </p:cNvPr>
          <p:cNvSpPr>
            <a:spLocks noGrp="1"/>
          </p:cNvSpPr>
          <p:nvPr userDrawn="1">
            <p:ph type="ftr" sz="quarter" idx="40"/>
          </p:nvPr>
        </p:nvSpPr>
        <p:spPr/>
        <p:txBody>
          <a:bodyPr/>
          <a:lstStyle/>
          <a:p>
            <a:endParaRPr lang="en-US" noProof="0"/>
          </a:p>
        </p:txBody>
      </p:sp>
      <p:sp>
        <p:nvSpPr>
          <p:cNvPr id="10" name="Slide Number Placeholder 9">
            <a:extLst>
              <a:ext uri="{FF2B5EF4-FFF2-40B4-BE49-F238E27FC236}">
                <a16:creationId xmlns:a16="http://schemas.microsoft.com/office/drawing/2014/main" id="{04C76036-CCBD-B710-E69C-84F20C3664F9}"/>
              </a:ext>
              <a:ext uri="{C183D7F6-B498-43B3-948B-1728B52AA6E4}">
                <adec:decorative xmlns:adec="http://schemas.microsoft.com/office/drawing/2017/decorative" val="1"/>
              </a:ext>
            </a:extLst>
          </p:cNvPr>
          <p:cNvSpPr>
            <a:spLocks noGrp="1"/>
          </p:cNvSpPr>
          <p:nvPr userDrawn="1">
            <p:ph type="sldNum" sz="quarter" idx="39"/>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043597519"/>
      </p:ext>
    </p:extLst>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Read Only 5">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a:solidFill>
                  <a:schemeClr val="bg1"/>
                </a:solidFill>
              </a:rPr>
              <a:t>Divider layouts</a:t>
            </a:r>
          </a:p>
        </p:txBody>
      </p:sp>
    </p:spTree>
    <p:extLst>
      <p:ext uri="{BB962C8B-B14F-4D97-AF65-F5344CB8AC3E}">
        <p14:creationId xmlns:p14="http://schemas.microsoft.com/office/powerpoint/2010/main" val="3363925689"/>
      </p:ext>
    </p:extLst>
  </p:cSld>
  <p:clrMapOvr>
    <a:masterClrMapping/>
  </p:clrMapOvr>
  <p:transition/>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Section header A - background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155DEE0-8370-E943-9B2D-42BE4FA5B4B4}"/>
              </a:ext>
            </a:extLst>
          </p:cNvPr>
          <p:cNvSpPr>
            <a:spLocks noGrp="1"/>
          </p:cNvSpPr>
          <p:nvPr>
            <p:ph type="title" hasCustomPrompt="1"/>
          </p:nvPr>
        </p:nvSpPr>
        <p:spPr bwMode="white">
          <a:xfrm>
            <a:off x="6477000" y="2088000"/>
            <a:ext cx="3810000" cy="1551311"/>
          </a:xfrm>
        </p:spPr>
        <p:txBody>
          <a:bodyPr>
            <a:noAutofit/>
          </a:bodyPr>
          <a:lstStyle>
            <a:lvl1pPr>
              <a:lnSpc>
                <a:spcPct val="90000"/>
              </a:lnSpc>
              <a:defRPr sz="4400">
                <a:solidFill>
                  <a:schemeClr val="tx1"/>
                </a:solidFill>
              </a:defRPr>
            </a:lvl1pPr>
          </a:lstStyle>
          <a:p>
            <a:r>
              <a:rPr lang="en-US" noProof="0" dirty="0"/>
              <a:t>Section cover title </a:t>
            </a:r>
          </a:p>
        </p:txBody>
      </p:sp>
      <p:sp>
        <p:nvSpPr>
          <p:cNvPr id="14" name="Text placeholder for subtitle">
            <a:extLst>
              <a:ext uri="{FF2B5EF4-FFF2-40B4-BE49-F238E27FC236}">
                <a16:creationId xmlns:a16="http://schemas.microsoft.com/office/drawing/2014/main" id="{E9522A59-F2EE-EC4A-B6B5-F01CEA5BDA27}"/>
              </a:ext>
            </a:extLst>
          </p:cNvPr>
          <p:cNvSpPr>
            <a:spLocks noGrp="1"/>
          </p:cNvSpPr>
          <p:nvPr>
            <p:ph type="body" sz="quarter" idx="13" hasCustomPrompt="1"/>
          </p:nvPr>
        </p:nvSpPr>
        <p:spPr bwMode="white">
          <a:xfrm>
            <a:off x="6477000" y="4059936"/>
            <a:ext cx="3810000" cy="905256"/>
          </a:xfrm>
          <a:prstGeom prst="rect">
            <a:avLst/>
          </a:prstGeom>
        </p:spPr>
        <p:txBody>
          <a:bodyPr lIns="0" tIns="0" rIns="0" bIns="0">
            <a:noAutofit/>
          </a:bodyPr>
          <a:lstStyle>
            <a:lvl1pPr marL="0" indent="0">
              <a:spcBef>
                <a:spcPts val="0"/>
              </a:spcBef>
              <a:buNone/>
              <a:defRPr sz="2200">
                <a:solidFill>
                  <a:schemeClr val="tx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add subtitle, if required</a:t>
            </a:r>
          </a:p>
        </p:txBody>
      </p:sp>
      <p:sp>
        <p:nvSpPr>
          <p:cNvPr id="11" name="Picture Placeholder 10">
            <a:extLst>
              <a:ext uri="{FF2B5EF4-FFF2-40B4-BE49-F238E27FC236}">
                <a16:creationId xmlns:a16="http://schemas.microsoft.com/office/drawing/2014/main" id="{F1AE6815-8A45-F99C-1904-333632F4440E}"/>
              </a:ext>
              <a:ext uri="{C183D7F6-B498-43B3-948B-1728B52AA6E4}">
                <adec:decorative xmlns:adec="http://schemas.microsoft.com/office/drawing/2017/decorative" val="1"/>
              </a:ext>
            </a:extLst>
          </p:cNvPr>
          <p:cNvSpPr>
            <a:spLocks noGrp="1"/>
          </p:cNvSpPr>
          <p:nvPr>
            <p:ph type="pic" sz="quarter" idx="14" hasCustomPrompt="1"/>
          </p:nvPr>
        </p:nvSpPr>
        <p:spPr>
          <a:xfrm>
            <a:off x="766762" y="765175"/>
            <a:ext cx="10671048" cy="5327650"/>
          </a:xfrm>
          <a:custGeom>
            <a:avLst/>
            <a:gdLst>
              <a:gd name="connsiteX0" fmla="*/ 5329238 w 10671048"/>
              <a:gd name="connsiteY0" fmla="*/ 763587 h 5327650"/>
              <a:gd name="connsiteX1" fmla="*/ 5329238 w 10671048"/>
              <a:gd name="connsiteY1" fmla="*/ 4569222 h 5327650"/>
              <a:gd name="connsiteX2" fmla="*/ 9893133 w 10671048"/>
              <a:gd name="connsiteY2" fmla="*/ 4569222 h 5327650"/>
              <a:gd name="connsiteX3" fmla="*/ 9893133 w 10671048"/>
              <a:gd name="connsiteY3" fmla="*/ 763587 h 5327650"/>
              <a:gd name="connsiteX4" fmla="*/ 0 w 10671048"/>
              <a:gd name="connsiteY4" fmla="*/ 0 h 5327650"/>
              <a:gd name="connsiteX5" fmla="*/ 10671048 w 10671048"/>
              <a:gd name="connsiteY5" fmla="*/ 0 h 5327650"/>
              <a:gd name="connsiteX6" fmla="*/ 10671048 w 10671048"/>
              <a:gd name="connsiteY6" fmla="*/ 5327650 h 5327650"/>
              <a:gd name="connsiteX7" fmla="*/ 0 w 10671048"/>
              <a:gd name="connsiteY7" fmla="*/ 5327650 h 532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71048" h="5327650">
                <a:moveTo>
                  <a:pt x="5329238" y="763587"/>
                </a:moveTo>
                <a:lnTo>
                  <a:pt x="5329238" y="4569222"/>
                </a:lnTo>
                <a:lnTo>
                  <a:pt x="9893133" y="4569222"/>
                </a:lnTo>
                <a:lnTo>
                  <a:pt x="9893133" y="763587"/>
                </a:lnTo>
                <a:close/>
                <a:moveTo>
                  <a:pt x="0" y="0"/>
                </a:moveTo>
                <a:lnTo>
                  <a:pt x="10671048" y="0"/>
                </a:lnTo>
                <a:lnTo>
                  <a:pt x="10671048" y="5327650"/>
                </a:lnTo>
                <a:lnTo>
                  <a:pt x="0" y="5327650"/>
                </a:lnTo>
                <a:close/>
              </a:path>
            </a:pathLst>
          </a:custGeom>
        </p:spPr>
        <p:txBody>
          <a:bodyPr wrap="square">
            <a:noAutofit/>
          </a:bodyPr>
          <a:lstStyle>
            <a:lvl1pPr marL="0" indent="0">
              <a:buNone/>
              <a:defRPr sz="1800">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4" name="TextBox 3">
            <a:extLst>
              <a:ext uri="{FF2B5EF4-FFF2-40B4-BE49-F238E27FC236}">
                <a16:creationId xmlns:a16="http://schemas.microsoft.com/office/drawing/2014/main" id="{AD10A3FE-3C0F-1B27-1805-00E649F94E45}"/>
              </a:ext>
              <a:ext uri="{C183D7F6-B498-43B3-948B-1728B52AA6E4}">
                <adec:decorative xmlns:adec="http://schemas.microsoft.com/office/drawing/2017/decorative" val="1"/>
              </a:ext>
            </a:extLst>
          </p:cNvPr>
          <p:cNvSpPr txBox="1">
            <a:spLocks/>
          </p:cNvSpPr>
          <p:nvPr/>
        </p:nvSpPr>
        <p:spPr>
          <a:xfrm>
            <a:off x="6096000" y="1528762"/>
            <a:ext cx="4572000" cy="117087"/>
          </a:xfrm>
          <a:prstGeom prst="rect">
            <a:avLst/>
          </a:prstGeom>
          <a:gradFill>
            <a:gsLst>
              <a:gs pos="60000">
                <a:srgbClr val="A82465"/>
              </a:gs>
              <a:gs pos="0">
                <a:srgbClr val="E31937"/>
              </a:gs>
              <a:gs pos="100000">
                <a:srgbClr val="5236AB"/>
              </a:gs>
            </a:gsLst>
            <a:lin ang="10800000" scaled="0"/>
          </a:gradFill>
        </p:spPr>
        <p:txBody>
          <a:bodyPr vert="horz" wrap="square" lIns="0" tIns="0" rIns="0" bIns="0" rtlCol="0" anchor="t" anchorCtr="0">
            <a:normAutofit fontScale="47500" lnSpcReduction="20000"/>
          </a:bodyPr>
          <a:lstStyle/>
          <a:p>
            <a:pPr algn="l"/>
            <a:endParaRPr lang="en-US" noProof="0"/>
          </a:p>
        </p:txBody>
      </p:sp>
      <p:sp>
        <p:nvSpPr>
          <p:cNvPr id="2" name="Footer Placeholder 1">
            <a:extLst>
              <a:ext uri="{FF2B5EF4-FFF2-40B4-BE49-F238E27FC236}">
                <a16:creationId xmlns:a16="http://schemas.microsoft.com/office/drawing/2014/main" id="{ED650254-1B0A-F928-CE1E-0FC2FC32A2F3}"/>
              </a:ext>
              <a:ext uri="{C183D7F6-B498-43B3-948B-1728B52AA6E4}">
                <adec:decorative xmlns:adec="http://schemas.microsoft.com/office/drawing/2017/decorative" val="1"/>
              </a:ext>
            </a:extLst>
          </p:cNvPr>
          <p:cNvSpPr>
            <a:spLocks noGrp="1"/>
          </p:cNvSpPr>
          <p:nvPr>
            <p:ph type="ftr" sz="quarter" idx="18"/>
          </p:nvPr>
        </p:nvSpPr>
        <p:spPr/>
        <p:txBody>
          <a:bodyPr/>
          <a:lstStyle/>
          <a:p>
            <a:endParaRPr lang="en-US" noProof="0"/>
          </a:p>
        </p:txBody>
      </p:sp>
      <p:sp>
        <p:nvSpPr>
          <p:cNvPr id="17" name="Slide Number Placeholder 16">
            <a:extLst>
              <a:ext uri="{FF2B5EF4-FFF2-40B4-BE49-F238E27FC236}">
                <a16:creationId xmlns:a16="http://schemas.microsoft.com/office/drawing/2014/main" id="{0A5518B4-A5E0-02ED-0A2C-41BAAE12CE5D}"/>
              </a:ext>
              <a:ext uri="{C183D7F6-B498-43B3-948B-1728B52AA6E4}">
                <adec:decorative xmlns:adec="http://schemas.microsoft.com/office/drawing/2017/decorative" val="1"/>
              </a:ext>
            </a:extLst>
          </p:cNvPr>
          <p:cNvSpPr>
            <a:spLocks noGrp="1"/>
          </p:cNvSpPr>
          <p:nvPr>
            <p:ph type="sldNum" sz="quarter" idx="17"/>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731680709"/>
      </p:ext>
    </p:extLst>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ection header B - background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155DEE0-8370-E943-9B2D-42BE4FA5B4B4}"/>
              </a:ext>
            </a:extLst>
          </p:cNvPr>
          <p:cNvSpPr>
            <a:spLocks noGrp="1"/>
          </p:cNvSpPr>
          <p:nvPr>
            <p:ph type="title" hasCustomPrompt="1"/>
          </p:nvPr>
        </p:nvSpPr>
        <p:spPr bwMode="white">
          <a:xfrm>
            <a:off x="1912142" y="2088000"/>
            <a:ext cx="3802858" cy="1551311"/>
          </a:xfrm>
        </p:spPr>
        <p:txBody>
          <a:bodyPr>
            <a:noAutofit/>
          </a:bodyPr>
          <a:lstStyle>
            <a:lvl1pPr>
              <a:lnSpc>
                <a:spcPct val="90000"/>
              </a:lnSpc>
              <a:defRPr sz="4400">
                <a:solidFill>
                  <a:schemeClr val="tx1"/>
                </a:solidFill>
              </a:defRPr>
            </a:lvl1pPr>
          </a:lstStyle>
          <a:p>
            <a:r>
              <a:rPr lang="en-US" noProof="0" dirty="0"/>
              <a:t>Section cover title </a:t>
            </a:r>
          </a:p>
        </p:txBody>
      </p:sp>
      <p:sp>
        <p:nvSpPr>
          <p:cNvPr id="14" name="Text placeholder for subtitle">
            <a:extLst>
              <a:ext uri="{FF2B5EF4-FFF2-40B4-BE49-F238E27FC236}">
                <a16:creationId xmlns:a16="http://schemas.microsoft.com/office/drawing/2014/main" id="{E9522A59-F2EE-EC4A-B6B5-F01CEA5BDA27}"/>
              </a:ext>
            </a:extLst>
          </p:cNvPr>
          <p:cNvSpPr>
            <a:spLocks noGrp="1"/>
          </p:cNvSpPr>
          <p:nvPr>
            <p:ph type="body" sz="quarter" idx="13" hasCustomPrompt="1"/>
          </p:nvPr>
        </p:nvSpPr>
        <p:spPr bwMode="white">
          <a:xfrm>
            <a:off x="1912142" y="4063851"/>
            <a:ext cx="3802857" cy="905257"/>
          </a:xfrm>
          <a:prstGeom prst="rect">
            <a:avLst/>
          </a:prstGeom>
        </p:spPr>
        <p:txBody>
          <a:bodyPr lIns="0" tIns="0" rIns="0" bIns="0">
            <a:noAutofit/>
          </a:bodyPr>
          <a:lstStyle>
            <a:lvl1pPr marL="0" indent="0">
              <a:spcBef>
                <a:spcPts val="0"/>
              </a:spcBef>
              <a:buNone/>
              <a:defRPr sz="2200">
                <a:solidFill>
                  <a:schemeClr val="tx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add subtitle, if required</a:t>
            </a:r>
          </a:p>
        </p:txBody>
      </p:sp>
      <p:sp>
        <p:nvSpPr>
          <p:cNvPr id="11" name="Picture Placeholder 10">
            <a:extLst>
              <a:ext uri="{FF2B5EF4-FFF2-40B4-BE49-F238E27FC236}">
                <a16:creationId xmlns:a16="http://schemas.microsoft.com/office/drawing/2014/main" id="{11EC659F-4DD1-D9DE-261B-10246EEE847C}"/>
              </a:ext>
              <a:ext uri="{C183D7F6-B498-43B3-948B-1728B52AA6E4}">
                <adec:decorative xmlns:adec="http://schemas.microsoft.com/office/drawing/2017/decorative" val="1"/>
              </a:ext>
            </a:extLst>
          </p:cNvPr>
          <p:cNvSpPr>
            <a:spLocks noGrp="1"/>
          </p:cNvSpPr>
          <p:nvPr>
            <p:ph type="pic" sz="quarter" idx="14" hasCustomPrompt="1"/>
          </p:nvPr>
        </p:nvSpPr>
        <p:spPr>
          <a:xfrm>
            <a:off x="762027" y="765175"/>
            <a:ext cx="10671048" cy="5327650"/>
          </a:xfrm>
          <a:custGeom>
            <a:avLst/>
            <a:gdLst>
              <a:gd name="connsiteX0" fmla="*/ 769115 w 10671048"/>
              <a:gd name="connsiteY0" fmla="*/ 761419 h 5327650"/>
              <a:gd name="connsiteX1" fmla="*/ 769115 w 10671048"/>
              <a:gd name="connsiteY1" fmla="*/ 4562873 h 5327650"/>
              <a:gd name="connsiteX2" fmla="*/ 5333972 w 10671048"/>
              <a:gd name="connsiteY2" fmla="*/ 4562873 h 5327650"/>
              <a:gd name="connsiteX3" fmla="*/ 5333972 w 10671048"/>
              <a:gd name="connsiteY3" fmla="*/ 761419 h 5327650"/>
              <a:gd name="connsiteX4" fmla="*/ 0 w 10671048"/>
              <a:gd name="connsiteY4" fmla="*/ 0 h 5327650"/>
              <a:gd name="connsiteX5" fmla="*/ 10671048 w 10671048"/>
              <a:gd name="connsiteY5" fmla="*/ 0 h 5327650"/>
              <a:gd name="connsiteX6" fmla="*/ 10671048 w 10671048"/>
              <a:gd name="connsiteY6" fmla="*/ 5327650 h 5327650"/>
              <a:gd name="connsiteX7" fmla="*/ 0 w 10671048"/>
              <a:gd name="connsiteY7" fmla="*/ 5327650 h 532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71048" h="5327650">
                <a:moveTo>
                  <a:pt x="769115" y="761419"/>
                </a:moveTo>
                <a:lnTo>
                  <a:pt x="769115" y="4562873"/>
                </a:lnTo>
                <a:lnTo>
                  <a:pt x="5333972" y="4562873"/>
                </a:lnTo>
                <a:lnTo>
                  <a:pt x="5333972" y="761419"/>
                </a:lnTo>
                <a:close/>
                <a:moveTo>
                  <a:pt x="0" y="0"/>
                </a:moveTo>
                <a:lnTo>
                  <a:pt x="10671048" y="0"/>
                </a:lnTo>
                <a:lnTo>
                  <a:pt x="10671048" y="5327650"/>
                </a:lnTo>
                <a:lnTo>
                  <a:pt x="0" y="5327650"/>
                </a:lnTo>
                <a:close/>
              </a:path>
            </a:pathLst>
          </a:custGeom>
        </p:spPr>
        <p:txBody>
          <a:bodyPr wrap="square">
            <a:noAutofit/>
          </a:bodyPr>
          <a:lstStyle>
            <a:lvl1pPr marL="0" indent="0">
              <a:buFont typeface="Arial" panose="020B0604020202020204" pitchFamily="34" charset="0"/>
              <a:buNone/>
              <a:defRPr sz="1800">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4" name="TextBox 3">
            <a:extLst>
              <a:ext uri="{FF2B5EF4-FFF2-40B4-BE49-F238E27FC236}">
                <a16:creationId xmlns:a16="http://schemas.microsoft.com/office/drawing/2014/main" id="{AD10A3FE-3C0F-1B27-1805-00E649F94E45}"/>
              </a:ext>
              <a:ext uri="{C183D7F6-B498-43B3-948B-1728B52AA6E4}">
                <adec:decorative xmlns:adec="http://schemas.microsoft.com/office/drawing/2017/decorative" val="1"/>
              </a:ext>
            </a:extLst>
          </p:cNvPr>
          <p:cNvSpPr txBox="1">
            <a:spLocks/>
          </p:cNvSpPr>
          <p:nvPr/>
        </p:nvSpPr>
        <p:spPr>
          <a:xfrm>
            <a:off x="1531143" y="1526593"/>
            <a:ext cx="4564857" cy="117087"/>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7500" lnSpcReduction="20000"/>
          </a:bodyPr>
          <a:lstStyle/>
          <a:p>
            <a:pPr algn="l"/>
            <a:endParaRPr lang="en-US" noProof="0"/>
          </a:p>
        </p:txBody>
      </p:sp>
      <p:sp>
        <p:nvSpPr>
          <p:cNvPr id="2" name="Footer Placeholder 1">
            <a:extLst>
              <a:ext uri="{FF2B5EF4-FFF2-40B4-BE49-F238E27FC236}">
                <a16:creationId xmlns:a16="http://schemas.microsoft.com/office/drawing/2014/main" id="{0C83EDC1-A4B2-4587-8881-13D92EBF26F1}"/>
              </a:ext>
              <a:ext uri="{C183D7F6-B498-43B3-948B-1728B52AA6E4}">
                <adec:decorative xmlns:adec="http://schemas.microsoft.com/office/drawing/2017/decorative" val="1"/>
              </a:ext>
            </a:extLst>
          </p:cNvPr>
          <p:cNvSpPr>
            <a:spLocks noGrp="1"/>
          </p:cNvSpPr>
          <p:nvPr>
            <p:ph type="ftr" sz="quarter" idx="18"/>
          </p:nvPr>
        </p:nvSpPr>
        <p:spPr/>
        <p:txBody>
          <a:bodyPr/>
          <a:lstStyle/>
          <a:p>
            <a:endParaRPr lang="en-US" noProof="0"/>
          </a:p>
        </p:txBody>
      </p:sp>
      <p:sp>
        <p:nvSpPr>
          <p:cNvPr id="8" name="Slide Number Placeholder 7">
            <a:extLst>
              <a:ext uri="{FF2B5EF4-FFF2-40B4-BE49-F238E27FC236}">
                <a16:creationId xmlns:a16="http://schemas.microsoft.com/office/drawing/2014/main" id="{3BA559EC-71D7-D38C-E651-02ABB03A47D6}"/>
              </a:ext>
              <a:ext uri="{C183D7F6-B498-43B3-948B-1728B52AA6E4}">
                <adec:decorative xmlns:adec="http://schemas.microsoft.com/office/drawing/2017/decorative" val="1"/>
              </a:ext>
            </a:extLst>
          </p:cNvPr>
          <p:cNvSpPr>
            <a:spLocks noGrp="1"/>
          </p:cNvSpPr>
          <p:nvPr>
            <p:ph type="sldNum" sz="quarter" idx="17"/>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68938101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Section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 </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
        <p:nvSpPr>
          <p:cNvPr id="2" name="Footer Placeholder 1">
            <a:extLst>
              <a:ext uri="{FF2B5EF4-FFF2-40B4-BE49-F238E27FC236}">
                <a16:creationId xmlns:a16="http://schemas.microsoft.com/office/drawing/2014/main" id="{D2588DA8-BB1F-017C-4B48-DD35E9D7204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6" name="Slide Number Placeholder 5">
            <a:extLst>
              <a:ext uri="{FF2B5EF4-FFF2-40B4-BE49-F238E27FC236}">
                <a16:creationId xmlns:a16="http://schemas.microsoft.com/office/drawing/2014/main" id="{059168B5-3C81-D649-A62C-3E51DDE9147E}"/>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426164710"/>
      </p:ext>
    </p:extLst>
  </p:cSld>
  <p:clrMapOvr>
    <a:masterClrMapping/>
  </p:clrMapOvr>
  <p:transition/>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Section header B">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
        <p:nvSpPr>
          <p:cNvPr id="2" name="Footer Placeholder 1">
            <a:extLst>
              <a:ext uri="{FF2B5EF4-FFF2-40B4-BE49-F238E27FC236}">
                <a16:creationId xmlns:a16="http://schemas.microsoft.com/office/drawing/2014/main" id="{75106692-C87C-3807-E526-517D6A1F536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6" name="Slide Number Placeholder 5">
            <a:extLst>
              <a:ext uri="{FF2B5EF4-FFF2-40B4-BE49-F238E27FC236}">
                <a16:creationId xmlns:a16="http://schemas.microsoft.com/office/drawing/2014/main" id="{6D464952-1AE7-42B0-8B85-9881A9CDCA45}"/>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300525240"/>
      </p:ext>
    </p:extLst>
  </p:cSld>
  <p:clrMapOvr>
    <a:masterClrMapping/>
  </p:clrMapOvr>
  <p:transition/>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Section header A - Cornersto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pic>
        <p:nvPicPr>
          <p:cNvPr id="25" name="Picture 24">
            <a:extLst>
              <a:ext uri="{FF2B5EF4-FFF2-40B4-BE49-F238E27FC236}">
                <a16:creationId xmlns:a16="http://schemas.microsoft.com/office/drawing/2014/main" id="{85DC4374-E81E-9AC6-B5B6-928E2E87F2F2}"/>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b="14857"/>
          <a:stretch/>
        </p:blipFill>
        <p:spPr>
          <a:xfrm>
            <a:off x="5943600" y="0"/>
            <a:ext cx="6248400" cy="5977126"/>
          </a:xfrm>
          <a:prstGeom prst="rect">
            <a:avLst/>
          </a:prstGeom>
        </p:spPr>
      </p:pic>
      <p:sp>
        <p:nvSpPr>
          <p:cNvPr id="2" name="Footer Placeholder 1">
            <a:extLst>
              <a:ext uri="{FF2B5EF4-FFF2-40B4-BE49-F238E27FC236}">
                <a16:creationId xmlns:a16="http://schemas.microsoft.com/office/drawing/2014/main" id="{AC493637-F6CE-4459-CCA3-59DD38DA66EE}"/>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7" name="Slide Number Placeholder 6">
            <a:extLst>
              <a:ext uri="{FF2B5EF4-FFF2-40B4-BE49-F238E27FC236}">
                <a16:creationId xmlns:a16="http://schemas.microsoft.com/office/drawing/2014/main" id="{DD5E60A9-0732-5033-81CC-B1E4E20B600A}"/>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99807827"/>
      </p:ext>
    </p:extLst>
  </p:cSld>
  <p:clrMapOvr>
    <a:masterClrMapping/>
  </p:clrMapOvr>
  <p:transition/>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Section header B - Cornersto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pic>
        <p:nvPicPr>
          <p:cNvPr id="3" name="Picture 2">
            <a:extLs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b="14857"/>
          <a:stretch/>
        </p:blipFill>
        <p:spPr>
          <a:xfrm>
            <a:off x="5943600" y="0"/>
            <a:ext cx="6248400" cy="5977126"/>
          </a:xfrm>
          <a:prstGeom prst="rect">
            <a:avLst/>
          </a:prstGeom>
        </p:spPr>
      </p:pic>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268960216"/>
      </p:ext>
    </p:extLst>
  </p:cSld>
  <p:clrMapOvr>
    <a:masterClrMapping/>
  </p:clrMapOvr>
  <p:transition/>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Section header gray - Cornerston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2DDCE2-9F0E-46D3-455B-D0CFFE77DED9}"/>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b="14286"/>
          <a:stretch/>
        </p:blipFill>
        <p:spPr>
          <a:xfrm>
            <a:off x="5943600" y="1"/>
            <a:ext cx="6248400" cy="6017241"/>
          </a:xfrm>
          <a:prstGeom prst="rect">
            <a:avLst/>
          </a:prstGeom>
        </p:spPr>
      </p:pic>
      <p:sp>
        <p:nvSpPr>
          <p:cNvPr id="2" name="Footer Placeholder 1">
            <a:extLst>
              <a:ext uri="{FF2B5EF4-FFF2-40B4-BE49-F238E27FC236}">
                <a16:creationId xmlns:a16="http://schemas.microsoft.com/office/drawing/2014/main" id="{055C288E-42E3-955B-BE6D-43C5EAF9E39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7" name="Slide Number Placeholder 6">
            <a:extLst>
              <a:ext uri="{FF2B5EF4-FFF2-40B4-BE49-F238E27FC236}">
                <a16:creationId xmlns:a16="http://schemas.microsoft.com/office/drawing/2014/main" id="{10B65D35-FD44-3A23-5085-583B5C51FD60}"/>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tx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Tree>
    <p:extLst>
      <p:ext uri="{BB962C8B-B14F-4D97-AF65-F5344CB8AC3E}">
        <p14:creationId xmlns:p14="http://schemas.microsoft.com/office/powerpoint/2010/main" val="3691103152"/>
      </p:ext>
    </p:extLst>
  </p:cSld>
  <p:clrMapOvr>
    <a:masterClrMapping/>
  </p:clrMapOvr>
  <p:transition/>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Section header white - Cornerston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088167-3D6D-5E6C-DA5E-C3277ED4606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4286"/>
          <a:stretch/>
        </p:blipFill>
        <p:spPr>
          <a:xfrm>
            <a:off x="5943516" y="0"/>
            <a:ext cx="6248400" cy="6017407"/>
          </a:xfrm>
          <a:prstGeom prst="rect">
            <a:avLst/>
          </a:prstGeom>
        </p:spPr>
      </p:pic>
      <p:sp>
        <p:nvSpPr>
          <p:cNvPr id="2" name="Footer Placeholder 1">
            <a:extLst>
              <a:ext uri="{FF2B5EF4-FFF2-40B4-BE49-F238E27FC236}">
                <a16:creationId xmlns:a16="http://schemas.microsoft.com/office/drawing/2014/main" id="{9542A8DC-D6A9-AE1E-4B2D-94EA32AFA27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31BB1A83-0CD4-B8FB-3185-33E9395D09FB}"/>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11" name="Title 1">
            <a:extLst>
              <a:ext uri="{FF2B5EF4-FFF2-40B4-BE49-F238E27FC236}">
                <a16:creationId xmlns:a16="http://schemas.microsoft.com/office/drawing/2014/main" id="{8C605EF0-E4DC-2A4A-909F-D231546F9524}"/>
              </a:ext>
            </a:extLst>
          </p:cNvPr>
          <p:cNvSpPr>
            <a:spLocks noGrp="1"/>
          </p:cNvSpPr>
          <p:nvPr userDrawn="1">
            <p:ph type="title" hasCustomPrompt="1"/>
          </p:nvPr>
        </p:nvSpPr>
        <p:spPr bwMode="white">
          <a:xfrm>
            <a:off x="767849" y="635964"/>
            <a:ext cx="6090151" cy="2226506"/>
          </a:xfrm>
        </p:spPr>
        <p:txBody>
          <a:bodyPr>
            <a:noAutofit/>
          </a:bodyPr>
          <a:lstStyle>
            <a:lvl1pPr>
              <a:defRPr sz="4800">
                <a:solidFill>
                  <a:schemeClr val="tx1"/>
                </a:solidFill>
              </a:defRPr>
            </a:lvl1pPr>
          </a:lstStyle>
          <a:p>
            <a:r>
              <a:rPr lang="en-US" noProof="0"/>
              <a:t>Section divider slide – click to add title</a:t>
            </a:r>
          </a:p>
        </p:txBody>
      </p:sp>
      <p:sp>
        <p:nvSpPr>
          <p:cNvPr id="13" name="Subtitle 2"/>
          <p:cNvSpPr>
            <a:spLocks noGrp="1"/>
          </p:cNvSpPr>
          <p:nvPr userDrawn="1">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Tree>
    <p:extLst>
      <p:ext uri="{BB962C8B-B14F-4D97-AF65-F5344CB8AC3E}">
        <p14:creationId xmlns:p14="http://schemas.microsoft.com/office/powerpoint/2010/main" val="428093006"/>
      </p:ext>
    </p:extLst>
  </p:cSld>
  <p:clrMapOvr>
    <a:masterClrMapping/>
  </p:clrMapOvr>
  <p:transition/>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Read Only 6">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Closing layouts</a:t>
            </a:r>
            <a:endParaRPr lang="en-US" sz="16600">
              <a:solidFill>
                <a:schemeClr val="bg1"/>
              </a:solidFill>
            </a:endParaRPr>
          </a:p>
        </p:txBody>
      </p:sp>
    </p:spTree>
    <p:extLst>
      <p:ext uri="{BB962C8B-B14F-4D97-AF65-F5344CB8AC3E}">
        <p14:creationId xmlns:p14="http://schemas.microsoft.com/office/powerpoint/2010/main" val="678054219"/>
      </p:ext>
    </p:extLst>
  </p:cSld>
  <p:clrMapOvr>
    <a:masterClrMapping/>
  </p:clrMapOvr>
  <p:transition/>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losing slide A – Cornerstone bkg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a:xfrm>
            <a:off x="1524000" y="1892808"/>
            <a:ext cx="9144000" cy="576072"/>
          </a:xfrm>
        </p:spPr>
        <p:txBody>
          <a:bodyPr anchor="ctr" anchorCtr="0">
            <a:normAutofit/>
          </a:bodyPr>
          <a:lstStyle>
            <a:lvl1pPr algn="ctr">
              <a:defRPr sz="2400" b="1">
                <a:solidFill>
                  <a:sysClr val="windowText" lastClr="000000"/>
                </a:solidFill>
              </a:defRPr>
            </a:lvl1pPr>
          </a:lstStyle>
          <a:p>
            <a:r>
              <a:rPr lang="en-US" noProof="0"/>
              <a:t>Click to add text</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0">
                <a:srgbClr val="E31937"/>
              </a:gs>
              <a:gs pos="60000">
                <a:srgbClr val="A82465"/>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1524000" y="2559050"/>
            <a:ext cx="9144000" cy="3024000"/>
          </a:xfrm>
          <a:prstGeom prst="rect">
            <a:avLst/>
          </a:prstGeom>
        </p:spPr>
        <p:txBody>
          <a:bodyPr lIns="0" tIns="0" rIns="0" bIns="0"/>
          <a:lstStyle>
            <a:lvl1pPr marL="0" indent="0" algn="ctr">
              <a:buFontTx/>
              <a:buNone/>
              <a:defRPr sz="2000"/>
            </a:lvl1pPr>
            <a:lvl2pPr algn="ctr">
              <a:defRPr/>
            </a:lvl2pPr>
            <a:lvl3pPr algn="ctr">
              <a:defRPr/>
            </a:lvl3pPr>
            <a:lvl4pPr algn="ctr">
              <a:defRPr/>
            </a:lvl4pPr>
            <a:lvl5pPr algn="ctr">
              <a:defRPr/>
            </a:lvl5pPr>
          </a:lstStyle>
          <a:p>
            <a:pPr lvl="0"/>
            <a:r>
              <a:rPr lang="en-US" noProof="0"/>
              <a:t>Insert content or thank you message. Resize text as needed.</a:t>
            </a:r>
          </a:p>
        </p:txBody>
      </p:sp>
      <p:sp>
        <p:nvSpPr>
          <p:cNvPr id="2" name="Footer Placeholder 1">
            <a:extLst>
              <a:ext uri="{FF2B5EF4-FFF2-40B4-BE49-F238E27FC236}">
                <a16:creationId xmlns:a16="http://schemas.microsoft.com/office/drawing/2014/main" id="{7FD0C541-2265-F894-DDB6-03F495E227E6}"/>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0A5A640E-6C5B-7F2E-95FA-63A881976C23}"/>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931484636"/>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losing slide B – Cornerstone bkg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a:xfrm>
            <a:off x="1524000" y="1892808"/>
            <a:ext cx="9144000" cy="576072"/>
          </a:xfrm>
        </p:spPr>
        <p:txBody>
          <a:bodyPr anchor="ctr" anchorCtr="0">
            <a:normAutofit/>
          </a:bodyPr>
          <a:lstStyle>
            <a:lvl1pPr algn="ctr">
              <a:defRPr sz="2400" b="1">
                <a:solidFill>
                  <a:sysClr val="windowText" lastClr="000000"/>
                </a:solidFill>
              </a:defRPr>
            </a:lvl1pPr>
          </a:lstStyle>
          <a:p>
            <a:r>
              <a:rPr lang="en-US" noProof="0"/>
              <a:t>Click to add text</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0">
                <a:srgbClr val="FFCDD2"/>
              </a:gs>
              <a:gs pos="33000">
                <a:srgbClr val="FF6A00"/>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1524000" y="2559050"/>
            <a:ext cx="9144000" cy="3024000"/>
          </a:xfrm>
          <a:prstGeom prst="rect">
            <a:avLst/>
          </a:prstGeom>
        </p:spPr>
        <p:txBody>
          <a:bodyPr lIns="0" tIns="0" rIns="0" bIns="0"/>
          <a:lstStyle>
            <a:lvl1pPr marL="0" indent="0" algn="ctr">
              <a:buFontTx/>
              <a:buNone/>
              <a:defRPr sz="2000"/>
            </a:lvl1pPr>
            <a:lvl2pPr algn="ctr">
              <a:defRPr/>
            </a:lvl2pPr>
            <a:lvl3pPr algn="ctr">
              <a:defRPr/>
            </a:lvl3pPr>
            <a:lvl4pPr algn="ctr">
              <a:defRPr/>
            </a:lvl4pPr>
            <a:lvl5pPr algn="ctr">
              <a:defRPr/>
            </a:lvl5pPr>
          </a:lstStyle>
          <a:p>
            <a:pPr lvl="0"/>
            <a:r>
              <a:rPr lang="en-US" noProof="0"/>
              <a:t>Insert content or thank you message. Resize text as needed.</a:t>
            </a:r>
          </a:p>
        </p:txBody>
      </p:sp>
      <p:sp>
        <p:nvSpPr>
          <p:cNvPr id="2" name="Footer Placeholder 1">
            <a:extLst>
              <a:ext uri="{FF2B5EF4-FFF2-40B4-BE49-F238E27FC236}">
                <a16:creationId xmlns:a16="http://schemas.microsoft.com/office/drawing/2014/main" id="{0757972F-F2B7-2039-F70F-0D0BC2FC3E66}"/>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0A5A640E-6C5B-7F2E-95FA-63A881976C23}"/>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413942756"/>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losing slide A – Contact us">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4351994-C110-F943-BA9E-AB717123F9E4}"/>
              </a:ext>
            </a:extLst>
          </p:cNvPr>
          <p:cNvSpPr>
            <a:spLocks noGrp="1"/>
          </p:cNvSpPr>
          <p:nvPr>
            <p:ph type="title" hasCustomPrompt="1"/>
          </p:nvPr>
        </p:nvSpPr>
        <p:spPr>
          <a:xfrm>
            <a:off x="766762" y="2219794"/>
            <a:ext cx="10658475" cy="920750"/>
          </a:xfrm>
          <a:prstGeom prst="rect">
            <a:avLst/>
          </a:prstGeom>
        </p:spPr>
        <p:txBody>
          <a:bodyPr vert="horz" lIns="0" tIns="0" rIns="0" bIns="0" rtlCol="0" anchor="b" anchorCtr="0">
            <a:noAutofit/>
          </a:bodyPr>
          <a:lstStyle>
            <a:lvl1pPr>
              <a:defRPr/>
            </a:lvl1pPr>
          </a:lstStyle>
          <a:p>
            <a:r>
              <a:rPr lang="en-US" noProof="0"/>
              <a:t>Closing contact us slide (gradient A) – click to add title</a:t>
            </a:r>
          </a:p>
        </p:txBody>
      </p:sp>
      <p:grpSp>
        <p:nvGrpSpPr>
          <p:cNvPr id="3" name="Group 2">
            <a:extLst>
              <a:ext uri="{FF2B5EF4-FFF2-40B4-BE49-F238E27FC236}">
                <a16:creationId xmlns:a16="http://schemas.microsoft.com/office/drawing/2014/main" id="{3F95883B-41B1-4F38-1D0A-9E5ECCDB003A}"/>
              </a:ext>
              <a:ext uri="{C183D7F6-B498-43B3-948B-1728B52AA6E4}">
                <adec:decorative xmlns:adec="http://schemas.microsoft.com/office/drawing/2017/decorative" val="1"/>
              </a:ext>
            </a:extLst>
          </p:cNvPr>
          <p:cNvGrpSpPr/>
          <p:nvPr userDrawn="1"/>
        </p:nvGrpSpPr>
        <p:grpSpPr>
          <a:xfrm>
            <a:off x="0" y="3492450"/>
            <a:ext cx="12193200" cy="2600375"/>
            <a:chOff x="0" y="3492450"/>
            <a:chExt cx="12193200" cy="2600375"/>
          </a:xfrm>
        </p:grpSpPr>
        <p:sp>
          <p:nvSpPr>
            <p:cNvPr id="12" name="TextBox 11">
              <a:extLst>
                <a:ext uri="{FF2B5EF4-FFF2-40B4-BE49-F238E27FC236}">
                  <a16:creationId xmlns:a16="http://schemas.microsoft.com/office/drawing/2014/main" id="{1F614509-D299-6819-DE99-999B1432D4BE}"/>
                </a:ext>
                <a:ext uri="{C183D7F6-B498-43B3-948B-1728B52AA6E4}">
                  <adec:decorative xmlns:adec="http://schemas.microsoft.com/office/drawing/2017/decorative" val="1"/>
                </a:ext>
              </a:extLst>
            </p:cNvPr>
            <p:cNvSpPr txBox="1">
              <a:spLocks/>
            </p:cNvSpPr>
            <p:nvPr userDrawn="1"/>
          </p:nvSpPr>
          <p:spPr>
            <a:xfrm>
              <a:off x="0" y="3600450"/>
              <a:ext cx="12192000" cy="2492375"/>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3" name="TextBox 12">
              <a:extLst>
                <a:ext uri="{FF2B5EF4-FFF2-40B4-BE49-F238E27FC236}">
                  <a16:creationId xmlns:a16="http://schemas.microsoft.com/office/drawing/2014/main" id="{B700D9F4-8C66-1D95-B888-C102CFAC6774}"/>
                </a:ext>
                <a:ext uri="{C183D7F6-B498-43B3-948B-1728B52AA6E4}">
                  <adec:decorative xmlns:adec="http://schemas.microsoft.com/office/drawing/2017/decorative" val="1"/>
                </a:ext>
              </a:extLst>
            </p:cNvPr>
            <p:cNvSpPr txBox="1">
              <a:spLocks/>
            </p:cNvSpPr>
            <p:nvPr userDrawn="1"/>
          </p:nvSpPr>
          <p:spPr>
            <a:xfrm>
              <a:off x="0" y="3492450"/>
              <a:ext cx="12193200" cy="108000"/>
            </a:xfrm>
            <a:prstGeom prst="rect">
              <a:avLst/>
            </a:prstGeom>
            <a:gradFill>
              <a:gsLst>
                <a:gs pos="0">
                  <a:srgbClr val="E31937"/>
                </a:gs>
                <a:gs pos="60000">
                  <a:srgbClr val="A82465"/>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4" name="Picture placeholder 5" descr="Photograph of individual who the details in textbox are referencing.">
            <a:extLst>
              <a:ext uri="{FF2B5EF4-FFF2-40B4-BE49-F238E27FC236}">
                <a16:creationId xmlns:a16="http://schemas.microsoft.com/office/drawing/2014/main" id="{03BCFE89-FD15-1E11-B30E-A9928F68DE95}"/>
              </a:ext>
            </a:extLst>
          </p:cNvPr>
          <p:cNvSpPr>
            <a:spLocks noGrp="1" noChangeAspect="1"/>
          </p:cNvSpPr>
          <p:nvPr>
            <p:ph type="pic" sz="quarter" idx="26"/>
          </p:nvPr>
        </p:nvSpPr>
        <p:spPr>
          <a:xfrm>
            <a:off x="853376"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picture</a:t>
            </a:r>
            <a:endParaRPr lang="en-US" sz="1200" noProof="0" dirty="0">
              <a:cs typeface="Arial" pitchFamily="34" charset="0"/>
            </a:endParaRPr>
          </a:p>
        </p:txBody>
      </p:sp>
      <p:sp>
        <p:nvSpPr>
          <p:cNvPr id="11" name="Text Placeholder 10">
            <a:extLst>
              <a:ext uri="{FF2B5EF4-FFF2-40B4-BE49-F238E27FC236}">
                <a16:creationId xmlns:a16="http://schemas.microsoft.com/office/drawing/2014/main" id="{EFCFA108-69DB-4B07-6998-B1F4F4095906}"/>
              </a:ext>
            </a:extLst>
          </p:cNvPr>
          <p:cNvSpPr>
            <a:spLocks noGrp="1"/>
          </p:cNvSpPr>
          <p:nvPr>
            <p:ph type="body" sz="quarter" idx="62"/>
          </p:nvPr>
        </p:nvSpPr>
        <p:spPr>
          <a:xfrm>
            <a:off x="2287588" y="3902964"/>
            <a:ext cx="3408362" cy="2148840"/>
          </a:xfrm>
          <a:prstGeom prst="rect">
            <a:avLst/>
          </a:prstGeom>
        </p:spPr>
        <p:txBody>
          <a:bodyPr lIns="0" tIns="0" rIns="0" bIns="0"/>
          <a:lstStyle>
            <a:lvl1pPr marL="0" indent="0">
              <a:buNone/>
              <a:defRPr sz="1600"/>
            </a:lvl1pPr>
          </a:lstStyle>
          <a:p>
            <a:pPr lvl="0"/>
            <a:r>
              <a:rPr lang="en-US" noProof="0"/>
              <a:t>Click to edit Master text styles</a:t>
            </a:r>
          </a:p>
        </p:txBody>
      </p:sp>
      <p:sp>
        <p:nvSpPr>
          <p:cNvPr id="5" name="Picture placeholder 5" descr="Photograph of individual who the details in textbox are referencing.">
            <a:extLst>
              <a:ext uri="{FF2B5EF4-FFF2-40B4-BE49-F238E27FC236}">
                <a16:creationId xmlns:a16="http://schemas.microsoft.com/office/drawing/2014/main" id="{CC545A77-BA77-E6F6-EBC3-73FBE4CFC458}"/>
              </a:ext>
            </a:extLst>
          </p:cNvPr>
          <p:cNvSpPr>
            <a:spLocks noGrp="1" noChangeAspect="1"/>
          </p:cNvSpPr>
          <p:nvPr>
            <p:ph type="pic" sz="quarter" idx="60"/>
          </p:nvPr>
        </p:nvSpPr>
        <p:spPr>
          <a:xfrm>
            <a:off x="6536690"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picture</a:t>
            </a:r>
            <a:endParaRPr lang="en-US" sz="1200" noProof="0" dirty="0">
              <a:cs typeface="Arial" pitchFamily="34" charset="0"/>
            </a:endParaRPr>
          </a:p>
        </p:txBody>
      </p:sp>
      <p:sp>
        <p:nvSpPr>
          <p:cNvPr id="14" name="Text Placeholder 10">
            <a:extLst>
              <a:ext uri="{FF2B5EF4-FFF2-40B4-BE49-F238E27FC236}">
                <a16:creationId xmlns:a16="http://schemas.microsoft.com/office/drawing/2014/main" id="{E713A4D5-4317-F6E9-23F6-EDEF281E8896}"/>
              </a:ext>
            </a:extLst>
          </p:cNvPr>
          <p:cNvSpPr>
            <a:spLocks noGrp="1"/>
          </p:cNvSpPr>
          <p:nvPr>
            <p:ph type="body" sz="quarter" idx="63"/>
          </p:nvPr>
        </p:nvSpPr>
        <p:spPr>
          <a:xfrm>
            <a:off x="8016875" y="3903266"/>
            <a:ext cx="3408362" cy="2148840"/>
          </a:xfrm>
          <a:prstGeom prst="rect">
            <a:avLst/>
          </a:prstGeom>
        </p:spPr>
        <p:txBody>
          <a:bodyPr lIns="0" tIns="0" rIns="0" bIns="0"/>
          <a:lstStyle>
            <a:lvl1pPr marL="0" indent="0">
              <a:buNone/>
              <a:defRPr sz="1600"/>
            </a:lvl1pPr>
          </a:lstStyle>
          <a:p>
            <a:pPr lvl="0"/>
            <a:r>
              <a:rPr lang="en-US" noProof="0"/>
              <a:t>Click to edit Master text styles</a:t>
            </a:r>
          </a:p>
        </p:txBody>
      </p:sp>
      <p:sp>
        <p:nvSpPr>
          <p:cNvPr id="2" name="Footer Placeholder 1">
            <a:extLst>
              <a:ext uri="{FF2B5EF4-FFF2-40B4-BE49-F238E27FC236}">
                <a16:creationId xmlns:a16="http://schemas.microsoft.com/office/drawing/2014/main" id="{9D21F2AF-DC20-C31D-0076-307B3CAB238D}"/>
              </a:ext>
            </a:extLst>
          </p:cNvPr>
          <p:cNvSpPr>
            <a:spLocks noGrp="1"/>
          </p:cNvSpPr>
          <p:nvPr>
            <p:ph type="ftr" sz="quarter" idx="67"/>
          </p:nvPr>
        </p:nvSpPr>
        <p:spPr/>
        <p:txBody>
          <a:bodyPr/>
          <a:lstStyle/>
          <a:p>
            <a:endParaRPr lang="en-US" noProof="0"/>
          </a:p>
        </p:txBody>
      </p:sp>
      <p:sp>
        <p:nvSpPr>
          <p:cNvPr id="10" name="Slide Number Placeholder 9">
            <a:extLst>
              <a:ext uri="{FF2B5EF4-FFF2-40B4-BE49-F238E27FC236}">
                <a16:creationId xmlns:a16="http://schemas.microsoft.com/office/drawing/2014/main" id="{553AAAF4-091F-0FC5-BBD9-9037C660D57E}"/>
              </a:ext>
              <a:ext uri="{C183D7F6-B498-43B3-948B-1728B52AA6E4}">
                <adec:decorative xmlns:adec="http://schemas.microsoft.com/office/drawing/2017/decorative" val="1"/>
              </a:ext>
            </a:extLst>
          </p:cNvPr>
          <p:cNvSpPr>
            <a:spLocks noGrp="1"/>
          </p:cNvSpPr>
          <p:nvPr>
            <p:ph type="sldNum" sz="quarter" idx="66"/>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937494046"/>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losing slide B – Contact us">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4351994-C110-F943-BA9E-AB717123F9E4}"/>
              </a:ext>
            </a:extLst>
          </p:cNvPr>
          <p:cNvSpPr>
            <a:spLocks noGrp="1"/>
          </p:cNvSpPr>
          <p:nvPr>
            <p:ph type="title" hasCustomPrompt="1"/>
          </p:nvPr>
        </p:nvSpPr>
        <p:spPr>
          <a:xfrm>
            <a:off x="766762" y="2219794"/>
            <a:ext cx="10658475" cy="920750"/>
          </a:xfrm>
          <a:prstGeom prst="rect">
            <a:avLst/>
          </a:prstGeom>
        </p:spPr>
        <p:txBody>
          <a:bodyPr vert="horz" lIns="0" tIns="0" rIns="0" bIns="0" rtlCol="0" anchor="b" anchorCtr="0">
            <a:noAutofit/>
          </a:bodyPr>
          <a:lstStyle>
            <a:lvl1pPr>
              <a:defRPr/>
            </a:lvl1pPr>
          </a:lstStyle>
          <a:p>
            <a:r>
              <a:rPr lang="en-US" noProof="0"/>
              <a:t>Closing contact us slide (gradient B) – click to add title</a:t>
            </a:r>
          </a:p>
        </p:txBody>
      </p:sp>
      <p:grpSp>
        <p:nvGrpSpPr>
          <p:cNvPr id="3" name="Group 2">
            <a:extLst>
              <a:ext uri="{FF2B5EF4-FFF2-40B4-BE49-F238E27FC236}">
                <a16:creationId xmlns:a16="http://schemas.microsoft.com/office/drawing/2014/main" id="{4F8F9319-F47E-5209-D96C-8C63C97A1C5E}"/>
              </a:ext>
              <a:ext uri="{C183D7F6-B498-43B3-948B-1728B52AA6E4}">
                <adec:decorative xmlns:adec="http://schemas.microsoft.com/office/drawing/2017/decorative" val="1"/>
              </a:ext>
            </a:extLst>
          </p:cNvPr>
          <p:cNvGrpSpPr/>
          <p:nvPr userDrawn="1"/>
        </p:nvGrpSpPr>
        <p:grpSpPr>
          <a:xfrm>
            <a:off x="0" y="3492450"/>
            <a:ext cx="12193200" cy="2600375"/>
            <a:chOff x="0" y="3492450"/>
            <a:chExt cx="12193200" cy="2600375"/>
          </a:xfrm>
        </p:grpSpPr>
        <p:sp>
          <p:nvSpPr>
            <p:cNvPr id="12" name="TextBox 11">
              <a:extLst>
                <a:ext uri="{FF2B5EF4-FFF2-40B4-BE49-F238E27FC236}">
                  <a16:creationId xmlns:a16="http://schemas.microsoft.com/office/drawing/2014/main" id="{1F614509-D299-6819-DE99-999B1432D4BE}"/>
                </a:ext>
                <a:ext uri="{C183D7F6-B498-43B3-948B-1728B52AA6E4}">
                  <adec:decorative xmlns:adec="http://schemas.microsoft.com/office/drawing/2017/decorative" val="1"/>
                </a:ext>
              </a:extLst>
            </p:cNvPr>
            <p:cNvSpPr txBox="1">
              <a:spLocks/>
            </p:cNvSpPr>
            <p:nvPr userDrawn="1"/>
          </p:nvSpPr>
          <p:spPr>
            <a:xfrm>
              <a:off x="0" y="3600450"/>
              <a:ext cx="12192000" cy="2492375"/>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3" name="TextBox 12">
              <a:extLst>
                <a:ext uri="{FF2B5EF4-FFF2-40B4-BE49-F238E27FC236}">
                  <a16:creationId xmlns:a16="http://schemas.microsoft.com/office/drawing/2014/main" id="{B700D9F4-8C66-1D95-B888-C102CFAC6774}"/>
                </a:ext>
                <a:ext uri="{C183D7F6-B498-43B3-948B-1728B52AA6E4}">
                  <adec:decorative xmlns:adec="http://schemas.microsoft.com/office/drawing/2017/decorative" val="1"/>
                </a:ext>
              </a:extLst>
            </p:cNvPr>
            <p:cNvSpPr txBox="1">
              <a:spLocks/>
            </p:cNvSpPr>
            <p:nvPr userDrawn="1"/>
          </p:nvSpPr>
          <p:spPr>
            <a:xfrm>
              <a:off x="0" y="349245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4" name="Picture placeholder 5" descr="Photograph of individual who the details in textbox are referencing.">
            <a:extLst>
              <a:ext uri="{FF2B5EF4-FFF2-40B4-BE49-F238E27FC236}">
                <a16:creationId xmlns:a16="http://schemas.microsoft.com/office/drawing/2014/main" id="{03BCFE89-FD15-1E11-B30E-A9928F68DE95}"/>
              </a:ext>
            </a:extLst>
          </p:cNvPr>
          <p:cNvSpPr>
            <a:spLocks noGrp="1" noChangeAspect="1"/>
          </p:cNvSpPr>
          <p:nvPr>
            <p:ph type="pic" sz="quarter" idx="26"/>
          </p:nvPr>
        </p:nvSpPr>
        <p:spPr>
          <a:xfrm>
            <a:off x="850582"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picture</a:t>
            </a:r>
            <a:endParaRPr lang="en-US" sz="1200" noProof="0" dirty="0">
              <a:cs typeface="Arial" pitchFamily="34" charset="0"/>
            </a:endParaRPr>
          </a:p>
        </p:txBody>
      </p:sp>
      <p:sp>
        <p:nvSpPr>
          <p:cNvPr id="11" name="Text Placeholder 10">
            <a:extLst>
              <a:ext uri="{FF2B5EF4-FFF2-40B4-BE49-F238E27FC236}">
                <a16:creationId xmlns:a16="http://schemas.microsoft.com/office/drawing/2014/main" id="{EFCFA108-69DB-4B07-6998-B1F4F4095906}"/>
              </a:ext>
            </a:extLst>
          </p:cNvPr>
          <p:cNvSpPr>
            <a:spLocks noGrp="1"/>
          </p:cNvSpPr>
          <p:nvPr>
            <p:ph type="body" sz="quarter" idx="62"/>
          </p:nvPr>
        </p:nvSpPr>
        <p:spPr>
          <a:xfrm>
            <a:off x="2287588" y="3902964"/>
            <a:ext cx="3408362" cy="2148840"/>
          </a:xfrm>
          <a:prstGeom prst="rect">
            <a:avLst/>
          </a:prstGeom>
        </p:spPr>
        <p:txBody>
          <a:bodyPr lIns="0" tIns="0" rIns="0" bIns="0"/>
          <a:lstStyle>
            <a:lvl1pPr marL="0" indent="0">
              <a:buNone/>
              <a:defRPr sz="1600"/>
            </a:lvl1pPr>
          </a:lstStyle>
          <a:p>
            <a:pPr lvl="0"/>
            <a:r>
              <a:rPr lang="en-US" noProof="0"/>
              <a:t>Click to edit Master text styles</a:t>
            </a:r>
          </a:p>
        </p:txBody>
      </p:sp>
      <p:sp>
        <p:nvSpPr>
          <p:cNvPr id="5" name="Picture placeholder 5" descr="Photograph of individual who the details in textbox are referencing.">
            <a:extLst>
              <a:ext uri="{FF2B5EF4-FFF2-40B4-BE49-F238E27FC236}">
                <a16:creationId xmlns:a16="http://schemas.microsoft.com/office/drawing/2014/main" id="{CC545A77-BA77-E6F6-EBC3-73FBE4CFC458}"/>
              </a:ext>
            </a:extLst>
          </p:cNvPr>
          <p:cNvSpPr>
            <a:spLocks noGrp="1" noChangeAspect="1"/>
          </p:cNvSpPr>
          <p:nvPr>
            <p:ph type="pic" sz="quarter" idx="60"/>
          </p:nvPr>
        </p:nvSpPr>
        <p:spPr>
          <a:xfrm>
            <a:off x="6533896"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picture</a:t>
            </a:r>
            <a:endParaRPr lang="en-US" sz="1200" noProof="0" dirty="0">
              <a:cs typeface="Arial" pitchFamily="34" charset="0"/>
            </a:endParaRPr>
          </a:p>
        </p:txBody>
      </p:sp>
      <p:sp>
        <p:nvSpPr>
          <p:cNvPr id="14" name="Text Placeholder 10">
            <a:extLst>
              <a:ext uri="{FF2B5EF4-FFF2-40B4-BE49-F238E27FC236}">
                <a16:creationId xmlns:a16="http://schemas.microsoft.com/office/drawing/2014/main" id="{E713A4D5-4317-F6E9-23F6-EDEF281E8896}"/>
              </a:ext>
            </a:extLst>
          </p:cNvPr>
          <p:cNvSpPr>
            <a:spLocks noGrp="1"/>
          </p:cNvSpPr>
          <p:nvPr>
            <p:ph type="body" sz="quarter" idx="63"/>
          </p:nvPr>
        </p:nvSpPr>
        <p:spPr>
          <a:xfrm>
            <a:off x="8016875" y="3903266"/>
            <a:ext cx="3408362" cy="2148840"/>
          </a:xfrm>
          <a:prstGeom prst="rect">
            <a:avLst/>
          </a:prstGeom>
        </p:spPr>
        <p:txBody>
          <a:bodyPr lIns="0" tIns="0" rIns="0" bIns="0"/>
          <a:lstStyle>
            <a:lvl1pPr marL="0" indent="0">
              <a:buNone/>
              <a:defRPr sz="1600"/>
            </a:lvl1pPr>
          </a:lstStyle>
          <a:p>
            <a:pPr lvl="0"/>
            <a:r>
              <a:rPr lang="en-US" noProof="0"/>
              <a:t>Click to edit Master text styles</a:t>
            </a:r>
          </a:p>
        </p:txBody>
      </p:sp>
      <p:sp>
        <p:nvSpPr>
          <p:cNvPr id="2" name="Footer Placeholder 1">
            <a:extLst>
              <a:ext uri="{FF2B5EF4-FFF2-40B4-BE49-F238E27FC236}">
                <a16:creationId xmlns:a16="http://schemas.microsoft.com/office/drawing/2014/main" id="{EB7ECD07-7F27-577F-6C51-E0DCA72AAC3A}"/>
              </a:ext>
            </a:extLst>
          </p:cNvPr>
          <p:cNvSpPr>
            <a:spLocks noGrp="1"/>
          </p:cNvSpPr>
          <p:nvPr>
            <p:ph type="ftr" sz="quarter" idx="67"/>
          </p:nvPr>
        </p:nvSpPr>
        <p:spPr/>
        <p:txBody>
          <a:bodyPr/>
          <a:lstStyle/>
          <a:p>
            <a:endParaRPr lang="en-US" noProof="0"/>
          </a:p>
        </p:txBody>
      </p:sp>
      <p:sp>
        <p:nvSpPr>
          <p:cNvPr id="10" name="Slide Number Placeholder 9">
            <a:extLst>
              <a:ext uri="{FF2B5EF4-FFF2-40B4-BE49-F238E27FC236}">
                <a16:creationId xmlns:a16="http://schemas.microsoft.com/office/drawing/2014/main" id="{6A348394-CEAC-2608-D2C7-1C6D9E8624AE}"/>
              </a:ext>
              <a:ext uri="{C183D7F6-B498-43B3-948B-1728B52AA6E4}">
                <adec:decorative xmlns:adec="http://schemas.microsoft.com/office/drawing/2017/decorative" val="1"/>
              </a:ext>
            </a:extLst>
          </p:cNvPr>
          <p:cNvSpPr>
            <a:spLocks noGrp="1"/>
          </p:cNvSpPr>
          <p:nvPr>
            <p:ph type="sldNum" sz="quarter" idx="66"/>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013202458"/>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losing slide A – Logo+Cornerston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04351D-5FDC-BFE0-854C-3134DB0C3A5D}"/>
              </a:ext>
            </a:extLst>
          </p:cNvPr>
          <p:cNvSpPr>
            <a:spLocks noGrp="1"/>
          </p:cNvSpPr>
          <p:nvPr>
            <p:ph type="title" hasCustomPrompt="1"/>
          </p:nvPr>
        </p:nvSpPr>
        <p:spPr>
          <a:xfrm>
            <a:off x="777223" y="770482"/>
            <a:ext cx="6080777" cy="2862072"/>
          </a:xfrm>
          <a:prstGeom prst="rect">
            <a:avLst/>
          </a:prstGeom>
        </p:spPr>
        <p:txBody>
          <a:bodyPr vert="horz" lIns="0" tIns="0" rIns="0" bIns="0" rtlCol="0" anchor="t" anchorCtr="0">
            <a:noAutofit/>
          </a:bodyPr>
          <a:lstStyle>
            <a:lvl1pPr>
              <a:lnSpc>
                <a:spcPct val="80000"/>
              </a:lnSpc>
              <a:defRPr sz="6000">
                <a:solidFill>
                  <a:schemeClr val="tx1"/>
                </a:solidFill>
              </a:defRPr>
            </a:lvl1pPr>
          </a:lstStyle>
          <a:p>
            <a:r>
              <a:rPr lang="en-US" noProof="0"/>
              <a:t>Closing slide (gradient A) – click to add title</a:t>
            </a:r>
          </a:p>
        </p:txBody>
      </p:sp>
      <p:sp>
        <p:nvSpPr>
          <p:cNvPr id="6" name="Text placeholder 2">
            <a:extLst>
              <a:ext uri="{FF2B5EF4-FFF2-40B4-BE49-F238E27FC236}">
                <a16:creationId xmlns:a16="http://schemas.microsoft.com/office/drawing/2014/main" id="{809FFADF-A533-B666-03B7-44FFDD405052}"/>
              </a:ext>
            </a:extLst>
          </p:cNvPr>
          <p:cNvSpPr>
            <a:spLocks noGrp="1"/>
          </p:cNvSpPr>
          <p:nvPr>
            <p:ph type="body" sz="quarter" idx="12" hasCustomPrompt="1"/>
          </p:nvPr>
        </p:nvSpPr>
        <p:spPr>
          <a:xfrm>
            <a:off x="766763" y="3727452"/>
            <a:ext cx="6091237" cy="2016123"/>
          </a:xfrm>
          <a:prstGeom prst="rect">
            <a:avLst/>
          </a:prstGeom>
        </p:spPr>
        <p:txBody>
          <a:bodyPr lIns="0" tIns="0" rIns="0" bIns="0">
            <a:noAutofit/>
          </a:bodyPr>
          <a:lstStyle>
            <a:lvl1pPr marL="0" indent="0">
              <a:spcBef>
                <a:spcPct val="0"/>
              </a:spcBef>
              <a:buNone/>
              <a:defRPr sz="1600"/>
            </a:lvl1pPr>
          </a:lstStyle>
          <a:p>
            <a:pPr lvl="0"/>
            <a:r>
              <a:rPr lang="en-US" noProof="0"/>
              <a:t>To get the latest company description, visit brand.cgi.com &gt; Brand positioning &gt; Company descriptions.</a:t>
            </a:r>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5236AB"/>
              </a:gs>
              <a:gs pos="60000">
                <a:srgbClr val="A82465"/>
              </a:gs>
              <a:gs pos="0">
                <a:srgbClr val="E31937"/>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7D65D96C-0287-1622-2E72-64E2F7F4656C}"/>
              </a:ext>
            </a:extLst>
          </p:cNvPr>
          <p:cNvSpPr>
            <a:spLocks noGrp="1"/>
          </p:cNvSpPr>
          <p:nvPr>
            <p:ph type="ftr" sz="quarter" idx="16"/>
          </p:nvPr>
        </p:nvSpPr>
        <p:spPr/>
        <p:txBody>
          <a:bodyPr/>
          <a:lstStyle/>
          <a:p>
            <a:endParaRPr lang="en-US" noProof="0"/>
          </a:p>
        </p:txBody>
      </p:sp>
      <p:sp>
        <p:nvSpPr>
          <p:cNvPr id="12" name="Slide Number Placeholder 11">
            <a:extLst>
              <a:ext uri="{FF2B5EF4-FFF2-40B4-BE49-F238E27FC236}">
                <a16:creationId xmlns:a16="http://schemas.microsoft.com/office/drawing/2014/main" id="{534E1B12-770D-3077-3F0A-B9B746C3A430}"/>
              </a:ext>
              <a:ext uri="{C183D7F6-B498-43B3-948B-1728B52AA6E4}">
                <adec:decorative xmlns:adec="http://schemas.microsoft.com/office/drawing/2017/decorative" val="1"/>
              </a:ext>
            </a:extLst>
          </p:cNvPr>
          <p:cNvSpPr>
            <a:spLocks noGrp="1"/>
          </p:cNvSpPr>
          <p:nvPr>
            <p:ph type="sldNum" sz="quarter" idx="15"/>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558491376"/>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losing slide B – Logo+Cornerston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04351D-5FDC-BFE0-854C-3134DB0C3A5D}"/>
              </a:ext>
            </a:extLst>
          </p:cNvPr>
          <p:cNvSpPr>
            <a:spLocks noGrp="1"/>
          </p:cNvSpPr>
          <p:nvPr>
            <p:ph type="title" hasCustomPrompt="1"/>
          </p:nvPr>
        </p:nvSpPr>
        <p:spPr>
          <a:xfrm>
            <a:off x="768096" y="768096"/>
            <a:ext cx="6080777" cy="2862072"/>
          </a:xfrm>
          <a:prstGeom prst="rect">
            <a:avLst/>
          </a:prstGeom>
        </p:spPr>
        <p:txBody>
          <a:bodyPr vert="horz" lIns="0" tIns="0" rIns="0" bIns="0" rtlCol="0" anchor="t" anchorCtr="0">
            <a:noAutofit/>
          </a:bodyPr>
          <a:lstStyle>
            <a:lvl1pPr>
              <a:lnSpc>
                <a:spcPct val="80000"/>
              </a:lnSpc>
              <a:defRPr sz="6000">
                <a:solidFill>
                  <a:schemeClr val="tx1"/>
                </a:solidFill>
              </a:defRPr>
            </a:lvl1pPr>
          </a:lstStyle>
          <a:p>
            <a:r>
              <a:rPr lang="en-US" noProof="0"/>
              <a:t>Closing slide (gradient B) – click to add title</a:t>
            </a:r>
          </a:p>
        </p:txBody>
      </p:sp>
      <p:sp>
        <p:nvSpPr>
          <p:cNvPr id="6" name="Text placeholder 2">
            <a:extLst>
              <a:ext uri="{FF2B5EF4-FFF2-40B4-BE49-F238E27FC236}">
                <a16:creationId xmlns:a16="http://schemas.microsoft.com/office/drawing/2014/main" id="{809FFADF-A533-B666-03B7-44FFDD405052}"/>
              </a:ext>
            </a:extLst>
          </p:cNvPr>
          <p:cNvSpPr>
            <a:spLocks noGrp="1"/>
          </p:cNvSpPr>
          <p:nvPr>
            <p:ph type="body" sz="quarter" idx="12" hasCustomPrompt="1"/>
          </p:nvPr>
        </p:nvSpPr>
        <p:spPr>
          <a:xfrm>
            <a:off x="766763" y="3727452"/>
            <a:ext cx="6091237" cy="2016123"/>
          </a:xfrm>
          <a:prstGeom prst="rect">
            <a:avLst/>
          </a:prstGeom>
        </p:spPr>
        <p:txBody>
          <a:bodyPr lIns="0" tIns="0" rIns="0" bIns="0">
            <a:noAutofit/>
          </a:bodyPr>
          <a:lstStyle>
            <a:lvl1pPr marL="0" indent="0">
              <a:spcBef>
                <a:spcPct val="0"/>
              </a:spcBef>
              <a:buNone/>
              <a:defRPr sz="1600"/>
            </a:lvl1pPr>
          </a:lstStyle>
          <a:p>
            <a:pPr lvl="0"/>
            <a:r>
              <a:rPr lang="en-US" noProof="0"/>
              <a:t>To get the latest company description, visit brand.cgi.com &gt; Brand positioning &gt; Company descriptions.</a:t>
            </a:r>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B3DAC949-1442-A46E-72FA-37EF84DEBA82}"/>
              </a:ext>
            </a:extLst>
          </p:cNvPr>
          <p:cNvSpPr>
            <a:spLocks noGrp="1"/>
          </p:cNvSpPr>
          <p:nvPr>
            <p:ph type="ftr" sz="quarter" idx="16"/>
          </p:nvPr>
        </p:nvSpPr>
        <p:spPr/>
        <p:txBody>
          <a:bodyPr/>
          <a:lstStyle/>
          <a:p>
            <a:endParaRPr lang="en-US" noProof="0"/>
          </a:p>
        </p:txBody>
      </p:sp>
      <p:sp>
        <p:nvSpPr>
          <p:cNvPr id="12" name="Slide Number Placeholder 11">
            <a:extLst>
              <a:ext uri="{FF2B5EF4-FFF2-40B4-BE49-F238E27FC236}">
                <a16:creationId xmlns:a16="http://schemas.microsoft.com/office/drawing/2014/main" id="{CF61C4D7-E521-3636-FC43-E3A3C928D333}"/>
              </a:ext>
              <a:ext uri="{C183D7F6-B498-43B3-948B-1728B52AA6E4}">
                <adec:decorative xmlns:adec="http://schemas.microsoft.com/office/drawing/2017/decorative" val="1"/>
              </a:ext>
            </a:extLst>
          </p:cNvPr>
          <p:cNvSpPr>
            <a:spLocks noGrp="1"/>
          </p:cNvSpPr>
          <p:nvPr>
            <p:ph type="sldNum" sz="quarter" idx="15"/>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74997735"/>
      </p:ext>
    </p:extLst>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Read Only 7">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Ready-to-use slides</a:t>
            </a:r>
            <a:endParaRPr lang="en-US" sz="16600">
              <a:solidFill>
                <a:schemeClr val="bg1"/>
              </a:solidFill>
            </a:endParaRPr>
          </a:p>
        </p:txBody>
      </p:sp>
    </p:spTree>
    <p:extLst>
      <p:ext uri="{BB962C8B-B14F-4D97-AF65-F5344CB8AC3E}">
        <p14:creationId xmlns:p14="http://schemas.microsoft.com/office/powerpoint/2010/main" val="1906927898"/>
      </p:ext>
    </p:extLst>
  </p:cSld>
  <p:clrMapOvr>
    <a:masterClrMapping/>
  </p:clrMapOvr>
  <p:transition/>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Q&amp;A - Cornerstone">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userDrawn="1">
            <p:ph type="title" hasCustomPrompt="1"/>
          </p:nvPr>
        </p:nvSpPr>
        <p:spPr bwMode="white">
          <a:xfrm>
            <a:off x="767849" y="612111"/>
            <a:ext cx="6090151" cy="2226506"/>
          </a:xfrm>
        </p:spPr>
        <p:txBody>
          <a:bodyPr>
            <a:noAutofit/>
          </a:bodyPr>
          <a:lstStyle>
            <a:lvl1pPr>
              <a:defRPr sz="4800">
                <a:solidFill>
                  <a:schemeClr val="tx1"/>
                </a:solidFill>
              </a:defRPr>
            </a:lvl1pPr>
          </a:lstStyle>
          <a:p>
            <a:r>
              <a:rPr lang="en-US" noProof="0"/>
              <a:t>Q&amp;A</a:t>
            </a:r>
          </a:p>
        </p:txBody>
      </p:sp>
      <p:pic>
        <p:nvPicPr>
          <p:cNvPr id="3" name="Picture 2">
            <a:extLst>
              <a:ext uri="{FF2B5EF4-FFF2-40B4-BE49-F238E27FC236}">
                <a16:creationId xmlns:a16="http://schemas.microsoft.com/office/drawing/2014/main" id="{65088167-3D6D-5E6C-DA5E-C3277ED4606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4286"/>
          <a:stretch/>
        </p:blipFill>
        <p:spPr>
          <a:xfrm>
            <a:off x="5943516" y="0"/>
            <a:ext cx="6248400" cy="6017407"/>
          </a:xfrm>
          <a:prstGeom prst="rect">
            <a:avLst/>
          </a:prstGeom>
        </p:spPr>
      </p:pic>
      <p:sp>
        <p:nvSpPr>
          <p:cNvPr id="2" name="Footer Placeholder 1">
            <a:extLst>
              <a:ext uri="{FF2B5EF4-FFF2-40B4-BE49-F238E27FC236}">
                <a16:creationId xmlns:a16="http://schemas.microsoft.com/office/drawing/2014/main" id="{9542A8DC-D6A9-AE1E-4B2D-94EA32AFA27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31BB1A83-0CD4-B8FB-3185-33E9395D09FB}"/>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393280198"/>
      </p:ext>
    </p:extLst>
  </p:cSld>
  <p:clrMapOvr>
    <a:masterClrMapping/>
  </p:clrMapOvr>
  <p:transition/>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losing slide A – Preset tagline+descripti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B22672E-5DB6-C990-E754-D74675986889}"/>
              </a:ext>
            </a:extLst>
          </p:cNvPr>
          <p:cNvSpPr>
            <a:spLocks noGrp="1"/>
          </p:cNvSpPr>
          <p:nvPr>
            <p:ph type="title" hasCustomPrompt="1"/>
          </p:nvPr>
        </p:nvSpPr>
        <p:spPr>
          <a:xfrm>
            <a:off x="397795" y="-3497179"/>
            <a:ext cx="10658475" cy="3452361"/>
          </a:xfrm>
        </p:spPr>
        <p:txBody>
          <a:bodyPr/>
          <a:lstStyle>
            <a:lvl1pPr>
              <a:defRPr>
                <a:solidFill>
                  <a:srgbClr val="E6E6E6"/>
                </a:solidFill>
              </a:defRPr>
            </a:lvl1pPr>
          </a:lstStyle>
          <a:p>
            <a:r>
              <a:rPr lang="en-US" sz="2800" noProof="0"/>
              <a:t>Insights you can act on. Founded in 1976, CGI is among the largest IT and business consulting services firms in the world.</a:t>
            </a:r>
            <a:br>
              <a:rPr lang="en-US" sz="2800" noProof="0"/>
            </a:br>
            <a:br>
              <a:rPr lang="en-US" sz="2800" noProof="0"/>
            </a:br>
            <a:r>
              <a:rPr lang="en-US" sz="2800" noProof="0"/>
              <a:t>We are insights-driven and outcomes-based to help accelerate returns on your investments. Across hundreds of locations worldwide, we provide comprehensive, scalable and sustainable IT and business consulting services that are informed globally and delivered locally.</a:t>
            </a:r>
          </a:p>
        </p:txBody>
      </p:sp>
      <p:sp>
        <p:nvSpPr>
          <p:cNvPr id="5" name="TextBox 4">
            <a:extLst>
              <a:ext uri="{FF2B5EF4-FFF2-40B4-BE49-F238E27FC236}">
                <a16:creationId xmlns:a16="http://schemas.microsoft.com/office/drawing/2014/main" id="{056F8F7F-95BE-A79F-1143-BCA981115B28}"/>
              </a:ext>
            </a:extLst>
          </p:cNvPr>
          <p:cNvSpPr txBox="1">
            <a:spLocks/>
          </p:cNvSpPr>
          <p:nvPr userDrawn="1"/>
        </p:nvSpPr>
        <p:spPr>
          <a:xfrm>
            <a:off x="736292" y="621792"/>
            <a:ext cx="6080760" cy="2862072"/>
          </a:xfrm>
          <a:prstGeom prst="rect">
            <a:avLst/>
          </a:prstGeom>
          <a:ln>
            <a:noFill/>
          </a:ln>
        </p:spPr>
        <p:txBody>
          <a:bodyPr vert="horz" wrap="square" lIns="0" tIns="0" rIns="0" bIns="0" rtlCol="0" anchor="b" anchorCtr="0">
            <a:noAutofit/>
          </a:bodyPr>
          <a:lstStyle/>
          <a:p>
            <a:pPr algn="l">
              <a:lnSpc>
                <a:spcPct val="80000"/>
              </a:lnSpc>
            </a:pPr>
            <a:r>
              <a:rPr lang="en-US" sz="6000" noProof="0"/>
              <a:t>Insights you </a:t>
            </a:r>
            <a:br>
              <a:rPr lang="en-US" sz="6000" noProof="0"/>
            </a:br>
            <a:r>
              <a:rPr lang="en-US" sz="6000" noProof="0"/>
              <a:t>can act on</a:t>
            </a:r>
          </a:p>
        </p:txBody>
      </p:sp>
      <p:sp>
        <p:nvSpPr>
          <p:cNvPr id="2" name="TextBox 1">
            <a:extLst>
              <a:ext uri="{FF2B5EF4-FFF2-40B4-BE49-F238E27FC236}">
                <a16:creationId xmlns:a16="http://schemas.microsoft.com/office/drawing/2014/main" id="{49E263F4-A59C-0AAB-130B-605830B3CE86}"/>
              </a:ext>
            </a:extLst>
          </p:cNvPr>
          <p:cNvSpPr txBox="1">
            <a:spLocks/>
          </p:cNvSpPr>
          <p:nvPr userDrawn="1"/>
        </p:nvSpPr>
        <p:spPr>
          <a:xfrm>
            <a:off x="768096" y="3730752"/>
            <a:ext cx="6089904" cy="2020824"/>
          </a:xfrm>
          <a:prstGeom prst="rect">
            <a:avLst/>
          </a:prstGeom>
        </p:spPr>
        <p:txBody>
          <a:bodyPr vert="horz" wrap="square" lIns="0" tIns="0" rIns="0" bIns="0" rtlCol="0" anchor="t" anchorCtr="0">
            <a:normAutofit/>
          </a:bodyPr>
          <a:lstStyle/>
          <a:p>
            <a:r>
              <a:rPr lang="en-US" sz="1600" noProof="0" dirty="0"/>
              <a:t>Founded in 1976, CGI is among the largest IT and business consulting services firms in the world.</a:t>
            </a:r>
          </a:p>
          <a:p>
            <a:endParaRPr lang="en-US" sz="1600"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dirty="0"/>
              <a:t>We are insights-driven and outcomes-focused to help accelerate returns on your investments. Across hundreds of locations worldwide, we provide comprehensive, scalable and sustainable </a:t>
            </a:r>
            <a:br>
              <a:rPr lang="en-US" sz="1600" noProof="0" dirty="0"/>
            </a:br>
            <a:r>
              <a:rPr lang="en-US" sz="1600" noProof="0" dirty="0"/>
              <a:t>IT and business consulting services that are informed globally </a:t>
            </a:r>
            <a:br>
              <a:rPr lang="en-US" sz="1600" noProof="0" dirty="0"/>
            </a:br>
            <a:r>
              <a:rPr lang="en-US" sz="1600" noProof="0" dirty="0"/>
              <a:t>and delivered locally.</a:t>
            </a:r>
          </a:p>
          <a:p>
            <a:pPr algn="l"/>
            <a:endParaRPr lang="en-US" sz="1600" noProof="0" dirty="0"/>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chemeClr val="accent1"/>
              </a:gs>
              <a:gs pos="60000">
                <a:srgbClr val="A82465"/>
              </a:gs>
              <a:gs pos="0">
                <a:srgbClr val="E31937"/>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0A416AD6-6C56-B972-2AB5-EF9AC998FC78}"/>
              </a:ext>
            </a:extLst>
          </p:cNvPr>
          <p:cNvSpPr>
            <a:spLocks noGrp="1"/>
          </p:cNvSpPr>
          <p:nvPr>
            <p:ph type="ftr" sz="quarter" idx="13"/>
          </p:nvPr>
        </p:nvSpPr>
        <p:spPr/>
        <p:txBody>
          <a:bodyPr/>
          <a:lstStyle/>
          <a:p>
            <a:endParaRPr lang="en-US" noProof="0"/>
          </a:p>
        </p:txBody>
      </p:sp>
      <p:sp>
        <p:nvSpPr>
          <p:cNvPr id="4" name="TextBox 3">
            <a:extLst>
              <a:ext uri="{FF2B5EF4-FFF2-40B4-BE49-F238E27FC236}">
                <a16:creationId xmlns:a16="http://schemas.microsoft.com/office/drawing/2014/main" id="{3A520050-78C8-D59C-A36C-DCAFD6D16DDF}"/>
              </a:ext>
            </a:extLst>
          </p:cNvPr>
          <p:cNvSpPr txBox="1">
            <a:spLocks/>
          </p:cNvSpPr>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6" name="Slide Number Placeholder 7">
            <a:extLst>
              <a:ext uri="{FF2B5EF4-FFF2-40B4-BE49-F238E27FC236}">
                <a16:creationId xmlns:a16="http://schemas.microsoft.com/office/drawing/2014/main" id="{C1D36EEA-528E-E267-D6EC-07BC9DCF7DC0}"/>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36114906"/>
      </p:ext>
    </p:extLst>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losing slide B – Preset tagline+descripti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B22672E-5DB6-C990-E754-D74675986889}"/>
              </a:ext>
            </a:extLst>
          </p:cNvPr>
          <p:cNvSpPr>
            <a:spLocks noGrp="1"/>
          </p:cNvSpPr>
          <p:nvPr>
            <p:ph type="title" hasCustomPrompt="1"/>
          </p:nvPr>
        </p:nvSpPr>
        <p:spPr>
          <a:xfrm>
            <a:off x="397795" y="-3497179"/>
            <a:ext cx="10658475" cy="3452361"/>
          </a:xfrm>
        </p:spPr>
        <p:txBody>
          <a:bodyPr/>
          <a:lstStyle>
            <a:lvl1pPr>
              <a:defRPr>
                <a:solidFill>
                  <a:srgbClr val="E6E6E6"/>
                </a:solidFill>
              </a:defRPr>
            </a:lvl1pPr>
          </a:lstStyle>
          <a:p>
            <a:r>
              <a:rPr lang="en-US" sz="2800" noProof="0"/>
              <a:t>Insights you can act on. Founded in 1976, CGI is among the largest IT and business consulting services firms in the world.</a:t>
            </a:r>
            <a:br>
              <a:rPr lang="en-US" sz="2800" noProof="0"/>
            </a:br>
            <a:br>
              <a:rPr lang="en-US" sz="2800" noProof="0"/>
            </a:br>
            <a:r>
              <a:rPr lang="en-US" sz="2800" noProof="0"/>
              <a:t>We are insights-driven and outcomes-based to help accelerate returns on your investments. Across hundreds of locations worldwide, we provide comprehensive, scalable and sustainable IT and business consulting services that are informed globally and delivered locally.</a:t>
            </a:r>
          </a:p>
        </p:txBody>
      </p:sp>
      <p:sp>
        <p:nvSpPr>
          <p:cNvPr id="5" name="TextBox 4">
            <a:extLst>
              <a:ext uri="{FF2B5EF4-FFF2-40B4-BE49-F238E27FC236}">
                <a16:creationId xmlns:a16="http://schemas.microsoft.com/office/drawing/2014/main" id="{056F8F7F-95BE-A79F-1143-BCA981115B28}"/>
              </a:ext>
            </a:extLst>
          </p:cNvPr>
          <p:cNvSpPr txBox="1">
            <a:spLocks/>
          </p:cNvSpPr>
          <p:nvPr userDrawn="1"/>
        </p:nvSpPr>
        <p:spPr>
          <a:xfrm>
            <a:off x="740664" y="621792"/>
            <a:ext cx="6080760" cy="2862072"/>
          </a:xfrm>
          <a:prstGeom prst="rect">
            <a:avLst/>
          </a:prstGeom>
          <a:ln>
            <a:noFill/>
          </a:ln>
        </p:spPr>
        <p:txBody>
          <a:bodyPr vert="horz" wrap="square" lIns="0" tIns="0" rIns="0" bIns="0" rtlCol="0" anchor="b" anchorCtr="0">
            <a:noAutofit/>
          </a:bodyPr>
          <a:lstStyle/>
          <a:p>
            <a:pPr algn="l">
              <a:lnSpc>
                <a:spcPct val="80000"/>
              </a:lnSpc>
            </a:pPr>
            <a:r>
              <a:rPr lang="en-US" sz="6000" noProof="0"/>
              <a:t>Insights you </a:t>
            </a:r>
            <a:br>
              <a:rPr lang="en-US" sz="6000" noProof="0"/>
            </a:br>
            <a:r>
              <a:rPr lang="en-US" sz="6000" noProof="0"/>
              <a:t>can act on</a:t>
            </a:r>
          </a:p>
        </p:txBody>
      </p:sp>
      <p:sp>
        <p:nvSpPr>
          <p:cNvPr id="2" name="TextBox 1">
            <a:extLst>
              <a:ext uri="{FF2B5EF4-FFF2-40B4-BE49-F238E27FC236}">
                <a16:creationId xmlns:a16="http://schemas.microsoft.com/office/drawing/2014/main" id="{49E263F4-A59C-0AAB-130B-605830B3CE86}"/>
              </a:ext>
            </a:extLst>
          </p:cNvPr>
          <p:cNvSpPr txBox="1">
            <a:spLocks/>
          </p:cNvSpPr>
          <p:nvPr userDrawn="1"/>
        </p:nvSpPr>
        <p:spPr>
          <a:xfrm>
            <a:off x="768096" y="3730752"/>
            <a:ext cx="6089904" cy="2020824"/>
          </a:xfrm>
          <a:prstGeom prst="rect">
            <a:avLst/>
          </a:prstGeom>
        </p:spPr>
        <p:txBody>
          <a:bodyPr vert="horz" wrap="square" lIns="0" tIns="0" rIns="0" bIns="0" rtlCol="0" anchor="t" anchorCtr="0">
            <a:normAutofit/>
          </a:bodyPr>
          <a:lstStyle/>
          <a:p>
            <a:r>
              <a:rPr lang="en-US" sz="1600" noProof="0" dirty="0"/>
              <a:t>Founded in 1976, CGI is among the largest IT and business consulting services firms in the world.</a:t>
            </a:r>
          </a:p>
          <a:p>
            <a:endParaRPr lang="en-US" sz="1600"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dirty="0"/>
              <a:t>We are insights-driven and outcomes-focused to help accelerate returns on your investments. Across hundreds of locations worldwide, we provide comprehensive, scalable and sustainable </a:t>
            </a:r>
            <a:br>
              <a:rPr lang="en-US" sz="1600" noProof="0" dirty="0"/>
            </a:br>
            <a:r>
              <a:rPr lang="en-US" sz="1600" noProof="0" dirty="0"/>
              <a:t>IT and business consulting services that are informed globally </a:t>
            </a:r>
            <a:br>
              <a:rPr lang="en-US" sz="1600" noProof="0" dirty="0"/>
            </a:br>
            <a:r>
              <a:rPr lang="en-US" sz="1600" noProof="0" dirty="0"/>
              <a:t>and delivered locally.</a:t>
            </a:r>
          </a:p>
          <a:p>
            <a:pPr algn="l"/>
            <a:endParaRPr lang="en-US" sz="1600" noProof="0" dirty="0"/>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8310FF9F-E094-3A43-0544-57A6C89432AA}"/>
              </a:ext>
            </a:extLst>
          </p:cNvPr>
          <p:cNvSpPr>
            <a:spLocks noGrp="1"/>
          </p:cNvSpPr>
          <p:nvPr>
            <p:ph type="ftr" sz="quarter" idx="13"/>
          </p:nvPr>
        </p:nvSpPr>
        <p:spPr/>
        <p:txBody>
          <a:bodyPr/>
          <a:lstStyle/>
          <a:p>
            <a:endParaRPr lang="en-US" noProof="0"/>
          </a:p>
        </p:txBody>
      </p:sp>
      <p:sp>
        <p:nvSpPr>
          <p:cNvPr id="4" name="TextBox 3">
            <a:extLst>
              <a:ext uri="{FF2B5EF4-FFF2-40B4-BE49-F238E27FC236}">
                <a16:creationId xmlns:a16="http://schemas.microsoft.com/office/drawing/2014/main" id="{0C57FE94-C0F6-6B34-3783-4C7D2A79BC72}"/>
              </a:ext>
            </a:extLst>
          </p:cNvPr>
          <p:cNvSpPr txBox="1">
            <a:spLocks/>
          </p:cNvSpPr>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6" name="Slide Number Placeholder 7">
            <a:extLst>
              <a:ext uri="{FF2B5EF4-FFF2-40B4-BE49-F238E27FC236}">
                <a16:creationId xmlns:a16="http://schemas.microsoft.com/office/drawing/2014/main" id="{34BF6578-924E-900F-FBB2-D851251DEFBD}"/>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884460317"/>
      </p:ext>
    </p:extLst>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losing slide – Preset About CGI">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60A1F69-B5CC-5702-52E4-2ADAE4CEA12F}"/>
              </a:ext>
            </a:extLst>
          </p:cNvPr>
          <p:cNvSpPr>
            <a:spLocks noGrp="1"/>
          </p:cNvSpPr>
          <p:nvPr>
            <p:ph type="title" hasCustomPrompt="1"/>
          </p:nvPr>
        </p:nvSpPr>
        <p:spPr>
          <a:xfrm>
            <a:off x="821072" y="-1203159"/>
            <a:ext cx="10658475" cy="1148295"/>
          </a:xfrm>
        </p:spPr>
        <p:txBody>
          <a:bodyPr>
            <a:noAutofit/>
          </a:bodyPr>
          <a:lstStyle>
            <a:lvl1pPr>
              <a:defRPr sz="1200" b="0">
                <a:solidFill>
                  <a:srgbClr val="E6E6E6"/>
                </a:solidFill>
              </a:defRPr>
            </a:lvl1pPr>
          </a:lstStyle>
          <a:p>
            <a:pPr algn="l"/>
            <a:r>
              <a:rPr lang="en-US" b="0" noProof="0">
                <a:solidFill>
                  <a:srgbClr val="E6E6E6"/>
                </a:solidFill>
              </a:rPr>
              <a:t>About CGI </a:t>
            </a:r>
            <a:br>
              <a:rPr lang="en-US" b="0" noProof="0">
                <a:solidFill>
                  <a:srgbClr val="E6E6E6"/>
                </a:solidFill>
              </a:rPr>
            </a:br>
            <a:r>
              <a:rPr lang="en-US" b="0" noProof="0">
                <a:solidFill>
                  <a:srgbClr val="E6E6E6"/>
                </a:solidFill>
              </a:rPr>
              <a:t>Insights you can act on</a:t>
            </a:r>
            <a:br>
              <a:rPr lang="en-US" b="0" noProof="0">
                <a:solidFill>
                  <a:srgbClr val="E6E6E6"/>
                </a:solidFill>
              </a:rPr>
            </a:br>
            <a:r>
              <a:rPr lang="en-US" b="0" noProof="0">
                <a:solidFill>
                  <a:srgbClr val="E6E6E6"/>
                </a:solidFill>
              </a:rPr>
              <a:t>Founded in 1976, CGI is among the largest IT and business consulting services firms in the world.</a:t>
            </a:r>
            <a:br>
              <a:rPr lang="en-US" b="0" noProof="0">
                <a:solidFill>
                  <a:srgbClr val="E6E6E6"/>
                </a:solidFill>
              </a:rPr>
            </a:br>
            <a:r>
              <a:rPr lang="en-US" b="0" noProof="0">
                <a:solidFill>
                  <a:srgbClr val="E6E6E6"/>
                </a:solidFill>
              </a:rPr>
              <a:t>We are insights-driven and outcomes-based to help accelerate returns on your investments. Across hundreds of locations worldwide, we provide comprehensive, scalable and sustainable IT and business consulting services that are informed globally and delivered locally.</a:t>
            </a:r>
            <a:br>
              <a:rPr lang="en-US" b="0" noProof="0">
                <a:solidFill>
                  <a:srgbClr val="E6E6E6"/>
                </a:solidFill>
              </a:rPr>
            </a:br>
            <a:r>
              <a:rPr lang="en-US" b="0" noProof="0">
                <a:solidFill>
                  <a:srgbClr val="E6E6E6"/>
                </a:solidFill>
              </a:rPr>
              <a:t>cgi.com</a:t>
            </a:r>
            <a:br>
              <a:rPr lang="en-US" b="0" noProof="0">
                <a:solidFill>
                  <a:srgbClr val="E6E6E6"/>
                </a:solidFill>
              </a:rPr>
            </a:br>
            <a:endParaRPr lang="en-US" b="0" noProof="0">
              <a:solidFill>
                <a:srgbClr val="E6E6E6"/>
              </a:solidFill>
            </a:endParaRPr>
          </a:p>
        </p:txBody>
      </p:sp>
      <p:sp>
        <p:nvSpPr>
          <p:cNvPr id="2" name="TextBox 1">
            <a:extLst>
              <a:ext uri="{FF2B5EF4-FFF2-40B4-BE49-F238E27FC236}">
                <a16:creationId xmlns:a16="http://schemas.microsoft.com/office/drawing/2014/main" id="{4B3C3E2A-4A56-B0A7-0B73-15E80F6D3BDB}"/>
              </a:ext>
            </a:extLst>
          </p:cNvPr>
          <p:cNvSpPr txBox="1"/>
          <p:nvPr userDrawn="1"/>
        </p:nvSpPr>
        <p:spPr>
          <a:xfrm>
            <a:off x="766763" y="3282696"/>
            <a:ext cx="4608576" cy="320040"/>
          </a:xfrm>
          <a:prstGeom prst="rect">
            <a:avLst/>
          </a:prstGeom>
        </p:spPr>
        <p:txBody>
          <a:bodyPr vert="horz" wrap="square" lIns="0" tIns="0" rIns="0" bIns="0" rtlCol="0" anchor="t" anchorCtr="0">
            <a:normAutofit/>
          </a:bodyPr>
          <a:lstStyle/>
          <a:p>
            <a:pPr algn="l"/>
            <a:r>
              <a:rPr lang="en-US" b="1" noProof="0">
                <a:solidFill>
                  <a:srgbClr val="E31937"/>
                </a:solidFill>
              </a:rPr>
              <a:t>About CGI</a:t>
            </a:r>
          </a:p>
        </p:txBody>
      </p:sp>
      <p:sp>
        <p:nvSpPr>
          <p:cNvPr id="8" name="TextBox 7">
            <a:extLst>
              <a:ext uri="{FF2B5EF4-FFF2-40B4-BE49-F238E27FC236}">
                <a16:creationId xmlns:a16="http://schemas.microsoft.com/office/drawing/2014/main" id="{7B2627C1-E12E-A20D-EBCC-1D0135C82DE2}"/>
              </a:ext>
            </a:extLst>
          </p:cNvPr>
          <p:cNvSpPr txBox="1"/>
          <p:nvPr userDrawn="1"/>
        </p:nvSpPr>
        <p:spPr>
          <a:xfrm>
            <a:off x="766762" y="3858768"/>
            <a:ext cx="4608513" cy="2231136"/>
          </a:xfrm>
          <a:prstGeom prst="rect">
            <a:avLst/>
          </a:prstGeom>
        </p:spPr>
        <p:txBody>
          <a:bodyPr vert="horz" wrap="square" lIns="0" tIns="0" rIns="0" bIns="0" rtlCol="0" anchor="t" anchorCtr="0">
            <a:normAutofit/>
          </a:bodyPr>
          <a:lstStyle/>
          <a:p>
            <a:pPr>
              <a:lnSpc>
                <a:spcPct val="110000"/>
              </a:lnSpc>
              <a:spcBef>
                <a:spcPts val="500"/>
              </a:spcBef>
            </a:pPr>
            <a:r>
              <a:rPr lang="en-US" sz="1200" b="1" noProof="0" dirty="0"/>
              <a:t>Insights you can act on</a:t>
            </a:r>
          </a:p>
          <a:p>
            <a:pPr>
              <a:lnSpc>
                <a:spcPct val="110000"/>
              </a:lnSpc>
              <a:spcBef>
                <a:spcPts val="500"/>
              </a:spcBef>
              <a:spcAft>
                <a:spcPts val="600"/>
              </a:spcAft>
            </a:pPr>
            <a:r>
              <a:rPr lang="en-US" sz="1200" noProof="0" dirty="0"/>
              <a:t>Founded in 1976, CGI is among the largest IT and business consulting services firms in the world.</a:t>
            </a:r>
          </a:p>
          <a:p>
            <a:pPr marL="0" marR="0" indent="0" algn="l" defTabSz="914400" rtl="0" eaLnBrk="1" fontAlgn="auto" latinLnBrk="0" hangingPunct="1">
              <a:lnSpc>
                <a:spcPct val="110000"/>
              </a:lnSpc>
              <a:spcBef>
                <a:spcPts val="500"/>
              </a:spcBef>
              <a:spcAft>
                <a:spcPts val="600"/>
              </a:spcAft>
              <a:buClrTx/>
              <a:buSzTx/>
              <a:buFontTx/>
              <a:buNone/>
              <a:tabLst/>
              <a:defRPr/>
            </a:pPr>
            <a:r>
              <a:rPr lang="en-US" sz="1200" noProof="0" dirty="0"/>
              <a:t>We are insights-driven and outcomes-focused to help accelerate returns on your investments. Across hundreds of locations worldwide, we provide comprehensive, scalable and sustainable </a:t>
            </a:r>
            <a:br>
              <a:rPr lang="en-US" sz="1200" noProof="0" dirty="0"/>
            </a:br>
            <a:r>
              <a:rPr lang="en-US" sz="1200" noProof="0" dirty="0"/>
              <a:t>IT and business consulting services that are informed globally and delivered locally.</a:t>
            </a:r>
          </a:p>
          <a:p>
            <a:pPr>
              <a:lnSpc>
                <a:spcPct val="110000"/>
              </a:lnSpc>
              <a:spcBef>
                <a:spcPts val="500"/>
              </a:spcBef>
              <a:spcAft>
                <a:spcPts val="600"/>
              </a:spcAft>
            </a:pPr>
            <a:r>
              <a:rPr lang="en-US" sz="1200" b="1" noProof="0" dirty="0" err="1"/>
              <a:t>cgi.com</a:t>
            </a:r>
            <a:endParaRPr lang="en-US" sz="1200" b="1" noProof="0" dirty="0"/>
          </a:p>
        </p:txBody>
      </p:sp>
      <p:pic>
        <p:nvPicPr>
          <p:cNvPr id="7" name="Image 6" descr="CGI Inc. logo">
            <a:extLst>
              <a:ext uri="{FF2B5EF4-FFF2-40B4-BE49-F238E27FC236}">
                <a16:creationId xmlns:a16="http://schemas.microsoft.com/office/drawing/2014/main" id="{626F09B8-6289-D048-8199-4C52FCE2640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95BF8B7B-FCFC-45CF-773C-C0190909605C}"/>
              </a:ext>
            </a:extLst>
          </p:cNvPr>
          <p:cNvSpPr>
            <a:spLocks noGrp="1"/>
          </p:cNvSpPr>
          <p:nvPr>
            <p:ph type="ftr" sz="quarter" idx="13"/>
          </p:nvPr>
        </p:nvSpPr>
        <p:spPr/>
        <p:txBody>
          <a:bodyPr/>
          <a:lstStyle/>
          <a:p>
            <a:endParaRPr lang="en-US" noProof="0"/>
          </a:p>
        </p:txBody>
      </p:sp>
      <p:sp>
        <p:nvSpPr>
          <p:cNvPr id="4" name="TextBox 3">
            <a:extLst>
              <a:ext uri="{FF2B5EF4-FFF2-40B4-BE49-F238E27FC236}">
                <a16:creationId xmlns:a16="http://schemas.microsoft.com/office/drawing/2014/main" id="{34BB9D9E-BEEE-51E3-062F-07D099B91776}"/>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5" name="Slide Number Placeholder 7">
            <a:extLst>
              <a:ext uri="{FF2B5EF4-FFF2-40B4-BE49-F238E27FC236}">
                <a16:creationId xmlns:a16="http://schemas.microsoft.com/office/drawing/2014/main" id="{B5806568-20EF-02F7-9776-193BEBDD3B43}"/>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183648596"/>
      </p:ext>
    </p:extLst>
  </p:cSld>
  <p:clrMapOvr>
    <a:masterClrMapping/>
  </p:clrMapOv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Read Only - End of slide layouts">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t" anchorCtr="0">
            <a:normAutofit/>
          </a:bodyPr>
          <a:lstStyle/>
          <a:p>
            <a:pPr algn="ctr"/>
            <a:endParaRPr lang="en-US" sz="34400">
              <a:solidFill>
                <a:schemeClr val="bg1"/>
              </a:solidFill>
            </a:endParaRPr>
          </a:p>
        </p:txBody>
      </p:sp>
    </p:spTree>
    <p:extLst>
      <p:ext uri="{BB962C8B-B14F-4D97-AF65-F5344CB8AC3E}">
        <p14:creationId xmlns:p14="http://schemas.microsoft.com/office/powerpoint/2010/main" val="3094766710"/>
      </p:ext>
    </p:extLst>
  </p:cSld>
  <p:clrMapOvr>
    <a:masterClrMapping/>
  </p:clrMapOvr>
  <p:transition/>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0618230"/>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theme" Target="../theme/theme1.xml"/><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6763" y="682514"/>
            <a:ext cx="10658475" cy="532765"/>
          </a:xfrm>
          <a:prstGeom prst="rect">
            <a:avLst/>
          </a:prstGeom>
        </p:spPr>
        <p:txBody>
          <a:bodyPr vert="horz" lIns="0" tIns="0" rIns="0" bIns="0" rtlCol="0" anchor="t" anchorCtr="0">
            <a:noAutofit/>
          </a:bodyPr>
          <a:lstStyle/>
          <a:p>
            <a:endParaRPr lang="en-US" noProof="0"/>
          </a:p>
        </p:txBody>
      </p:sp>
      <p:sp>
        <p:nvSpPr>
          <p:cNvPr id="7" name="Text Placeholder 6">
            <a:extLst>
              <a:ext uri="{FF2B5EF4-FFF2-40B4-BE49-F238E27FC236}">
                <a16:creationId xmlns:a16="http://schemas.microsoft.com/office/drawing/2014/main" id="{EAA6994A-D67A-D275-E6E1-A9066A768579}"/>
              </a:ext>
            </a:extLst>
          </p:cNvPr>
          <p:cNvSpPr>
            <a:spLocks noGrp="1"/>
          </p:cNvSpPr>
          <p:nvPr>
            <p:ph type="body" idx="1"/>
          </p:nvPr>
        </p:nvSpPr>
        <p:spPr>
          <a:xfrm>
            <a:off x="768096" y="1527048"/>
            <a:ext cx="10661904" cy="4562856"/>
          </a:xfrm>
          <a:prstGeom prst="rect">
            <a:avLst/>
          </a:prstGeom>
        </p:spPr>
        <p:txBody>
          <a:bodyPr vert="horz" lIns="0" tIns="0" rIns="0" bIns="0" rtlCol="0">
            <a:noAutofit/>
          </a:bodyPr>
          <a:lstStyle/>
          <a:p>
            <a:pPr lvl="0"/>
            <a:r>
              <a:rPr lang="fr-CA" noProof="0"/>
              <a:t>Cliquez pour modifier les styles du texte du masque</a:t>
            </a:r>
          </a:p>
          <a:p>
            <a:pPr lvl="1"/>
            <a:r>
              <a:rPr lang="fr-CA" noProof="0"/>
              <a:t>Deuxième niveau</a:t>
            </a:r>
          </a:p>
          <a:p>
            <a:pPr lvl="2"/>
            <a:r>
              <a:rPr lang="fr-CA" noProof="0"/>
              <a:t>Troisième niveau</a:t>
            </a:r>
          </a:p>
          <a:p>
            <a:pPr lvl="3"/>
            <a:r>
              <a:rPr lang="fr-CA" noProof="0"/>
              <a:t>Quatrième niveau</a:t>
            </a:r>
          </a:p>
          <a:p>
            <a:pPr lvl="4"/>
            <a:r>
              <a:rPr lang="fr-CA" noProof="0"/>
              <a:t>Cinquième niveau</a:t>
            </a:r>
            <a:endParaRPr lang="en-US" noProof="0"/>
          </a:p>
        </p:txBody>
      </p:sp>
      <p:sp>
        <p:nvSpPr>
          <p:cNvPr id="5" name="TextBox 4">
            <a:extLst>
              <a:ext uri="{FF2B5EF4-FFF2-40B4-BE49-F238E27FC236}">
                <a16:creationId xmlns:a16="http://schemas.microsoft.com/office/drawing/2014/main" id="{2028125A-CE44-EA24-6422-3D620A31D93E}"/>
              </a:ext>
            </a:extLst>
          </p:cNvPr>
          <p:cNvSpPr txBox="1"/>
          <p:nvPr userDrawn="1"/>
        </p:nvSpPr>
        <p:spPr>
          <a:xfrm>
            <a:off x="768096" y="6364224"/>
            <a:ext cx="2743200" cy="137160"/>
          </a:xfrm>
          <a:prstGeom prst="rect">
            <a:avLst/>
          </a:prstGeom>
        </p:spPr>
        <p:txBody>
          <a:bodyPr vert="horz" wrap="square" lIns="0" tIns="0" rIns="0" bIns="0" rtlCol="0" anchor="t" anchorCtr="0">
            <a:noAutofit/>
          </a:bodyPr>
          <a:lstStyle/>
          <a:p>
            <a:r>
              <a:rPr lang="en-US" sz="900" dirty="0"/>
              <a:t>© 2026 CGI Inc.</a:t>
            </a:r>
            <a:endParaRPr lang="en-CA" sz="900" dirty="0"/>
          </a:p>
        </p:txBody>
      </p:sp>
      <p:sp>
        <p:nvSpPr>
          <p:cNvPr id="8" name="TextBox 7">
            <a:extLst>
              <a:ext uri="{FF2B5EF4-FFF2-40B4-BE49-F238E27FC236}">
                <a16:creationId xmlns:a16="http://schemas.microsoft.com/office/drawing/2014/main" id="{BB57DA4E-FDAF-661C-4EF2-19948FE7A37A}"/>
              </a:ext>
            </a:extLst>
          </p:cNvPr>
          <p:cNvSpPr txBox="1"/>
          <p:nvPr>
            <p:extLst>
              <p:ext uri="{1162E1C5-73C7-4A58-AE30-91384D911F3F}">
                <p184:classification xmlns:p184="http://schemas.microsoft.com/office/powerpoint/2018/4/main" val="ftr"/>
              </p:ext>
            </p:extLst>
          </p:nvPr>
        </p:nvSpPr>
        <p:spPr>
          <a:xfrm>
            <a:off x="5905500" y="6365240"/>
            <a:ext cx="412750" cy="137160"/>
          </a:xfrm>
          <a:prstGeom prst="rect">
            <a:avLst/>
          </a:prstGeom>
        </p:spPr>
        <p:txBody>
          <a:bodyPr horzOverflow="overflow" lIns="0" tIns="0" rIns="0" bIns="0">
            <a:spAutoFit/>
          </a:bodyPr>
          <a:lstStyle/>
          <a:p>
            <a:pPr algn="l"/>
            <a:r>
              <a:rPr lang="en-US" sz="900">
                <a:solidFill>
                  <a:srgbClr val="000000"/>
                </a:solidFill>
                <a:latin typeface="Arial" panose="020B0604020202020204" pitchFamily="34" charset="0"/>
                <a:cs typeface="Arial" panose="020B0604020202020204" pitchFamily="34" charset="0"/>
              </a:rPr>
              <a:t>Internal</a:t>
            </a:r>
          </a:p>
        </p:txBody>
      </p:sp>
      <p:sp>
        <p:nvSpPr>
          <p:cNvPr id="4" name="TextBox 3">
            <a:extLst>
              <a:ext uri="{FF2B5EF4-FFF2-40B4-BE49-F238E27FC236}">
                <a16:creationId xmlns:a16="http://schemas.microsoft.com/office/drawing/2014/main" id="{46CD75ED-04E3-1615-7A72-5844C3E4AD65}"/>
              </a:ext>
              <a:ext uri="{C183D7F6-B498-43B3-948B-1728B52AA6E4}">
                <adec:decorative xmlns:adec="http://schemas.microsoft.com/office/drawing/2017/decorative" val="1"/>
              </a:ext>
            </a:extLst>
          </p:cNvPr>
          <p:cNvSpPr txBox="1"/>
          <p:nvPr userDrawn="1"/>
        </p:nvSpPr>
        <p:spPr>
          <a:xfrm>
            <a:off x="11164824" y="6364224"/>
            <a:ext cx="265176" cy="137160"/>
          </a:xfrm>
          <a:prstGeom prst="rect">
            <a:avLst/>
          </a:prstGeom>
        </p:spPr>
        <p:txBody>
          <a:bodyPr vert="horz" wrap="square" lIns="0" tIns="0" rIns="0" bIns="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5A3C56-E491-49B2-93F3-63532DF516BC}" type="slidenum">
              <a:rPr lang="en-US" sz="900" noProof="0" smtClean="0"/>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900" noProof="0"/>
          </a:p>
          <a:p>
            <a:pPr algn="l"/>
            <a:endParaRPr lang="en-US" sz="900" noProof="0"/>
          </a:p>
        </p:txBody>
      </p:sp>
      <p:sp>
        <p:nvSpPr>
          <p:cNvPr id="6" name="Footer Placeholder 5">
            <a:extLst>
              <a:ext uri="{FF2B5EF4-FFF2-40B4-BE49-F238E27FC236}">
                <a16:creationId xmlns:a16="http://schemas.microsoft.com/office/drawing/2014/main" id="{F909B625-DA2A-6A9C-1194-02961B28B8CC}"/>
              </a:ext>
              <a:ext uri="{C183D7F6-B498-43B3-948B-1728B52AA6E4}">
                <adec:decorative xmlns:adec="http://schemas.microsoft.com/office/drawing/2017/decorative" val="1"/>
              </a:ext>
            </a:extLst>
          </p:cNvPr>
          <p:cNvSpPr>
            <a:spLocks noGrp="1"/>
          </p:cNvSpPr>
          <p:nvPr>
            <p:ph type="ftr" sz="quarter" idx="3"/>
          </p:nvPr>
        </p:nvSpPr>
        <p:spPr>
          <a:xfrm>
            <a:off x="4038600" y="6967728"/>
            <a:ext cx="4114800" cy="137160"/>
          </a:xfrm>
          <a:prstGeom prst="rect">
            <a:avLst/>
          </a:prstGeom>
        </p:spPr>
        <p:txBody>
          <a:bodyPr vert="horz" lIns="0" tIns="0" rIns="0" bIns="0" rtlCol="0" anchor="t" anchorCtr="0"/>
          <a:lstStyle>
            <a:lvl1pPr algn="ctr">
              <a:defRPr sz="900">
                <a:solidFill>
                  <a:srgbClr val="E6E6E6"/>
                </a:solidFill>
              </a:defRPr>
            </a:lvl1pPr>
          </a:lstStyle>
          <a:p>
            <a:endParaRPr lang="en-US" noProof="0"/>
          </a:p>
        </p:txBody>
      </p:sp>
      <p:sp>
        <p:nvSpPr>
          <p:cNvPr id="90" name="Slide Number Placeholder">
            <a:extLst>
              <a:ext uri="{C183D7F6-B498-43B3-948B-1728B52AA6E4}">
                <adec:decorative xmlns:adec="http://schemas.microsoft.com/office/drawing/2017/decorative" val="1"/>
              </a:ext>
            </a:extLst>
          </p:cNvPr>
          <p:cNvSpPr>
            <a:spLocks noGrp="1"/>
          </p:cNvSpPr>
          <p:nvPr>
            <p:ph type="sldNum" sz="quarter" idx="4"/>
          </p:nvPr>
        </p:nvSpPr>
        <p:spPr>
          <a:xfrm>
            <a:off x="11162244" y="6967728"/>
            <a:ext cx="261660" cy="137160"/>
          </a:xfrm>
          <a:prstGeom prst="rect">
            <a:avLst/>
          </a:prstGeom>
        </p:spPr>
        <p:txBody>
          <a:bodyPr wrap="square" lIns="0" tIns="0" rIns="0" bIns="0" anchor="t"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675926287"/>
      </p:ext>
    </p:extLst>
  </p:cSld>
  <p:clrMap bg1="lt1" tx1="dk1" bg2="lt2" tx2="dk2" accent1="accent1" accent2="accent2" accent3="accent3" accent4="accent4" accent5="accent5" accent6="accent6" hlink="hlink" folHlink="folHlink"/>
  <p:sldLayoutIdLst>
    <p:sldLayoutId id="2147484318" r:id="rId1"/>
    <p:sldLayoutId id="2147484272" r:id="rId2"/>
    <p:sldLayoutId id="2147484273" r:id="rId3"/>
    <p:sldLayoutId id="2147484274" r:id="rId4"/>
    <p:sldLayoutId id="2147484329" r:id="rId5"/>
    <p:sldLayoutId id="2147484334" r:id="rId6"/>
    <p:sldLayoutId id="2147484086" r:id="rId7"/>
    <p:sldLayoutId id="2147484275" r:id="rId8"/>
    <p:sldLayoutId id="2147484229" r:id="rId9"/>
    <p:sldLayoutId id="2147484243" r:id="rId10"/>
    <p:sldLayoutId id="2147484234" r:id="rId11"/>
    <p:sldLayoutId id="2147484319" r:id="rId12"/>
    <p:sldLayoutId id="2147484148" r:id="rId13"/>
    <p:sldLayoutId id="2147484157" r:id="rId14"/>
    <p:sldLayoutId id="2147484158" r:id="rId15"/>
    <p:sldLayoutId id="2147484183" r:id="rId16"/>
    <p:sldLayoutId id="2147484160" r:id="rId17"/>
    <p:sldLayoutId id="2147484161" r:id="rId18"/>
    <p:sldLayoutId id="2147484244" r:id="rId19"/>
    <p:sldLayoutId id="2147484164" r:id="rId20"/>
    <p:sldLayoutId id="2147484156" r:id="rId21"/>
    <p:sldLayoutId id="2147484168" r:id="rId22"/>
    <p:sldLayoutId id="2147484163" r:id="rId23"/>
    <p:sldLayoutId id="2147484170" r:id="rId24"/>
    <p:sldLayoutId id="2147484172" r:id="rId25"/>
    <p:sldLayoutId id="2147484184" r:id="rId26"/>
    <p:sldLayoutId id="2147484151" r:id="rId27"/>
    <p:sldLayoutId id="2147484152" r:id="rId28"/>
    <p:sldLayoutId id="2147484155" r:id="rId29"/>
    <p:sldLayoutId id="2147484150" r:id="rId30"/>
    <p:sldLayoutId id="2147484153" r:id="rId31"/>
    <p:sldLayoutId id="2147484154" r:id="rId32"/>
    <p:sldLayoutId id="2147484179" r:id="rId33"/>
    <p:sldLayoutId id="2147484180" r:id="rId34"/>
    <p:sldLayoutId id="2147484181" r:id="rId35"/>
    <p:sldLayoutId id="2147484182" r:id="rId36"/>
    <p:sldLayoutId id="2147484162" r:id="rId37"/>
    <p:sldLayoutId id="2147484320" r:id="rId38"/>
    <p:sldLayoutId id="2147484271" r:id="rId39"/>
    <p:sldLayoutId id="2147484073" r:id="rId40"/>
    <p:sldLayoutId id="2147484246" r:id="rId41"/>
    <p:sldLayoutId id="2147484316" r:id="rId42"/>
    <p:sldLayoutId id="2147484079" r:id="rId43"/>
    <p:sldLayoutId id="2147484247" r:id="rId44"/>
    <p:sldLayoutId id="2147484080" r:id="rId45"/>
    <p:sldLayoutId id="2147484248" r:id="rId46"/>
    <p:sldLayoutId id="2147484081" r:id="rId47"/>
    <p:sldLayoutId id="2147484249" r:id="rId48"/>
    <p:sldLayoutId id="2147484082" r:id="rId49"/>
    <p:sldLayoutId id="2147484267" r:id="rId50"/>
    <p:sldLayoutId id="2147484321" r:id="rId51"/>
    <p:sldLayoutId id="2147484260" r:id="rId52"/>
    <p:sldLayoutId id="2147484265" r:id="rId53"/>
    <p:sldLayoutId id="2147484261" r:id="rId54"/>
    <p:sldLayoutId id="2147484044" r:id="rId55"/>
    <p:sldLayoutId id="2147484331" r:id="rId56"/>
    <p:sldLayoutId id="2147484332" r:id="rId57"/>
    <p:sldLayoutId id="2147484333" r:id="rId58"/>
    <p:sldLayoutId id="2147484262" r:id="rId59"/>
    <p:sldLayoutId id="2147484324" r:id="rId60"/>
    <p:sldLayoutId id="2147484263" r:id="rId61"/>
    <p:sldLayoutId id="2147484325" r:id="rId62"/>
    <p:sldLayoutId id="2147484264" r:id="rId63"/>
    <p:sldLayoutId id="2147484317" r:id="rId64"/>
    <p:sldLayoutId id="2147484146" r:id="rId65"/>
    <p:sldLayoutId id="2147484145" r:id="rId66"/>
    <p:sldLayoutId id="2147484219" r:id="rId67"/>
    <p:sldLayoutId id="2147484255" r:id="rId68"/>
    <p:sldLayoutId id="2147484256" r:id="rId69"/>
    <p:sldLayoutId id="2147484257" r:id="rId70"/>
    <p:sldLayoutId id="2147484266" r:id="rId71"/>
    <p:sldLayoutId id="2147484259" r:id="rId72"/>
    <p:sldLayoutId id="2147484322" r:id="rId73"/>
    <p:sldLayoutId id="2147484268" r:id="rId74"/>
    <p:sldLayoutId id="2147484270" r:id="rId75"/>
    <p:sldLayoutId id="2147484239" r:id="rId76"/>
    <p:sldLayoutId id="2147484251" r:id="rId77"/>
    <p:sldLayoutId id="2147484240" r:id="rId78"/>
    <p:sldLayoutId id="2147484253" r:id="rId79"/>
    <p:sldLayoutId id="2147484323" r:id="rId80"/>
    <p:sldLayoutId id="2147484326" r:id="rId81"/>
    <p:sldLayoutId id="2147484241" r:id="rId82"/>
    <p:sldLayoutId id="2147484252" r:id="rId83"/>
    <p:sldLayoutId id="2147484242" r:id="rId84"/>
    <p:sldLayoutId id="2147484327" r:id="rId85"/>
    <p:sldLayoutId id="2147484335" r:id="rId86"/>
  </p:sldLayoutIdLst>
  <p:transition/>
  <p:hf hdr="0" ftr="0"/>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spcBef>
          <a:spcPts val="500"/>
        </a:spcBef>
        <a:buFont typeface="Arial" pitchFamily="34" charset="0"/>
        <a:buNone/>
        <a:defRPr sz="2000" kern="1200">
          <a:solidFill>
            <a:schemeClr val="tx1"/>
          </a:solidFill>
          <a:latin typeface="+mn-lt"/>
          <a:ea typeface="+mn-ea"/>
          <a:cs typeface="+mn-cs"/>
        </a:defRPr>
      </a:lvl1pPr>
      <a:lvl2pPr marL="230188" indent="-230188" algn="l" defTabSz="914400" rtl="0" eaLnBrk="1" latinLnBrk="0" hangingPunct="1">
        <a:spcBef>
          <a:spcPts val="500"/>
        </a:spcBef>
        <a:buFont typeface="Arial" panose="020B0604020202020204" pitchFamily="34" charset="0"/>
        <a:buChar char="•"/>
        <a:defRPr sz="2000" kern="1200">
          <a:solidFill>
            <a:schemeClr val="tx1"/>
          </a:solidFill>
          <a:latin typeface="+mn-lt"/>
          <a:ea typeface="+mn-ea"/>
          <a:cs typeface="+mn-cs"/>
        </a:defRPr>
      </a:lvl2pPr>
      <a:lvl3pPr marL="574675" indent="-234950" algn="l" defTabSz="914400" rtl="0" eaLnBrk="1" latinLnBrk="0" hangingPunct="1">
        <a:spcBef>
          <a:spcPts val="500"/>
        </a:spcBef>
        <a:buFont typeface="Arial" panose="020B0604020202020204" pitchFamily="34" charset="0"/>
        <a:buChar char="–"/>
        <a:defRPr sz="1800" kern="1200">
          <a:solidFill>
            <a:schemeClr val="tx1"/>
          </a:solidFill>
          <a:latin typeface="+mn-lt"/>
          <a:ea typeface="+mn-ea"/>
          <a:cs typeface="+mn-cs"/>
        </a:defRPr>
      </a:lvl3pPr>
      <a:lvl4pPr marL="803275" indent="-230188" algn="l" defTabSz="914400" rtl="0" eaLnBrk="1" latinLnBrk="0" hangingPunct="1">
        <a:spcBef>
          <a:spcPts val="500"/>
        </a:spcBef>
        <a:buFont typeface="Wingdings" panose="05000000000000000000" pitchFamily="2" charset="2"/>
        <a:buChar char="§"/>
        <a:defRPr sz="1600" kern="1200">
          <a:solidFill>
            <a:schemeClr val="tx1"/>
          </a:solidFill>
          <a:latin typeface="+mn-lt"/>
          <a:ea typeface="+mn-ea"/>
          <a:cs typeface="+mn-cs"/>
        </a:defRPr>
      </a:lvl4pPr>
      <a:lvl5pPr marL="1025525" indent="-222250" algn="l" defTabSz="914400" rtl="0" eaLnBrk="1" latinLnBrk="0" hangingPunct="1">
        <a:spcBef>
          <a:spcPts val="500"/>
        </a:spcBef>
        <a:buFont typeface="Courier New" panose="02070309020205020404" pitchFamily="49" charset="0"/>
        <a:buChar char="o"/>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guide id="4" orient="horz" pos="3838">
          <p15:clr>
            <a:srgbClr val="F26B43"/>
          </p15:clr>
        </p15:guide>
        <p15:guide id="11" pos="7197">
          <p15:clr>
            <a:srgbClr val="F26B43"/>
          </p15:clr>
        </p15:guide>
        <p15:guide id="12" pos="7680">
          <p15:clr>
            <a:srgbClr val="F26B43"/>
          </p15:clr>
        </p15:guide>
        <p15:guide id="13" pos="6720">
          <p15:clr>
            <a:srgbClr val="F26B43"/>
          </p15:clr>
        </p15:guide>
        <p15:guide id="14" pos="6240" userDrawn="1">
          <p15:clr>
            <a:srgbClr val="F26B43"/>
          </p15:clr>
        </p15:guide>
        <p15:guide id="19">
          <p15:clr>
            <a:srgbClr val="F26B43"/>
          </p15:clr>
        </p15:guide>
        <p15:guide id="20" pos="480" userDrawn="1">
          <p15:clr>
            <a:srgbClr val="F26B43"/>
          </p15:clr>
        </p15:guide>
        <p15:guide id="22" orient="horz" pos="482">
          <p15:clr>
            <a:srgbClr val="F26B43"/>
          </p15:clr>
        </p15:guide>
        <p15:guide id="23" pos="5760" userDrawn="1">
          <p15:clr>
            <a:srgbClr val="F26B43"/>
          </p15:clr>
        </p15:guide>
        <p15:guide id="24" pos="5280" userDrawn="1">
          <p15:clr>
            <a:srgbClr val="F26B43"/>
          </p15:clr>
        </p15:guide>
        <p15:guide id="25" pos="4800" userDrawn="1">
          <p15:clr>
            <a:srgbClr val="F26B43"/>
          </p15:clr>
        </p15:guide>
        <p15:guide id="26" pos="4320" userDrawn="1">
          <p15:clr>
            <a:srgbClr val="F26B43"/>
          </p15:clr>
        </p15:guide>
        <p15:guide id="27" pos="3360" userDrawn="1">
          <p15:clr>
            <a:srgbClr val="F26B43"/>
          </p15:clr>
        </p15:guide>
        <p15:guide id="28" pos="2880" userDrawn="1">
          <p15:clr>
            <a:srgbClr val="F26B43"/>
          </p15:clr>
        </p15:guide>
        <p15:guide id="29" pos="2400" userDrawn="1">
          <p15:clr>
            <a:srgbClr val="F26B43"/>
          </p15:clr>
        </p15:guide>
        <p15:guide id="30" pos="1920" userDrawn="1">
          <p15:clr>
            <a:srgbClr val="F26B43"/>
          </p15:clr>
        </p15:guide>
        <p15:guide id="31" pos="1440" userDrawn="1">
          <p15:clr>
            <a:srgbClr val="F26B43"/>
          </p15:clr>
        </p15:guide>
        <p15:guide id="32" pos="960" userDrawn="1">
          <p15:clr>
            <a:srgbClr val="F26B43"/>
          </p15:clr>
        </p15:guide>
        <p15:guide id="33" orient="horz" pos="958"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3.xml.rels><?xml version="1.0" encoding="UTF-8" standalone="yes"?>
<Relationships xmlns="http://schemas.openxmlformats.org/package/2006/relationships"><Relationship Id="rId3" Type="http://schemas.openxmlformats.org/officeDocument/2006/relationships/hyperlink" Target="https://www.mphasis.com/home/thought-leadership/blog/mainframe-based-credit-card-products.html"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1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E859F390-FBE2-6883-1A31-EB10F38C116A}"/>
              </a:ext>
            </a:extLst>
          </p:cNvPr>
          <p:cNvSpPr>
            <a:spLocks noGrp="1"/>
          </p:cNvSpPr>
          <p:nvPr>
            <p:ph type="title"/>
          </p:nvPr>
        </p:nvSpPr>
        <p:spPr>
          <a:xfrm>
            <a:off x="768095" y="705600"/>
            <a:ext cx="6137530" cy="2907792"/>
          </a:xfrm>
        </p:spPr>
        <p:txBody>
          <a:bodyPr/>
          <a:lstStyle/>
          <a:p>
            <a:r>
              <a:rPr lang="en-US" dirty="0"/>
              <a:t>Test Data Generation</a:t>
            </a:r>
            <a:br>
              <a:rPr lang="en-US" dirty="0"/>
            </a:br>
            <a:r>
              <a:rPr lang="en-US" dirty="0"/>
              <a:t>with Claude Code</a:t>
            </a:r>
            <a:br>
              <a:rPr lang="en-US" dirty="0"/>
            </a:br>
            <a:r>
              <a:rPr lang="en-US" sz="2200" dirty="0">
                <a:latin typeface="+mn-lt"/>
                <a:ea typeface="+mn-ea"/>
                <a:cs typeface="+mn-cs"/>
              </a:rPr>
              <a:t>Day-Over-Day Synthetic Test Data</a:t>
            </a:r>
            <a:endParaRPr lang="en-US" dirty="0"/>
          </a:p>
        </p:txBody>
      </p:sp>
      <p:sp>
        <p:nvSpPr>
          <p:cNvPr id="3" name="Text Placeholder 2">
            <a:extLst>
              <a:ext uri="{FF2B5EF4-FFF2-40B4-BE49-F238E27FC236}">
                <a16:creationId xmlns:a16="http://schemas.microsoft.com/office/drawing/2014/main" id="{8370344E-4C05-767D-1089-30E57918AF57}"/>
              </a:ext>
            </a:extLst>
          </p:cNvPr>
          <p:cNvSpPr>
            <a:spLocks noGrp="1"/>
          </p:cNvSpPr>
          <p:nvPr>
            <p:ph type="body" sz="quarter" idx="14"/>
          </p:nvPr>
        </p:nvSpPr>
        <p:spPr>
          <a:xfrm>
            <a:off x="766763" y="4173805"/>
            <a:ext cx="4698710" cy="765270"/>
          </a:xfrm>
        </p:spPr>
        <p:txBody>
          <a:bodyPr/>
          <a:lstStyle/>
          <a:p>
            <a:r>
              <a:rPr lang="en-CA" dirty="0"/>
              <a:t>Frederick Ferguson, CGI DCS</a:t>
            </a:r>
          </a:p>
          <a:p>
            <a:r>
              <a:rPr lang="en-CA" dirty="0"/>
              <a:t>April 2026</a:t>
            </a:r>
            <a:endParaRPr lang="en-US" dirty="0"/>
          </a:p>
        </p:txBody>
      </p:sp>
      <p:pic>
        <p:nvPicPr>
          <p:cNvPr id="6" name="Picture Placeholder 5">
            <a:extLst>
              <a:ext uri="{FF2B5EF4-FFF2-40B4-BE49-F238E27FC236}">
                <a16:creationId xmlns:a16="http://schemas.microsoft.com/office/drawing/2014/main" id="{D08668FE-93FD-124C-3EFE-5577A452613A}"/>
              </a:ext>
              <a:ext uri="{C183D7F6-B498-43B3-948B-1728B52AA6E4}">
                <adec:decorative xmlns:adec="http://schemas.microsoft.com/office/drawing/2017/decorative" val="1"/>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a:stretch/>
        </p:blipFill>
        <p:spPr>
          <a:xfrm>
            <a:off x="6097588" y="765175"/>
            <a:ext cx="5330952" cy="5330952"/>
          </a:xfrm>
        </p:spPr>
      </p:pic>
    </p:spTree>
    <p:extLst>
      <p:ext uri="{BB962C8B-B14F-4D97-AF65-F5344CB8AC3E}">
        <p14:creationId xmlns:p14="http://schemas.microsoft.com/office/powerpoint/2010/main" val="182987902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1F564-53FD-E6BE-88EA-0125DA61EA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BF074-53B1-BBC3-0015-CCB6658213F6}"/>
              </a:ext>
            </a:extLst>
          </p:cNvPr>
          <p:cNvSpPr>
            <a:spLocks noGrp="1"/>
          </p:cNvSpPr>
          <p:nvPr>
            <p:ph type="title"/>
          </p:nvPr>
        </p:nvSpPr>
        <p:spPr>
          <a:xfrm>
            <a:off x="766763" y="682514"/>
            <a:ext cx="10658475" cy="532765"/>
          </a:xfrm>
          <a:noFill/>
        </p:spPr>
        <p:txBody>
          <a:bodyPr/>
          <a:lstStyle/>
          <a:p>
            <a:r>
              <a:rPr lang="en-US" noProof="0" dirty="0"/>
              <a:t>Temporal Test Data Generator (</a:t>
            </a:r>
            <a:r>
              <a:rPr lang="en-US" noProof="0" dirty="0" err="1"/>
              <a:t>TDGen</a:t>
            </a:r>
            <a:r>
              <a:rPr lang="en-US" noProof="0" dirty="0"/>
              <a:t>)</a:t>
            </a:r>
          </a:p>
        </p:txBody>
      </p:sp>
      <p:sp>
        <p:nvSpPr>
          <p:cNvPr id="3" name="Content Placeholder 2">
            <a:extLst>
              <a:ext uri="{FF2B5EF4-FFF2-40B4-BE49-F238E27FC236}">
                <a16:creationId xmlns:a16="http://schemas.microsoft.com/office/drawing/2014/main" id="{67727705-665E-6A05-A101-9EFE45C280F9}"/>
              </a:ext>
            </a:extLst>
          </p:cNvPr>
          <p:cNvSpPr>
            <a:spLocks noGrp="1"/>
          </p:cNvSpPr>
          <p:nvPr>
            <p:ph sz="quarter" idx="17"/>
          </p:nvPr>
        </p:nvSpPr>
        <p:spPr>
          <a:xfrm>
            <a:off x="766763" y="1230608"/>
            <a:ext cx="7145845" cy="4565650"/>
          </a:xfrm>
        </p:spPr>
        <p:txBody>
          <a:bodyPr/>
          <a:lstStyle/>
          <a:p>
            <a:pPr>
              <a:lnSpc>
                <a:spcPct val="200000"/>
              </a:lnSpc>
            </a:pPr>
            <a:r>
              <a:rPr lang="en-US" sz="1600" b="1" kern="0" spc="400" dirty="0"/>
              <a:t>PURPOSE:</a:t>
            </a:r>
          </a:p>
          <a:p>
            <a:pPr marL="285750" indent="-285750">
              <a:buFont typeface="Arial" panose="020B0604020202020204" pitchFamily="34" charset="0"/>
              <a:buChar char="•"/>
            </a:pPr>
            <a:r>
              <a:rPr lang="en-US" sz="1800" dirty="0">
                <a:ea typeface="Calibri" panose="020F0502020204030204" pitchFamily="34" charset="0"/>
              </a:rPr>
              <a:t>Enable CGI QE teams at TD Bank to generate high-fidelity synthetic test data with persistent temporal state on demand — directly from </a:t>
            </a:r>
            <a:r>
              <a:rPr lang="en-US" sz="1800" dirty="0" err="1">
                <a:ea typeface="Calibri" panose="020F0502020204030204" pitchFamily="34" charset="0"/>
              </a:rPr>
              <a:t>db</a:t>
            </a:r>
            <a:r>
              <a:rPr lang="en-US" sz="1800" dirty="0">
                <a:ea typeface="Calibri" panose="020F0502020204030204" pitchFamily="34" charset="0"/>
              </a:rPr>
              <a:t> schemas — without extracting test data from source platforms.</a:t>
            </a:r>
          </a:p>
          <a:p>
            <a:pPr marL="285750" indent="-285750">
              <a:buFont typeface="Arial" panose="020B0604020202020204" pitchFamily="34" charset="0"/>
              <a:buChar char="•"/>
            </a:pPr>
            <a:r>
              <a:rPr lang="en-US" sz="1800" b="1" dirty="0" err="1">
                <a:ea typeface="Calibri" panose="020F0502020204030204" pitchFamily="34" charset="0"/>
              </a:rPr>
              <a:t>TDGen</a:t>
            </a:r>
            <a:r>
              <a:rPr lang="en-US" sz="1800" dirty="0">
                <a:ea typeface="Calibri" panose="020F0502020204030204" pitchFamily="34" charset="0"/>
              </a:rPr>
              <a:t> is a standalone Python pipeline with no dependency on Claude Code or any AI service at runtime. </a:t>
            </a:r>
            <a:r>
              <a:rPr lang="en-US" sz="1800" b="1" dirty="0">
                <a:ea typeface="Calibri" panose="020F0502020204030204" pitchFamily="34" charset="0"/>
              </a:rPr>
              <a:t>MCP is not required.</a:t>
            </a:r>
          </a:p>
        </p:txBody>
      </p:sp>
      <p:grpSp>
        <p:nvGrpSpPr>
          <p:cNvPr id="7" name="Group 6" descr="Additional accessibility resources available from Microsoft. Also available in the slide notes.&#10;">
            <a:extLst>
              <a:ext uri="{FF2B5EF4-FFF2-40B4-BE49-F238E27FC236}">
                <a16:creationId xmlns:a16="http://schemas.microsoft.com/office/drawing/2014/main" id="{20F8F73F-11C0-DADD-D105-1C6B410A7BDB}"/>
              </a:ext>
            </a:extLst>
          </p:cNvPr>
          <p:cNvGrpSpPr/>
          <p:nvPr/>
        </p:nvGrpSpPr>
        <p:grpSpPr>
          <a:xfrm>
            <a:off x="8229600" y="1523999"/>
            <a:ext cx="3409950" cy="4568825"/>
            <a:chOff x="8382000" y="1523999"/>
            <a:chExt cx="3043238" cy="4568825"/>
          </a:xfrm>
        </p:grpSpPr>
        <p:sp>
          <p:nvSpPr>
            <p:cNvPr id="10" name="TextBox 9" descr="Additional accessibility resources available from Microsoft. Also available in the slide notes.&#10;">
              <a:extLst>
                <a:ext uri="{FF2B5EF4-FFF2-40B4-BE49-F238E27FC236}">
                  <a16:creationId xmlns:a16="http://schemas.microsoft.com/office/drawing/2014/main" id="{0996C894-D7E2-9337-E934-51B87DC48AC6}"/>
                </a:ext>
              </a:extLst>
            </p:cNvPr>
            <p:cNvSpPr txBox="1"/>
            <p:nvPr/>
          </p:nvSpPr>
          <p:spPr>
            <a:xfrm>
              <a:off x="8382000" y="1523999"/>
              <a:ext cx="3043238" cy="4568825"/>
            </a:xfrm>
            <a:prstGeom prst="rect">
              <a:avLst/>
            </a:prstGeom>
            <a:solidFill>
              <a:schemeClr val="bg1"/>
            </a:solidFill>
            <a:ln w="28575">
              <a:no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180000" tIns="0" rIns="180000" bIns="0" anchor="ctr"/>
            <a:lstStyle>
              <a:defPPr>
                <a:defRPr lang="en-US"/>
              </a:defPPr>
              <a:lvl1pPr indent="0" algn="ctr">
                <a:spcBef>
                  <a:spcPct val="0"/>
                </a:spcBef>
                <a:buSzPct val="90000"/>
                <a:buFont typeface="Arial" pitchFamily="34" charset="0"/>
                <a:buNone/>
                <a:defRPr sz="1400" b="1"/>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600" kern="0" spc="400" dirty="0">
                  <a:ea typeface="Trebuchet MS" pitchFamily="34" charset="-122"/>
                  <a:cs typeface="Trebuchet MS" pitchFamily="34" charset="-120"/>
                </a:rPr>
                <a:t>STACK</a:t>
              </a:r>
              <a:r>
                <a:rPr lang="en-US" sz="1600" dirty="0"/>
                <a:t>:</a:t>
              </a:r>
              <a:br>
                <a:rPr lang="en-US" b="0" dirty="0"/>
              </a:br>
              <a:endParaRPr lang="en-US" b="0" dirty="0"/>
            </a:p>
            <a:p>
              <a:pPr marL="285750" indent="-285750" algn="l">
                <a:buFont typeface="Arial" panose="020B0604020202020204" pitchFamily="34" charset="0"/>
                <a:buChar char="•"/>
              </a:pPr>
              <a:r>
                <a:rPr lang="en-US" sz="1600" b="0" dirty="0"/>
                <a:t>Agentic Dev – Claude Code CLI with Sonnet 4.6</a:t>
              </a:r>
            </a:p>
            <a:p>
              <a:pPr marL="285750" indent="-285750" algn="l">
                <a:buFont typeface="Arial" panose="020B0604020202020204" pitchFamily="34" charset="0"/>
                <a:buChar char="•"/>
              </a:pPr>
              <a:r>
                <a:rPr lang="en-US" sz="1600" b="0" dirty="0"/>
                <a:t>IDE – Visual Studio Code with Claude and Microsoft Python extensions</a:t>
              </a:r>
            </a:p>
            <a:p>
              <a:pPr marL="285750" indent="-285750" algn="l">
                <a:buFont typeface="Arial" panose="020B0604020202020204" pitchFamily="34" charset="0"/>
                <a:buChar char="•"/>
              </a:pPr>
              <a:r>
                <a:rPr lang="en-US" sz="1600" b="0" dirty="0"/>
                <a:t>Core language – Python 3.11+ (612 lines)</a:t>
              </a:r>
            </a:p>
            <a:p>
              <a:pPr marL="285750" indent="-285750" algn="l">
                <a:buFont typeface="Arial" panose="020B0604020202020204" pitchFamily="34" charset="0"/>
                <a:buChar char="•"/>
              </a:pPr>
              <a:r>
                <a:rPr lang="en-US" sz="1600" b="0" dirty="0"/>
                <a:t>Schema ingestion – </a:t>
              </a:r>
              <a:r>
                <a:rPr lang="en-US" sz="1600" b="0" dirty="0" err="1"/>
                <a:t>openpyxl</a:t>
              </a:r>
              <a:r>
                <a:rPr lang="en-US" sz="1600" b="0" dirty="0"/>
                <a:t>   </a:t>
              </a:r>
            </a:p>
            <a:p>
              <a:pPr marL="285750" indent="-285750" algn="l">
                <a:buFont typeface="Arial" panose="020B0604020202020204" pitchFamily="34" charset="0"/>
                <a:buChar char="•"/>
              </a:pPr>
              <a:r>
                <a:rPr lang="en-US" sz="1600" b="0" dirty="0"/>
                <a:t>Synthetic data – Faker</a:t>
              </a:r>
            </a:p>
            <a:p>
              <a:pPr marL="285750" indent="-285750" algn="l">
                <a:buFont typeface="Arial" panose="020B0604020202020204" pitchFamily="34" charset="0"/>
                <a:buChar char="•"/>
              </a:pPr>
              <a:r>
                <a:rPr lang="en-US" sz="1600" b="0" dirty="0"/>
                <a:t>Data Validation – </a:t>
              </a:r>
              <a:r>
                <a:rPr lang="en-US" sz="1600" b="0" dirty="0" err="1"/>
                <a:t>Pandera</a:t>
              </a:r>
              <a:r>
                <a:rPr lang="en-US" sz="1600" b="0" dirty="0"/>
                <a:t> </a:t>
              </a:r>
            </a:p>
            <a:p>
              <a:pPr marL="285750" indent="-285750" algn="l">
                <a:buFont typeface="Arial" panose="020B0604020202020204" pitchFamily="34" charset="0"/>
                <a:buChar char="•"/>
              </a:pPr>
              <a:r>
                <a:rPr lang="en-US" sz="1600" b="0" dirty="0"/>
                <a:t>DBMS – SQLite </a:t>
              </a:r>
            </a:p>
            <a:p>
              <a:pPr marL="285750" indent="-285750" algn="l">
                <a:buFont typeface="Arial" panose="020B0604020202020204" pitchFamily="34" charset="0"/>
                <a:buChar char="•"/>
              </a:pPr>
              <a:r>
                <a:rPr lang="en-US" sz="1600" b="0" dirty="0"/>
                <a:t>ETL – pandas</a:t>
              </a:r>
            </a:p>
            <a:p>
              <a:pPr marL="285750" indent="-285750" algn="l">
                <a:buFont typeface="Arial" panose="020B0604020202020204" pitchFamily="34" charset="0"/>
                <a:buChar char="•"/>
              </a:pPr>
              <a:r>
                <a:rPr lang="en-US" sz="1600" b="0" dirty="0"/>
                <a:t>Config – </a:t>
              </a:r>
              <a:r>
                <a:rPr lang="en-US" sz="1600" b="0" dirty="0" err="1"/>
                <a:t>PyYAML</a:t>
              </a:r>
              <a:r>
                <a:rPr lang="en-US" sz="1600" b="0" dirty="0"/>
                <a:t> </a:t>
              </a:r>
            </a:p>
            <a:p>
              <a:pPr marL="285750" indent="-285750" algn="l">
                <a:buFont typeface="Arial" panose="020B0604020202020204" pitchFamily="34" charset="0"/>
                <a:buChar char="•"/>
              </a:pPr>
              <a:r>
                <a:rPr lang="en-US" sz="1600" b="0" dirty="0"/>
                <a:t>CI/CD – GitHub Actions</a:t>
              </a:r>
            </a:p>
            <a:p>
              <a:pPr marL="285750" indent="-285750" algn="l">
                <a:buFont typeface="Arial" panose="020B0604020202020204" pitchFamily="34" charset="0"/>
                <a:buChar char="•"/>
              </a:pPr>
              <a:endParaRPr lang="en-US" b="0" dirty="0"/>
            </a:p>
          </p:txBody>
        </p:sp>
        <p:sp>
          <p:nvSpPr>
            <p:cNvPr id="6" name="Rectangle 5">
              <a:extLst>
                <a:ext uri="{FF2B5EF4-FFF2-40B4-BE49-F238E27FC236}">
                  <a16:creationId xmlns:a16="http://schemas.microsoft.com/office/drawing/2014/main" id="{6AEC7BF8-80D8-8725-4147-0E33208D05E6}"/>
                </a:ext>
              </a:extLst>
            </p:cNvPr>
            <p:cNvSpPr/>
            <p:nvPr/>
          </p:nvSpPr>
          <p:spPr bwMode="gray">
            <a:xfrm>
              <a:off x="8382000" y="1523999"/>
              <a:ext cx="3042694" cy="84544"/>
            </a:xfrm>
            <a:prstGeom prst="rect">
              <a:avLst/>
            </a:prstGeom>
            <a:gradFill>
              <a:gsLst>
                <a:gs pos="0">
                  <a:srgbClr val="991F3D"/>
                </a:gs>
                <a:gs pos="33000">
                  <a:srgbClr val="E31937"/>
                </a:gs>
                <a:gs pos="66000">
                  <a:srgbClr val="FF6A00"/>
                </a:gs>
                <a:gs pos="100000">
                  <a:srgbClr val="FFCDD2"/>
                </a:gs>
              </a:gsLst>
              <a:lin ang="0" scaled="0"/>
            </a:gradFill>
            <a:ln w="9525" algn="ctr">
              <a:noFill/>
              <a:miter lim="800000"/>
              <a:headEnd/>
              <a:tailEnd/>
            </a:ln>
            <a:effectLst/>
          </p:spPr>
          <p:txBody>
            <a:bodyPr lIns="63500" tIns="0" rIns="64800" bIns="0" rtlCol="0" anchor="ctr"/>
            <a:lstStyle/>
            <a:p>
              <a:pPr algn="ctr">
                <a:spcBef>
                  <a:spcPct val="0"/>
                </a:spcBef>
                <a:buClrTx/>
                <a:buSzPct val="90000"/>
              </a:pPr>
              <a:endParaRPr lang="en-CA" sz="1600" b="1">
                <a:solidFill>
                  <a:schemeClr val="bg1"/>
                </a:solidFill>
                <a:cs typeface="Arial" pitchFamily="34" charset="0"/>
              </a:endParaRPr>
            </a:p>
          </p:txBody>
        </p:sp>
      </p:grpSp>
      <p:sp>
        <p:nvSpPr>
          <p:cNvPr id="4" name="Text 7"/>
          <p:cNvSpPr/>
          <p:nvPr/>
        </p:nvSpPr>
        <p:spPr>
          <a:xfrm>
            <a:off x="766762" y="3546469"/>
            <a:ext cx="1828800" cy="304800"/>
          </a:xfrm>
          <a:prstGeom prst="rect">
            <a:avLst/>
          </a:prstGeom>
          <a:noFill/>
          <a:ln/>
        </p:spPr>
        <p:txBody>
          <a:bodyPr wrap="square" lIns="0" tIns="0" rIns="0" bIns="0" rtlCol="0" anchor="ctr"/>
          <a:lstStyle/>
          <a:p>
            <a:r>
              <a:rPr lang="en-US" sz="1600" b="1" kern="0" spc="400" dirty="0">
                <a:ea typeface="Trebuchet MS" pitchFamily="34" charset="-122"/>
                <a:cs typeface="Trebuchet MS" pitchFamily="34" charset="-120"/>
              </a:rPr>
              <a:t>APPROACH:</a:t>
            </a:r>
            <a:endParaRPr lang="en-US" sz="1600" dirty="0"/>
          </a:p>
        </p:txBody>
      </p:sp>
      <p:grpSp>
        <p:nvGrpSpPr>
          <p:cNvPr id="58" name="Group 57">
            <a:extLst>
              <a:ext uri="{FF2B5EF4-FFF2-40B4-BE49-F238E27FC236}">
                <a16:creationId xmlns:a16="http://schemas.microsoft.com/office/drawing/2014/main" id="{A5D45C59-D39A-6F21-8FAB-5C23A6FA0708}"/>
              </a:ext>
            </a:extLst>
          </p:cNvPr>
          <p:cNvGrpSpPr/>
          <p:nvPr/>
        </p:nvGrpSpPr>
        <p:grpSpPr>
          <a:xfrm>
            <a:off x="766762" y="3861976"/>
            <a:ext cx="999744" cy="1463040"/>
            <a:chOff x="766762" y="3639550"/>
            <a:chExt cx="999744" cy="1463040"/>
          </a:xfrm>
        </p:grpSpPr>
        <p:sp>
          <p:nvSpPr>
            <p:cNvPr id="5" name="Shape 8"/>
            <p:cNvSpPr/>
            <p:nvPr/>
          </p:nvSpPr>
          <p:spPr>
            <a:xfrm>
              <a:off x="766762" y="3639550"/>
              <a:ext cx="999744" cy="1463040"/>
            </a:xfrm>
            <a:prstGeom prst="rect">
              <a:avLst/>
            </a:prstGeom>
            <a:solidFill>
              <a:srgbClr val="1A1D27"/>
            </a:solidFill>
            <a:ln w="6350">
              <a:solidFill>
                <a:srgbClr val="2E3348"/>
              </a:solidFill>
              <a:prstDash val="solid"/>
            </a:ln>
            <a:effectLst>
              <a:outerShdw blurRad="101600" dist="25400" dir="8100000" algn="bl" rotWithShape="0">
                <a:srgbClr val="000000">
                  <a:alpha val="30000"/>
                </a:srgbClr>
              </a:outerShdw>
            </a:effectLst>
          </p:spPr>
          <p:txBody>
            <a:bodyPr/>
            <a:lstStyle/>
            <a:p>
              <a:endParaRPr lang="en-CA" sz="2400"/>
            </a:p>
          </p:txBody>
        </p:sp>
        <p:sp>
          <p:nvSpPr>
            <p:cNvPr id="8" name="Shape 9"/>
            <p:cNvSpPr/>
            <p:nvPr/>
          </p:nvSpPr>
          <p:spPr>
            <a:xfrm>
              <a:off x="766762" y="3639550"/>
              <a:ext cx="999744" cy="42672"/>
            </a:xfrm>
            <a:prstGeom prst="rect">
              <a:avLst/>
            </a:prstGeom>
            <a:solidFill>
              <a:srgbClr val="5B8DEF"/>
            </a:solidFill>
            <a:ln/>
          </p:spPr>
          <p:txBody>
            <a:bodyPr/>
            <a:lstStyle/>
            <a:p>
              <a:endParaRPr lang="en-CA" sz="2400"/>
            </a:p>
          </p:txBody>
        </p:sp>
        <p:pic>
          <p:nvPicPr>
            <p:cNvPr id="14" name="Image 0" descr="preencoded.png"/>
            <p:cNvPicPr>
              <a:picLocks noChangeAspect="1"/>
            </p:cNvPicPr>
            <p:nvPr/>
          </p:nvPicPr>
          <p:blipFill>
            <a:blip r:embed="rId3"/>
            <a:stretch>
              <a:fillRect/>
            </a:stretch>
          </p:blipFill>
          <p:spPr>
            <a:xfrm>
              <a:off x="1108138" y="3785854"/>
              <a:ext cx="316992" cy="316992"/>
            </a:xfrm>
            <a:prstGeom prst="rect">
              <a:avLst/>
            </a:prstGeom>
          </p:spPr>
        </p:pic>
        <p:sp>
          <p:nvSpPr>
            <p:cNvPr id="15" name="Text 10"/>
            <p:cNvSpPr/>
            <p:nvPr/>
          </p:nvSpPr>
          <p:spPr>
            <a:xfrm>
              <a:off x="815530" y="4151614"/>
              <a:ext cx="902208" cy="512064"/>
            </a:xfrm>
            <a:prstGeom prst="rect">
              <a:avLst/>
            </a:prstGeom>
            <a:noFill/>
            <a:ln/>
          </p:spPr>
          <p:txBody>
            <a:bodyPr wrap="square" lIns="0" tIns="0" rIns="0" bIns="0" rtlCol="0" anchor="t"/>
            <a:lstStyle/>
            <a:p>
              <a:pPr algn="ctr"/>
              <a:r>
                <a:rPr lang="en-US" sz="1133" b="1" dirty="0">
                  <a:solidFill>
                    <a:srgbClr val="E2E4ED"/>
                  </a:solidFill>
                  <a:latin typeface="Calibri" pitchFamily="34" charset="0"/>
                  <a:ea typeface="Calibri" pitchFamily="34" charset="-122"/>
                  <a:cs typeface="Calibri" pitchFamily="34" charset="-120"/>
                </a:rPr>
                <a:t>Schema</a:t>
              </a:r>
              <a:endParaRPr lang="en-US" sz="1133" dirty="0"/>
            </a:p>
            <a:p>
              <a:pPr algn="ctr"/>
              <a:r>
                <a:rPr lang="en-US" sz="1133" b="1" dirty="0">
                  <a:solidFill>
                    <a:srgbClr val="E2E4ED"/>
                  </a:solidFill>
                  <a:latin typeface="Calibri" pitchFamily="34" charset="0"/>
                  <a:ea typeface="Calibri" pitchFamily="34" charset="-122"/>
                  <a:cs typeface="Calibri" pitchFamily="34" charset="-120"/>
                </a:rPr>
                <a:t>ingestion</a:t>
              </a:r>
              <a:endParaRPr lang="en-US" sz="1133" dirty="0"/>
            </a:p>
          </p:txBody>
        </p:sp>
        <p:sp>
          <p:nvSpPr>
            <p:cNvPr id="16" name="Text 11"/>
            <p:cNvSpPr/>
            <p:nvPr/>
          </p:nvSpPr>
          <p:spPr>
            <a:xfrm>
              <a:off x="815530" y="4656174"/>
              <a:ext cx="902208" cy="304800"/>
            </a:xfrm>
            <a:prstGeom prst="rect">
              <a:avLst/>
            </a:prstGeom>
            <a:noFill/>
            <a:ln/>
          </p:spPr>
          <p:txBody>
            <a:bodyPr wrap="square" lIns="0" tIns="0" rIns="0" bIns="0" rtlCol="0" anchor="t"/>
            <a:lstStyle/>
            <a:p>
              <a:pPr algn="ctr"/>
              <a:r>
                <a:rPr lang="en-US" sz="933" dirty="0">
                  <a:solidFill>
                    <a:schemeClr val="bg1"/>
                  </a:solidFill>
                  <a:latin typeface="Calibri" pitchFamily="34" charset="0"/>
                  <a:ea typeface="Calibri" pitchFamily="34" charset="-122"/>
                  <a:cs typeface="Calibri" pitchFamily="34" charset="-120"/>
                </a:rPr>
                <a:t>CSV/XLS workbooks</a:t>
              </a:r>
              <a:endParaRPr lang="en-US" sz="933" dirty="0">
                <a:solidFill>
                  <a:schemeClr val="bg1"/>
                </a:solidFill>
              </a:endParaRPr>
            </a:p>
          </p:txBody>
        </p:sp>
      </p:grpSp>
      <p:grpSp>
        <p:nvGrpSpPr>
          <p:cNvPr id="59" name="Group 58">
            <a:extLst>
              <a:ext uri="{FF2B5EF4-FFF2-40B4-BE49-F238E27FC236}">
                <a16:creationId xmlns:a16="http://schemas.microsoft.com/office/drawing/2014/main" id="{86EE020A-85F5-8475-DB2B-2CAFBECB8611}"/>
              </a:ext>
            </a:extLst>
          </p:cNvPr>
          <p:cNvGrpSpPr/>
          <p:nvPr/>
        </p:nvGrpSpPr>
        <p:grpSpPr>
          <a:xfrm>
            <a:off x="2307200" y="3861976"/>
            <a:ext cx="999744" cy="1463040"/>
            <a:chOff x="1912810" y="3639550"/>
            <a:chExt cx="999744" cy="1463040"/>
          </a:xfrm>
        </p:grpSpPr>
        <p:sp>
          <p:nvSpPr>
            <p:cNvPr id="18" name="Shape 13"/>
            <p:cNvSpPr/>
            <p:nvPr/>
          </p:nvSpPr>
          <p:spPr>
            <a:xfrm>
              <a:off x="1912810" y="3639550"/>
              <a:ext cx="999744" cy="1463040"/>
            </a:xfrm>
            <a:prstGeom prst="rect">
              <a:avLst/>
            </a:prstGeom>
            <a:solidFill>
              <a:srgbClr val="1A1D27"/>
            </a:solidFill>
            <a:ln w="6350">
              <a:solidFill>
                <a:srgbClr val="2E3348"/>
              </a:solidFill>
              <a:prstDash val="solid"/>
            </a:ln>
            <a:effectLst>
              <a:outerShdw blurRad="101600" dist="25400" dir="8100000" algn="bl" rotWithShape="0">
                <a:srgbClr val="000000">
                  <a:alpha val="30000"/>
                </a:srgbClr>
              </a:outerShdw>
            </a:effectLst>
          </p:spPr>
          <p:txBody>
            <a:bodyPr/>
            <a:lstStyle/>
            <a:p>
              <a:endParaRPr lang="en-CA" sz="2400"/>
            </a:p>
          </p:txBody>
        </p:sp>
        <p:sp>
          <p:nvSpPr>
            <p:cNvPr id="19" name="Shape 14"/>
            <p:cNvSpPr/>
            <p:nvPr/>
          </p:nvSpPr>
          <p:spPr>
            <a:xfrm>
              <a:off x="1912810" y="3639550"/>
              <a:ext cx="999744" cy="42672"/>
            </a:xfrm>
            <a:prstGeom prst="rect">
              <a:avLst/>
            </a:prstGeom>
            <a:solidFill>
              <a:srgbClr val="4EC9A0"/>
            </a:solidFill>
            <a:ln/>
          </p:spPr>
          <p:txBody>
            <a:bodyPr/>
            <a:lstStyle/>
            <a:p>
              <a:endParaRPr lang="en-CA" sz="2400"/>
            </a:p>
          </p:txBody>
        </p:sp>
        <p:pic>
          <p:nvPicPr>
            <p:cNvPr id="20" name="Image 1" descr="preencoded.png"/>
            <p:cNvPicPr>
              <a:picLocks noChangeAspect="1"/>
            </p:cNvPicPr>
            <p:nvPr/>
          </p:nvPicPr>
          <p:blipFill>
            <a:blip r:embed="rId4"/>
            <a:stretch>
              <a:fillRect/>
            </a:stretch>
          </p:blipFill>
          <p:spPr>
            <a:xfrm>
              <a:off x="2254186" y="3785854"/>
              <a:ext cx="316992" cy="316992"/>
            </a:xfrm>
            <a:prstGeom prst="rect">
              <a:avLst/>
            </a:prstGeom>
          </p:spPr>
        </p:pic>
        <p:sp>
          <p:nvSpPr>
            <p:cNvPr id="21" name="Text 15"/>
            <p:cNvSpPr/>
            <p:nvPr/>
          </p:nvSpPr>
          <p:spPr>
            <a:xfrm>
              <a:off x="1961578" y="4151614"/>
              <a:ext cx="902208" cy="512064"/>
            </a:xfrm>
            <a:prstGeom prst="rect">
              <a:avLst/>
            </a:prstGeom>
            <a:noFill/>
            <a:ln/>
          </p:spPr>
          <p:txBody>
            <a:bodyPr wrap="square" lIns="0" tIns="0" rIns="0" bIns="0" rtlCol="0" anchor="t"/>
            <a:lstStyle/>
            <a:p>
              <a:pPr algn="ctr"/>
              <a:r>
                <a:rPr lang="en-US" sz="1133" b="1" dirty="0">
                  <a:solidFill>
                    <a:srgbClr val="E2E4ED"/>
                  </a:solidFill>
                  <a:latin typeface="Calibri" pitchFamily="34" charset="0"/>
                  <a:ea typeface="Calibri" pitchFamily="34" charset="-122"/>
                  <a:cs typeface="Calibri" pitchFamily="34" charset="-120"/>
                </a:rPr>
                <a:t>Daily synthetic</a:t>
              </a:r>
              <a:endParaRPr lang="en-US" sz="1133" dirty="0"/>
            </a:p>
            <a:p>
              <a:pPr algn="ctr"/>
              <a:r>
                <a:rPr lang="en-US" sz="1133" b="1" dirty="0">
                  <a:solidFill>
                    <a:srgbClr val="E2E4ED"/>
                  </a:solidFill>
                  <a:latin typeface="Calibri" pitchFamily="34" charset="0"/>
                  <a:ea typeface="Calibri" pitchFamily="34" charset="-122"/>
                  <a:cs typeface="Calibri" pitchFamily="34" charset="-120"/>
                </a:rPr>
                <a:t>generation</a:t>
              </a:r>
              <a:endParaRPr lang="en-US" sz="1133" dirty="0"/>
            </a:p>
          </p:txBody>
        </p:sp>
        <p:sp>
          <p:nvSpPr>
            <p:cNvPr id="22" name="Text 16"/>
            <p:cNvSpPr/>
            <p:nvPr/>
          </p:nvSpPr>
          <p:spPr>
            <a:xfrm>
              <a:off x="1912810" y="4642106"/>
              <a:ext cx="999744" cy="327312"/>
            </a:xfrm>
            <a:prstGeom prst="rect">
              <a:avLst/>
            </a:prstGeom>
            <a:noFill/>
            <a:ln/>
          </p:spPr>
          <p:txBody>
            <a:bodyPr wrap="square" lIns="0" tIns="0" rIns="0" bIns="0" rtlCol="0" anchor="t"/>
            <a:lstStyle/>
            <a:p>
              <a:pPr algn="ctr"/>
              <a:r>
                <a:rPr lang="en-US" sz="933" dirty="0">
                  <a:solidFill>
                    <a:schemeClr val="bg1"/>
                  </a:solidFill>
                  <a:latin typeface="Calibri" pitchFamily="34" charset="0"/>
                  <a:ea typeface="Calibri" pitchFamily="34" charset="-122"/>
                  <a:cs typeface="Calibri" pitchFamily="34" charset="-120"/>
                </a:rPr>
                <a:t>Ref. integrity w/temporal progression</a:t>
              </a:r>
              <a:endParaRPr lang="en-US" sz="933" dirty="0">
                <a:solidFill>
                  <a:schemeClr val="bg1"/>
                </a:solidFill>
              </a:endParaRPr>
            </a:p>
          </p:txBody>
        </p:sp>
      </p:grpSp>
      <p:grpSp>
        <p:nvGrpSpPr>
          <p:cNvPr id="57" name="Group 56">
            <a:extLst>
              <a:ext uri="{FF2B5EF4-FFF2-40B4-BE49-F238E27FC236}">
                <a16:creationId xmlns:a16="http://schemas.microsoft.com/office/drawing/2014/main" id="{66FED0D5-6EB6-43E5-C4F9-D6D55CC3BD26}"/>
              </a:ext>
            </a:extLst>
          </p:cNvPr>
          <p:cNvGrpSpPr/>
          <p:nvPr/>
        </p:nvGrpSpPr>
        <p:grpSpPr>
          <a:xfrm>
            <a:off x="3847638" y="3861976"/>
            <a:ext cx="999744" cy="1463040"/>
            <a:chOff x="3058858" y="3639550"/>
            <a:chExt cx="999744" cy="1463040"/>
          </a:xfrm>
        </p:grpSpPr>
        <p:sp>
          <p:nvSpPr>
            <p:cNvPr id="24" name="Shape 18"/>
            <p:cNvSpPr/>
            <p:nvPr/>
          </p:nvSpPr>
          <p:spPr>
            <a:xfrm>
              <a:off x="3058858" y="3639550"/>
              <a:ext cx="999744" cy="1463040"/>
            </a:xfrm>
            <a:prstGeom prst="rect">
              <a:avLst/>
            </a:prstGeom>
            <a:solidFill>
              <a:srgbClr val="1A1D27"/>
            </a:solidFill>
            <a:ln w="6350">
              <a:solidFill>
                <a:srgbClr val="2E3348"/>
              </a:solidFill>
              <a:prstDash val="solid"/>
            </a:ln>
            <a:effectLst>
              <a:outerShdw blurRad="101600" dist="25400" dir="8100000" algn="bl" rotWithShape="0">
                <a:srgbClr val="000000">
                  <a:alpha val="30000"/>
                </a:srgbClr>
              </a:outerShdw>
            </a:effectLst>
          </p:spPr>
          <p:txBody>
            <a:bodyPr/>
            <a:lstStyle/>
            <a:p>
              <a:endParaRPr lang="en-CA" sz="2400"/>
            </a:p>
          </p:txBody>
        </p:sp>
        <p:sp>
          <p:nvSpPr>
            <p:cNvPr id="25" name="Shape 19"/>
            <p:cNvSpPr/>
            <p:nvPr/>
          </p:nvSpPr>
          <p:spPr>
            <a:xfrm>
              <a:off x="3058858" y="3639550"/>
              <a:ext cx="999744" cy="42672"/>
            </a:xfrm>
            <a:prstGeom prst="rect">
              <a:avLst/>
            </a:prstGeom>
            <a:solidFill>
              <a:srgbClr val="E8A838"/>
            </a:solidFill>
            <a:ln/>
          </p:spPr>
          <p:txBody>
            <a:bodyPr/>
            <a:lstStyle/>
            <a:p>
              <a:endParaRPr lang="en-CA" sz="2400"/>
            </a:p>
          </p:txBody>
        </p:sp>
        <p:pic>
          <p:nvPicPr>
            <p:cNvPr id="26" name="Image 2" descr="preencoded.png"/>
            <p:cNvPicPr>
              <a:picLocks noChangeAspect="1"/>
            </p:cNvPicPr>
            <p:nvPr/>
          </p:nvPicPr>
          <p:blipFill>
            <a:blip r:embed="rId5"/>
            <a:stretch>
              <a:fillRect/>
            </a:stretch>
          </p:blipFill>
          <p:spPr>
            <a:xfrm>
              <a:off x="3400234" y="3785854"/>
              <a:ext cx="316992" cy="316992"/>
            </a:xfrm>
            <a:prstGeom prst="rect">
              <a:avLst/>
            </a:prstGeom>
          </p:spPr>
        </p:pic>
        <p:sp>
          <p:nvSpPr>
            <p:cNvPr id="27" name="Text 20"/>
            <p:cNvSpPr/>
            <p:nvPr/>
          </p:nvSpPr>
          <p:spPr>
            <a:xfrm>
              <a:off x="3107626" y="4151614"/>
              <a:ext cx="902208" cy="512064"/>
            </a:xfrm>
            <a:prstGeom prst="rect">
              <a:avLst/>
            </a:prstGeom>
            <a:noFill/>
            <a:ln/>
          </p:spPr>
          <p:txBody>
            <a:bodyPr wrap="square" lIns="0" tIns="0" rIns="0" bIns="0" rtlCol="0" anchor="t"/>
            <a:lstStyle/>
            <a:p>
              <a:pPr algn="ctr"/>
              <a:r>
                <a:rPr lang="en-US" sz="1133" b="1" dirty="0">
                  <a:solidFill>
                    <a:srgbClr val="E2E4ED"/>
                  </a:solidFill>
                  <a:latin typeface="Calibri" pitchFamily="34" charset="0"/>
                  <a:ea typeface="Calibri" pitchFamily="34" charset="-122"/>
                  <a:cs typeface="Calibri" pitchFamily="34" charset="-120"/>
                </a:rPr>
                <a:t>Automated</a:t>
              </a:r>
              <a:endParaRPr lang="en-US" sz="1133" dirty="0"/>
            </a:p>
            <a:p>
              <a:pPr algn="ctr"/>
              <a:r>
                <a:rPr lang="en-US" sz="1133" b="1" dirty="0">
                  <a:solidFill>
                    <a:srgbClr val="E2E4ED"/>
                  </a:solidFill>
                  <a:latin typeface="Calibri" pitchFamily="34" charset="0"/>
                  <a:ea typeface="Calibri" pitchFamily="34" charset="-122"/>
                  <a:cs typeface="Calibri" pitchFamily="34" charset="-120"/>
                </a:rPr>
                <a:t>validation</a:t>
              </a:r>
              <a:endParaRPr lang="en-US" sz="1133" dirty="0"/>
            </a:p>
          </p:txBody>
        </p:sp>
        <p:sp>
          <p:nvSpPr>
            <p:cNvPr id="28" name="Text 21"/>
            <p:cNvSpPr/>
            <p:nvPr/>
          </p:nvSpPr>
          <p:spPr>
            <a:xfrm>
              <a:off x="3107626" y="4712446"/>
              <a:ext cx="902208" cy="304800"/>
            </a:xfrm>
            <a:prstGeom prst="rect">
              <a:avLst/>
            </a:prstGeom>
            <a:noFill/>
            <a:ln/>
          </p:spPr>
          <p:txBody>
            <a:bodyPr wrap="square" lIns="0" tIns="0" rIns="0" bIns="0" rtlCol="0" anchor="t"/>
            <a:lstStyle/>
            <a:p>
              <a:pPr algn="ctr"/>
              <a:r>
                <a:rPr lang="en-US" sz="933" dirty="0">
                  <a:solidFill>
                    <a:schemeClr val="bg1"/>
                  </a:solidFill>
                  <a:latin typeface="Calibri" pitchFamily="34" charset="0"/>
                  <a:ea typeface="Calibri" pitchFamily="34" charset="-122"/>
                  <a:cs typeface="Calibri" pitchFamily="34" charset="-120"/>
                </a:rPr>
                <a:t>Quality gate</a:t>
              </a:r>
              <a:endParaRPr lang="en-US" sz="933" dirty="0">
                <a:solidFill>
                  <a:schemeClr val="bg1"/>
                </a:solidFill>
              </a:endParaRPr>
            </a:p>
          </p:txBody>
        </p:sp>
      </p:grpSp>
      <p:grpSp>
        <p:nvGrpSpPr>
          <p:cNvPr id="56" name="Group 55">
            <a:extLst>
              <a:ext uri="{FF2B5EF4-FFF2-40B4-BE49-F238E27FC236}">
                <a16:creationId xmlns:a16="http://schemas.microsoft.com/office/drawing/2014/main" id="{4C25C966-6B4C-F8E8-8CD5-E80CDB91BFA2}"/>
              </a:ext>
            </a:extLst>
          </p:cNvPr>
          <p:cNvGrpSpPr/>
          <p:nvPr/>
        </p:nvGrpSpPr>
        <p:grpSpPr>
          <a:xfrm>
            <a:off x="5388076" y="3861976"/>
            <a:ext cx="999744" cy="1463040"/>
            <a:chOff x="4204906" y="3639550"/>
            <a:chExt cx="999744" cy="1463040"/>
          </a:xfrm>
        </p:grpSpPr>
        <p:sp>
          <p:nvSpPr>
            <p:cNvPr id="30" name="Shape 23"/>
            <p:cNvSpPr/>
            <p:nvPr/>
          </p:nvSpPr>
          <p:spPr>
            <a:xfrm>
              <a:off x="4204906" y="3639550"/>
              <a:ext cx="999744" cy="1463040"/>
            </a:xfrm>
            <a:prstGeom prst="rect">
              <a:avLst/>
            </a:prstGeom>
            <a:solidFill>
              <a:srgbClr val="1A1D27"/>
            </a:solidFill>
            <a:ln w="6350">
              <a:solidFill>
                <a:srgbClr val="2E3348"/>
              </a:solidFill>
              <a:prstDash val="solid"/>
            </a:ln>
            <a:effectLst>
              <a:outerShdw blurRad="101600" dist="25400" dir="8100000" algn="bl" rotWithShape="0">
                <a:srgbClr val="000000">
                  <a:alpha val="30000"/>
                </a:srgbClr>
              </a:outerShdw>
            </a:effectLst>
          </p:spPr>
          <p:txBody>
            <a:bodyPr/>
            <a:lstStyle/>
            <a:p>
              <a:endParaRPr lang="en-CA" sz="2400"/>
            </a:p>
          </p:txBody>
        </p:sp>
        <p:sp>
          <p:nvSpPr>
            <p:cNvPr id="31" name="Shape 24"/>
            <p:cNvSpPr/>
            <p:nvPr/>
          </p:nvSpPr>
          <p:spPr>
            <a:xfrm>
              <a:off x="4204906" y="3639550"/>
              <a:ext cx="999744" cy="42672"/>
            </a:xfrm>
            <a:prstGeom prst="rect">
              <a:avLst/>
            </a:prstGeom>
            <a:solidFill>
              <a:srgbClr val="A78BFA"/>
            </a:solidFill>
            <a:ln/>
          </p:spPr>
          <p:txBody>
            <a:bodyPr/>
            <a:lstStyle/>
            <a:p>
              <a:endParaRPr lang="en-CA" sz="2400"/>
            </a:p>
          </p:txBody>
        </p:sp>
        <p:pic>
          <p:nvPicPr>
            <p:cNvPr id="32" name="Image 3" descr="preencoded.png"/>
            <p:cNvPicPr>
              <a:picLocks noChangeAspect="1"/>
            </p:cNvPicPr>
            <p:nvPr/>
          </p:nvPicPr>
          <p:blipFill>
            <a:blip r:embed="rId6"/>
            <a:stretch>
              <a:fillRect/>
            </a:stretch>
          </p:blipFill>
          <p:spPr>
            <a:xfrm>
              <a:off x="4546282" y="3785854"/>
              <a:ext cx="316992" cy="316992"/>
            </a:xfrm>
            <a:prstGeom prst="rect">
              <a:avLst/>
            </a:prstGeom>
          </p:spPr>
        </p:pic>
        <p:sp>
          <p:nvSpPr>
            <p:cNvPr id="33" name="Text 25"/>
            <p:cNvSpPr/>
            <p:nvPr/>
          </p:nvSpPr>
          <p:spPr>
            <a:xfrm>
              <a:off x="4253674" y="4151614"/>
              <a:ext cx="902208" cy="512064"/>
            </a:xfrm>
            <a:prstGeom prst="rect">
              <a:avLst/>
            </a:prstGeom>
            <a:noFill/>
            <a:ln/>
          </p:spPr>
          <p:txBody>
            <a:bodyPr wrap="square" lIns="0" tIns="0" rIns="0" bIns="0" rtlCol="0" anchor="t"/>
            <a:lstStyle/>
            <a:p>
              <a:pPr algn="ctr"/>
              <a:r>
                <a:rPr lang="en-US" sz="1133" b="1" dirty="0">
                  <a:solidFill>
                    <a:srgbClr val="E2E4ED"/>
                  </a:solidFill>
                  <a:latin typeface="Calibri" pitchFamily="34" charset="0"/>
                  <a:ea typeface="Calibri" pitchFamily="34" charset="-122"/>
                  <a:cs typeface="Calibri" pitchFamily="34" charset="-120"/>
                </a:rPr>
                <a:t>Data</a:t>
              </a:r>
              <a:endParaRPr lang="en-US" sz="1133" dirty="0"/>
            </a:p>
            <a:p>
              <a:pPr algn="ctr"/>
              <a:r>
                <a:rPr lang="en-US" sz="1133" b="1" dirty="0">
                  <a:solidFill>
                    <a:srgbClr val="E2E4ED"/>
                  </a:solidFill>
                  <a:latin typeface="Calibri" pitchFamily="34" charset="0"/>
                  <a:ea typeface="Calibri" pitchFamily="34" charset="-122"/>
                  <a:cs typeface="Calibri" pitchFamily="34" charset="-120"/>
                </a:rPr>
                <a:t>provisioning</a:t>
              </a:r>
              <a:endParaRPr lang="en-US" sz="1133" dirty="0"/>
            </a:p>
          </p:txBody>
        </p:sp>
        <p:sp>
          <p:nvSpPr>
            <p:cNvPr id="34" name="Text 26"/>
            <p:cNvSpPr/>
            <p:nvPr/>
          </p:nvSpPr>
          <p:spPr>
            <a:xfrm>
              <a:off x="4253674" y="4712446"/>
              <a:ext cx="902208" cy="304800"/>
            </a:xfrm>
            <a:prstGeom prst="rect">
              <a:avLst/>
            </a:prstGeom>
            <a:noFill/>
            <a:ln/>
          </p:spPr>
          <p:txBody>
            <a:bodyPr wrap="square" lIns="0" tIns="0" rIns="0" bIns="0" rtlCol="0" anchor="t"/>
            <a:lstStyle/>
            <a:p>
              <a:pPr algn="ctr"/>
              <a:r>
                <a:rPr lang="en-US" sz="933" dirty="0">
                  <a:solidFill>
                    <a:schemeClr val="bg1"/>
                  </a:solidFill>
                  <a:latin typeface="Calibri" pitchFamily="34" charset="0"/>
                  <a:ea typeface="Calibri" pitchFamily="34" charset="-122"/>
                  <a:cs typeface="Calibri" pitchFamily="34" charset="-120"/>
                </a:rPr>
                <a:t>DB, file, API</a:t>
              </a:r>
              <a:endParaRPr lang="en-US" sz="933" dirty="0">
                <a:solidFill>
                  <a:schemeClr val="bg1"/>
                </a:solidFill>
              </a:endParaRPr>
            </a:p>
          </p:txBody>
        </p:sp>
      </p:grpSp>
      <p:sp>
        <p:nvSpPr>
          <p:cNvPr id="41" name="Text 32"/>
          <p:cNvSpPr/>
          <p:nvPr/>
        </p:nvSpPr>
        <p:spPr>
          <a:xfrm>
            <a:off x="766762" y="5396353"/>
            <a:ext cx="2438400" cy="304800"/>
          </a:xfrm>
          <a:prstGeom prst="rect">
            <a:avLst/>
          </a:prstGeom>
          <a:noFill/>
          <a:ln/>
        </p:spPr>
        <p:txBody>
          <a:bodyPr wrap="square" lIns="0" tIns="0" rIns="0" bIns="0" rtlCol="0" anchor="ctr"/>
          <a:lstStyle/>
          <a:p>
            <a:r>
              <a:rPr lang="en-US" sz="1600" b="1" kern="0" spc="400" dirty="0">
                <a:ea typeface="Trebuchet MS" pitchFamily="34" charset="-122"/>
                <a:cs typeface="Trebuchet MS" pitchFamily="34" charset="-120"/>
              </a:rPr>
              <a:t>KEY OUTCOMES:</a:t>
            </a:r>
            <a:endParaRPr lang="en-US" sz="1600" dirty="0"/>
          </a:p>
        </p:txBody>
      </p:sp>
      <p:sp>
        <p:nvSpPr>
          <p:cNvPr id="42" name="Shape 33"/>
          <p:cNvSpPr/>
          <p:nvPr/>
        </p:nvSpPr>
        <p:spPr>
          <a:xfrm>
            <a:off x="766762" y="5713345"/>
            <a:ext cx="1316736" cy="548640"/>
          </a:xfrm>
          <a:prstGeom prst="rect">
            <a:avLst/>
          </a:prstGeom>
          <a:solidFill>
            <a:srgbClr val="232734"/>
          </a:solidFill>
          <a:ln w="6350">
            <a:solidFill>
              <a:srgbClr val="2E3348"/>
            </a:solidFill>
            <a:prstDash val="solid"/>
          </a:ln>
        </p:spPr>
        <p:txBody>
          <a:bodyPr/>
          <a:lstStyle/>
          <a:p>
            <a:endParaRPr lang="en-CA" sz="2400"/>
          </a:p>
        </p:txBody>
      </p:sp>
      <p:sp>
        <p:nvSpPr>
          <p:cNvPr id="43" name="Text 34"/>
          <p:cNvSpPr/>
          <p:nvPr/>
        </p:nvSpPr>
        <p:spPr>
          <a:xfrm>
            <a:off x="839914" y="5725537"/>
            <a:ext cx="1170432" cy="268224"/>
          </a:xfrm>
          <a:prstGeom prst="rect">
            <a:avLst/>
          </a:prstGeom>
          <a:noFill/>
          <a:ln/>
        </p:spPr>
        <p:txBody>
          <a:bodyPr wrap="square" lIns="0" tIns="0" rIns="0" bIns="0" rtlCol="0" anchor="ctr"/>
          <a:lstStyle/>
          <a:p>
            <a:pPr algn="ctr"/>
            <a:r>
              <a:rPr lang="en-US" sz="1200" b="1" dirty="0">
                <a:solidFill>
                  <a:srgbClr val="E2E4ED"/>
                </a:solidFill>
                <a:latin typeface="Calibri" pitchFamily="34" charset="0"/>
                <a:ea typeface="Calibri" pitchFamily="34" charset="-122"/>
                <a:cs typeface="Calibri" pitchFamily="34" charset="-120"/>
              </a:rPr>
              <a:t>Days → minutes</a:t>
            </a:r>
            <a:endParaRPr lang="en-US" sz="1200" dirty="0"/>
          </a:p>
        </p:txBody>
      </p:sp>
      <p:sp>
        <p:nvSpPr>
          <p:cNvPr id="44" name="Text 35"/>
          <p:cNvSpPr/>
          <p:nvPr/>
        </p:nvSpPr>
        <p:spPr>
          <a:xfrm>
            <a:off x="839914" y="5969377"/>
            <a:ext cx="1170432" cy="243840"/>
          </a:xfrm>
          <a:prstGeom prst="rect">
            <a:avLst/>
          </a:prstGeom>
          <a:noFill/>
          <a:ln/>
        </p:spPr>
        <p:txBody>
          <a:bodyPr wrap="square" lIns="0" tIns="0" rIns="0" bIns="0" rtlCol="0" anchor="ctr"/>
          <a:lstStyle/>
          <a:p>
            <a:pPr algn="ctr"/>
            <a:r>
              <a:rPr lang="en-US" sz="933" dirty="0">
                <a:solidFill>
                  <a:schemeClr val="bg1"/>
                </a:solidFill>
                <a:latin typeface="Calibri" pitchFamily="34" charset="0"/>
                <a:ea typeface="Calibri" pitchFamily="34" charset="-122"/>
                <a:cs typeface="Calibri" pitchFamily="34" charset="-120"/>
              </a:rPr>
              <a:t>test data generation with historical backfill</a:t>
            </a:r>
            <a:endParaRPr lang="en-US" sz="933" dirty="0">
              <a:solidFill>
                <a:schemeClr val="bg1"/>
              </a:solidFill>
            </a:endParaRPr>
          </a:p>
        </p:txBody>
      </p:sp>
      <p:sp>
        <p:nvSpPr>
          <p:cNvPr id="45" name="Shape 36"/>
          <p:cNvSpPr/>
          <p:nvPr/>
        </p:nvSpPr>
        <p:spPr>
          <a:xfrm>
            <a:off x="2205418" y="5713345"/>
            <a:ext cx="1316736" cy="548640"/>
          </a:xfrm>
          <a:prstGeom prst="rect">
            <a:avLst/>
          </a:prstGeom>
          <a:solidFill>
            <a:srgbClr val="232734"/>
          </a:solidFill>
          <a:ln w="6350">
            <a:solidFill>
              <a:srgbClr val="2E3348"/>
            </a:solidFill>
            <a:prstDash val="solid"/>
          </a:ln>
        </p:spPr>
        <p:txBody>
          <a:bodyPr/>
          <a:lstStyle/>
          <a:p>
            <a:endParaRPr lang="en-CA" sz="2400"/>
          </a:p>
        </p:txBody>
      </p:sp>
      <p:sp>
        <p:nvSpPr>
          <p:cNvPr id="46" name="Text 37"/>
          <p:cNvSpPr/>
          <p:nvPr/>
        </p:nvSpPr>
        <p:spPr>
          <a:xfrm>
            <a:off x="2197727" y="5853128"/>
            <a:ext cx="1315403" cy="268224"/>
          </a:xfrm>
          <a:prstGeom prst="rect">
            <a:avLst/>
          </a:prstGeom>
          <a:noFill/>
          <a:ln/>
        </p:spPr>
        <p:txBody>
          <a:bodyPr wrap="square" lIns="0" tIns="0" rIns="0" bIns="0" rtlCol="0" anchor="ctr"/>
          <a:lstStyle/>
          <a:p>
            <a:pPr algn="ctr"/>
            <a:r>
              <a:rPr lang="en-US" sz="1200" b="1" dirty="0">
                <a:solidFill>
                  <a:srgbClr val="E2E4ED"/>
                </a:solidFill>
                <a:latin typeface="Calibri" pitchFamily="34" charset="0"/>
                <a:ea typeface="Calibri" pitchFamily="34" charset="-122"/>
                <a:cs typeface="Calibri" pitchFamily="34" charset="-120"/>
              </a:rPr>
              <a:t>No coordination with source teams</a:t>
            </a:r>
            <a:endParaRPr lang="en-US" sz="1200" dirty="0"/>
          </a:p>
        </p:txBody>
      </p:sp>
      <p:sp>
        <p:nvSpPr>
          <p:cNvPr id="48" name="Shape 39"/>
          <p:cNvSpPr/>
          <p:nvPr/>
        </p:nvSpPr>
        <p:spPr>
          <a:xfrm>
            <a:off x="3644074" y="5713345"/>
            <a:ext cx="1316736" cy="548640"/>
          </a:xfrm>
          <a:prstGeom prst="rect">
            <a:avLst/>
          </a:prstGeom>
          <a:solidFill>
            <a:srgbClr val="232734"/>
          </a:solidFill>
          <a:ln w="6350">
            <a:solidFill>
              <a:srgbClr val="2E3348"/>
            </a:solidFill>
            <a:prstDash val="solid"/>
          </a:ln>
        </p:spPr>
        <p:txBody>
          <a:bodyPr/>
          <a:lstStyle/>
          <a:p>
            <a:endParaRPr lang="en-CA" sz="2400"/>
          </a:p>
        </p:txBody>
      </p:sp>
      <p:sp>
        <p:nvSpPr>
          <p:cNvPr id="49" name="Text 40"/>
          <p:cNvSpPr/>
          <p:nvPr/>
        </p:nvSpPr>
        <p:spPr>
          <a:xfrm>
            <a:off x="3717226" y="5790067"/>
            <a:ext cx="1170432" cy="268224"/>
          </a:xfrm>
          <a:prstGeom prst="rect">
            <a:avLst/>
          </a:prstGeom>
          <a:noFill/>
          <a:ln/>
        </p:spPr>
        <p:txBody>
          <a:bodyPr wrap="square" lIns="0" tIns="0" rIns="0" bIns="0" rtlCol="0" anchor="ctr"/>
          <a:lstStyle/>
          <a:p>
            <a:pPr algn="ctr"/>
            <a:r>
              <a:rPr lang="en-US" sz="1200" b="1" dirty="0">
                <a:solidFill>
                  <a:srgbClr val="E2E4ED"/>
                </a:solidFill>
                <a:latin typeface="Calibri" pitchFamily="34" charset="0"/>
                <a:ea typeface="Calibri" pitchFamily="34" charset="-122"/>
                <a:cs typeface="Calibri" pitchFamily="34" charset="-120"/>
              </a:rPr>
              <a:t>Standalone</a:t>
            </a:r>
            <a:br>
              <a:rPr lang="en-US" sz="1200" b="1" dirty="0">
                <a:solidFill>
                  <a:srgbClr val="E2E4ED"/>
                </a:solidFill>
                <a:latin typeface="Calibri" pitchFamily="34" charset="0"/>
                <a:ea typeface="Calibri" pitchFamily="34" charset="-122"/>
                <a:cs typeface="Calibri" pitchFamily="34" charset="-120"/>
              </a:rPr>
            </a:br>
            <a:r>
              <a:rPr lang="en-US" sz="1200" b="1" dirty="0">
                <a:solidFill>
                  <a:srgbClr val="E2E4ED"/>
                </a:solidFill>
                <a:latin typeface="Calibri" pitchFamily="34" charset="0"/>
                <a:ea typeface="Calibri" pitchFamily="34" charset="-122"/>
                <a:cs typeface="Calibri" pitchFamily="34" charset="-120"/>
              </a:rPr>
              <a:t>pipeline</a:t>
            </a:r>
            <a:endParaRPr lang="en-US" sz="1200" dirty="0"/>
          </a:p>
        </p:txBody>
      </p:sp>
      <p:sp>
        <p:nvSpPr>
          <p:cNvPr id="50" name="Text 41"/>
          <p:cNvSpPr/>
          <p:nvPr/>
        </p:nvSpPr>
        <p:spPr>
          <a:xfrm>
            <a:off x="3717226" y="6063724"/>
            <a:ext cx="1170432" cy="243840"/>
          </a:xfrm>
          <a:prstGeom prst="rect">
            <a:avLst/>
          </a:prstGeom>
          <a:noFill/>
          <a:ln/>
        </p:spPr>
        <p:txBody>
          <a:bodyPr wrap="square" lIns="0" tIns="0" rIns="0" bIns="0" rtlCol="0" anchor="ctr"/>
          <a:lstStyle/>
          <a:p>
            <a:pPr algn="ctr"/>
            <a:r>
              <a:rPr lang="en-US" sz="933" dirty="0">
                <a:solidFill>
                  <a:schemeClr val="bg1"/>
                </a:solidFill>
                <a:latin typeface="Calibri" pitchFamily="34" charset="0"/>
                <a:ea typeface="Calibri" pitchFamily="34" charset="-122"/>
                <a:cs typeface="Calibri" pitchFamily="34" charset="-120"/>
              </a:rPr>
              <a:t>no runtime LLM</a:t>
            </a:r>
            <a:endParaRPr lang="en-US" sz="933" dirty="0">
              <a:solidFill>
                <a:schemeClr val="bg1"/>
              </a:solidFill>
            </a:endParaRPr>
          </a:p>
        </p:txBody>
      </p:sp>
      <p:sp>
        <p:nvSpPr>
          <p:cNvPr id="51" name="Shape 42"/>
          <p:cNvSpPr/>
          <p:nvPr/>
        </p:nvSpPr>
        <p:spPr>
          <a:xfrm>
            <a:off x="5082730" y="5713345"/>
            <a:ext cx="1316736" cy="548640"/>
          </a:xfrm>
          <a:prstGeom prst="rect">
            <a:avLst/>
          </a:prstGeom>
          <a:solidFill>
            <a:srgbClr val="232734"/>
          </a:solidFill>
          <a:ln w="6350">
            <a:solidFill>
              <a:srgbClr val="2E3348"/>
            </a:solidFill>
            <a:prstDash val="solid"/>
          </a:ln>
        </p:spPr>
        <p:txBody>
          <a:bodyPr/>
          <a:lstStyle/>
          <a:p>
            <a:endParaRPr lang="en-CA" sz="2400"/>
          </a:p>
        </p:txBody>
      </p:sp>
      <p:sp>
        <p:nvSpPr>
          <p:cNvPr id="52" name="Text 43"/>
          <p:cNvSpPr/>
          <p:nvPr/>
        </p:nvSpPr>
        <p:spPr>
          <a:xfrm>
            <a:off x="5155882" y="5725537"/>
            <a:ext cx="1170432" cy="268224"/>
          </a:xfrm>
          <a:prstGeom prst="rect">
            <a:avLst/>
          </a:prstGeom>
          <a:noFill/>
          <a:ln/>
        </p:spPr>
        <p:txBody>
          <a:bodyPr wrap="square" lIns="0" tIns="0" rIns="0" bIns="0" rtlCol="0" anchor="ctr"/>
          <a:lstStyle/>
          <a:p>
            <a:pPr algn="ctr"/>
            <a:r>
              <a:rPr lang="en-US" sz="1200" b="1" dirty="0">
                <a:solidFill>
                  <a:srgbClr val="E2E4ED"/>
                </a:solidFill>
                <a:latin typeface="Calibri" pitchFamily="34" charset="0"/>
                <a:ea typeface="Calibri" pitchFamily="34" charset="-122"/>
                <a:cs typeface="Calibri" pitchFamily="34" charset="-120"/>
              </a:rPr>
              <a:t>Compliance safe</a:t>
            </a:r>
            <a:endParaRPr lang="en-US" sz="1200" dirty="0"/>
          </a:p>
        </p:txBody>
      </p:sp>
      <p:sp>
        <p:nvSpPr>
          <p:cNvPr id="53" name="Text 44"/>
          <p:cNvSpPr/>
          <p:nvPr/>
        </p:nvSpPr>
        <p:spPr>
          <a:xfrm>
            <a:off x="5155882" y="5969377"/>
            <a:ext cx="1170432" cy="243840"/>
          </a:xfrm>
          <a:prstGeom prst="rect">
            <a:avLst/>
          </a:prstGeom>
          <a:noFill/>
          <a:ln/>
        </p:spPr>
        <p:txBody>
          <a:bodyPr wrap="square" lIns="0" tIns="0" rIns="0" bIns="0" rtlCol="0" anchor="ctr"/>
          <a:lstStyle/>
          <a:p>
            <a:pPr algn="ctr"/>
            <a:r>
              <a:rPr lang="en-US" sz="933" dirty="0">
                <a:solidFill>
                  <a:schemeClr val="bg1"/>
                </a:solidFill>
                <a:latin typeface="Calibri" pitchFamily="34" charset="0"/>
                <a:ea typeface="Calibri" pitchFamily="34" charset="-122"/>
                <a:cs typeface="Calibri" pitchFamily="34" charset="-120"/>
              </a:rPr>
              <a:t>100% synthetic, no PDIT</a:t>
            </a:r>
            <a:endParaRPr lang="en-US" sz="933" dirty="0">
              <a:solidFill>
                <a:schemeClr val="bg1"/>
              </a:solidFill>
            </a:endParaRPr>
          </a:p>
        </p:txBody>
      </p:sp>
      <p:sp>
        <p:nvSpPr>
          <p:cNvPr id="60" name="TextBox 59">
            <a:extLst>
              <a:ext uri="{FF2B5EF4-FFF2-40B4-BE49-F238E27FC236}">
                <a16:creationId xmlns:a16="http://schemas.microsoft.com/office/drawing/2014/main" id="{81D4FF5C-9E9D-6C8C-7F26-5E8FCBD0EE07}"/>
              </a:ext>
            </a:extLst>
          </p:cNvPr>
          <p:cNvSpPr txBox="1">
            <a:spLocks/>
          </p:cNvSpPr>
          <p:nvPr/>
        </p:nvSpPr>
        <p:spPr>
          <a:xfrm>
            <a:off x="3511990" y="4306305"/>
            <a:ext cx="160653" cy="685468"/>
          </a:xfrm>
          <a:prstGeom prst="rightArrow">
            <a:avLst/>
          </a:prstGeom>
          <a:gradFill>
            <a:gsLst>
              <a:gs pos="0">
                <a:srgbClr val="E31937"/>
              </a:gs>
              <a:gs pos="100000">
                <a:srgbClr val="5236AB"/>
              </a:gs>
              <a:gs pos="60000">
                <a:srgbClr val="A82465"/>
              </a:gs>
            </a:gsLst>
            <a:lin ang="10800000" scaled="0"/>
          </a:gradFill>
        </p:spPr>
        <p:txBody>
          <a:bodyPr vert="horz" wrap="none" lIns="108000" tIns="144000" rIns="144000" bIns="144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dirty="0">
              <a:ln>
                <a:noFill/>
              </a:ln>
              <a:solidFill>
                <a:srgbClr val="FFFFFF"/>
              </a:solidFill>
              <a:effectLst/>
              <a:uLnTx/>
              <a:uFillTx/>
              <a:latin typeface="Arial"/>
              <a:ea typeface="+mn-ea"/>
              <a:cs typeface="+mn-cs"/>
            </a:endParaRPr>
          </a:p>
        </p:txBody>
      </p:sp>
      <p:sp>
        <p:nvSpPr>
          <p:cNvPr id="61" name="TextBox 60">
            <a:extLst>
              <a:ext uri="{FF2B5EF4-FFF2-40B4-BE49-F238E27FC236}">
                <a16:creationId xmlns:a16="http://schemas.microsoft.com/office/drawing/2014/main" id="{4BCA9F3D-7A01-998D-7C68-7E40093E4FB1}"/>
              </a:ext>
            </a:extLst>
          </p:cNvPr>
          <p:cNvSpPr txBox="1">
            <a:spLocks/>
          </p:cNvSpPr>
          <p:nvPr/>
        </p:nvSpPr>
        <p:spPr>
          <a:xfrm>
            <a:off x="1934194" y="4306305"/>
            <a:ext cx="160653" cy="685468"/>
          </a:xfrm>
          <a:prstGeom prst="rightArrow">
            <a:avLst/>
          </a:prstGeom>
          <a:gradFill>
            <a:gsLst>
              <a:gs pos="0">
                <a:srgbClr val="E31937"/>
              </a:gs>
              <a:gs pos="100000">
                <a:srgbClr val="5236AB"/>
              </a:gs>
              <a:gs pos="60000">
                <a:srgbClr val="A82465"/>
              </a:gs>
            </a:gsLst>
            <a:lin ang="10800000" scaled="0"/>
          </a:gradFill>
        </p:spPr>
        <p:txBody>
          <a:bodyPr vert="horz" wrap="none" lIns="108000" tIns="144000" rIns="144000" bIns="144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dirty="0">
              <a:ln>
                <a:noFill/>
              </a:ln>
              <a:solidFill>
                <a:srgbClr val="FFFFFF"/>
              </a:solidFill>
              <a:effectLst/>
              <a:uLnTx/>
              <a:uFillTx/>
              <a:latin typeface="Arial"/>
              <a:ea typeface="+mn-ea"/>
              <a:cs typeface="+mn-cs"/>
            </a:endParaRPr>
          </a:p>
        </p:txBody>
      </p:sp>
      <p:sp>
        <p:nvSpPr>
          <p:cNvPr id="62" name="TextBox 61">
            <a:extLst>
              <a:ext uri="{FF2B5EF4-FFF2-40B4-BE49-F238E27FC236}">
                <a16:creationId xmlns:a16="http://schemas.microsoft.com/office/drawing/2014/main" id="{C64ACF6D-F3D0-0FBA-2F0E-2B3527B657B9}"/>
              </a:ext>
            </a:extLst>
          </p:cNvPr>
          <p:cNvSpPr txBox="1">
            <a:spLocks/>
          </p:cNvSpPr>
          <p:nvPr/>
        </p:nvSpPr>
        <p:spPr>
          <a:xfrm>
            <a:off x="5040757" y="4306305"/>
            <a:ext cx="160653" cy="685468"/>
          </a:xfrm>
          <a:prstGeom prst="rightArrow">
            <a:avLst/>
          </a:prstGeom>
          <a:gradFill>
            <a:gsLst>
              <a:gs pos="0">
                <a:srgbClr val="E31937"/>
              </a:gs>
              <a:gs pos="100000">
                <a:srgbClr val="5236AB"/>
              </a:gs>
              <a:gs pos="60000">
                <a:srgbClr val="A82465"/>
              </a:gs>
            </a:gsLst>
            <a:lin ang="10800000" scaled="0"/>
          </a:gradFill>
        </p:spPr>
        <p:txBody>
          <a:bodyPr vert="horz" wrap="none" lIns="108000" tIns="144000" rIns="144000" bIns="144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dirty="0">
              <a:ln>
                <a:noFill/>
              </a:ln>
              <a:solidFill>
                <a:srgbClr val="FFFFFF"/>
              </a:solidFill>
              <a:effectLst/>
              <a:uLnTx/>
              <a:uFillTx/>
              <a:latin typeface="Arial"/>
              <a:ea typeface="+mn-ea"/>
              <a:cs typeface="+mn-cs"/>
            </a:endParaRPr>
          </a:p>
        </p:txBody>
      </p:sp>
      <p:pic>
        <p:nvPicPr>
          <p:cNvPr id="1026" name="Picture 2" descr="Claude AI Logo image for Free Download">
            <a:extLst>
              <a:ext uri="{FF2B5EF4-FFF2-40B4-BE49-F238E27FC236}">
                <a16:creationId xmlns:a16="http://schemas.microsoft.com/office/drawing/2014/main" id="{8B4D6E99-9124-463F-C1DD-99FB480FFC8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442984" y="1423192"/>
            <a:ext cx="888967" cy="888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206112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15369-6D27-5C7E-F8B4-4A155B1F94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C682AE-0F56-1E1F-FF6A-5ADC237D8582}"/>
              </a:ext>
            </a:extLst>
          </p:cNvPr>
          <p:cNvSpPr>
            <a:spLocks noGrp="1"/>
          </p:cNvSpPr>
          <p:nvPr>
            <p:ph type="title"/>
          </p:nvPr>
        </p:nvSpPr>
        <p:spPr/>
        <p:txBody>
          <a:bodyPr/>
          <a:lstStyle/>
          <a:p>
            <a:r>
              <a:rPr lang="en-US" dirty="0"/>
              <a:t>Scope : TSYS TS2 Credit Card Processing Schema</a:t>
            </a:r>
            <a:endParaRPr lang="en-CA" dirty="0"/>
          </a:p>
        </p:txBody>
      </p:sp>
      <p:sp>
        <p:nvSpPr>
          <p:cNvPr id="6" name="Content Placeholder 5">
            <a:extLst>
              <a:ext uri="{FF2B5EF4-FFF2-40B4-BE49-F238E27FC236}">
                <a16:creationId xmlns:a16="http://schemas.microsoft.com/office/drawing/2014/main" id="{6A49301F-8167-6F21-EFC2-E88F05671F7A}"/>
              </a:ext>
            </a:extLst>
          </p:cNvPr>
          <p:cNvSpPr>
            <a:spLocks noGrp="1"/>
          </p:cNvSpPr>
          <p:nvPr>
            <p:ph sz="quarter" idx="17"/>
          </p:nvPr>
        </p:nvSpPr>
        <p:spPr>
          <a:xfrm>
            <a:off x="766764" y="1527176"/>
            <a:ext cx="4307020" cy="4565650"/>
          </a:xfrm>
        </p:spPr>
        <p:txBody>
          <a:bodyPr/>
          <a:lstStyle/>
          <a:p>
            <a:pPr marL="342900" indent="-342900">
              <a:buFont typeface="Arial" panose="020B0604020202020204" pitchFamily="34" charset="0"/>
              <a:buChar char="•"/>
            </a:pPr>
            <a:r>
              <a:rPr lang="en-US" dirty="0"/>
              <a:t>We selected </a:t>
            </a:r>
            <a:r>
              <a:rPr lang="en-US" dirty="0">
                <a:hlinkClick r:id="rId3"/>
              </a:rPr>
              <a:t>TSYS TS2 Credit Card Processing </a:t>
            </a:r>
            <a:r>
              <a:rPr lang="en-US" dirty="0"/>
              <a:t>as our test schema because it is relevant to TD Bank fraud management and provides an enterprise-scale stress-test for </a:t>
            </a:r>
            <a:r>
              <a:rPr lang="en-US" dirty="0" err="1"/>
              <a:t>TDGen</a:t>
            </a:r>
            <a:r>
              <a:rPr lang="en-US" dirty="0"/>
              <a:t>. </a:t>
            </a:r>
          </a:p>
          <a:p>
            <a:pPr marL="342900" indent="-342900">
              <a:buFont typeface="Arial" panose="020B0604020202020204" pitchFamily="34" charset="0"/>
              <a:buChar char="•"/>
            </a:pPr>
            <a:r>
              <a:rPr lang="en-US" dirty="0"/>
              <a:t>Since TS2's schema is proprietary, we constructed a </a:t>
            </a:r>
            <a:r>
              <a:rPr lang="en-US" i="1" dirty="0"/>
              <a:t>proxy </a:t>
            </a:r>
            <a:r>
              <a:rPr lang="en-US" dirty="0"/>
              <a:t>by synthesizing available sources from TSYS, Mphasis, FICO, and ISO 8583. </a:t>
            </a:r>
          </a:p>
          <a:p>
            <a:pPr marL="342900" indent="-342900">
              <a:buFont typeface="Arial" panose="020B0604020202020204" pitchFamily="34" charset="0"/>
              <a:buChar char="•"/>
            </a:pPr>
            <a:r>
              <a:rPr lang="en-US" dirty="0"/>
              <a:t>The resulting schema contains 31 tables (15 entity, 16 lookup), 285 columns, and 47 relationships.</a:t>
            </a:r>
          </a:p>
        </p:txBody>
      </p:sp>
      <p:sp>
        <p:nvSpPr>
          <p:cNvPr id="3" name="Cornerstone">
            <a:extLst>
              <a:ext uri="{FF2B5EF4-FFF2-40B4-BE49-F238E27FC236}">
                <a16:creationId xmlns:a16="http://schemas.microsoft.com/office/drawing/2014/main" id="{AA42CDBF-3141-B821-A83D-1480BEF4E94D}"/>
              </a:ext>
              <a:ext uri="{C183D7F6-B498-43B3-948B-1728B52AA6E4}">
                <adec:decorative xmlns:adec="http://schemas.microsoft.com/office/drawing/2017/decorative" val="1"/>
              </a:ext>
            </a:extLst>
          </p:cNvPr>
          <p:cNvSpPr>
            <a:spLocks noChangeAspect="1"/>
          </p:cNvSpPr>
          <p:nvPr/>
        </p:nvSpPr>
        <p:spPr bwMode="gray">
          <a:xfrm rot="16200000">
            <a:off x="10393974" y="423158"/>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gradFill>
          <a:ln w="9525" algn="ctr">
            <a:noFill/>
            <a:miter lim="800000"/>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8" name="Rectangle 7">
            <a:extLst>
              <a:ext uri="{FF2B5EF4-FFF2-40B4-BE49-F238E27FC236}">
                <a16:creationId xmlns:a16="http://schemas.microsoft.com/office/drawing/2014/main" id="{355AA732-91D1-DF7E-724F-1ABFAC913A89}"/>
              </a:ext>
            </a:extLst>
          </p:cNvPr>
          <p:cNvSpPr/>
          <p:nvPr/>
        </p:nvSpPr>
        <p:spPr>
          <a:xfrm flipH="1">
            <a:off x="5128648" y="1564281"/>
            <a:ext cx="45719" cy="4639396"/>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54" name="Group 53">
            <a:extLst>
              <a:ext uri="{FF2B5EF4-FFF2-40B4-BE49-F238E27FC236}">
                <a16:creationId xmlns:a16="http://schemas.microsoft.com/office/drawing/2014/main" id="{368EA451-179A-19F5-7BF4-9FFD4355EE82}"/>
              </a:ext>
            </a:extLst>
          </p:cNvPr>
          <p:cNvGrpSpPr/>
          <p:nvPr/>
        </p:nvGrpSpPr>
        <p:grpSpPr>
          <a:xfrm>
            <a:off x="5366322" y="1303429"/>
            <a:ext cx="5303520" cy="1553437"/>
            <a:chOff x="6682656" y="2110329"/>
            <a:chExt cx="5303520" cy="1553437"/>
          </a:xfrm>
        </p:grpSpPr>
        <p:sp>
          <p:nvSpPr>
            <p:cNvPr id="7" name="Rectangle 6">
              <a:extLst>
                <a:ext uri="{FF2B5EF4-FFF2-40B4-BE49-F238E27FC236}">
                  <a16:creationId xmlns:a16="http://schemas.microsoft.com/office/drawing/2014/main" id="{E73876E7-AF80-3E95-096D-EA074E7DE7D0}"/>
                </a:ext>
              </a:extLst>
            </p:cNvPr>
            <p:cNvSpPr/>
            <p:nvPr/>
          </p:nvSpPr>
          <p:spPr>
            <a:xfrm>
              <a:off x="6682656" y="2110329"/>
              <a:ext cx="5303520" cy="1553437"/>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D2F9626A-95C6-5103-A069-5010F3451AA9}"/>
                </a:ext>
              </a:extLst>
            </p:cNvPr>
            <p:cNvSpPr txBox="1"/>
            <p:nvPr/>
          </p:nvSpPr>
          <p:spPr>
            <a:xfrm>
              <a:off x="6810672" y="2159769"/>
              <a:ext cx="5120640" cy="307777"/>
            </a:xfrm>
            <a:prstGeom prst="rect">
              <a:avLst/>
            </a:prstGeom>
            <a:noFill/>
          </p:spPr>
          <p:txBody>
            <a:bodyPr wrap="square">
              <a:spAutoFit/>
            </a:bodyPr>
            <a:lstStyle/>
            <a:p>
              <a:pPr algn="l"/>
              <a:r>
                <a:rPr lang="en-US" sz="1400" b="1" dirty="0">
                  <a:solidFill>
                    <a:srgbClr val="E4002B"/>
                  </a:solidFill>
                  <a:latin typeface="Calibri"/>
                </a:rPr>
                <a:t>TSYS TS2 Proxy Schema</a:t>
              </a:r>
              <a:endParaRPr sz="1400" b="1" dirty="0">
                <a:solidFill>
                  <a:srgbClr val="E4002B"/>
                </a:solidFill>
                <a:latin typeface="Calibri"/>
              </a:endParaRPr>
            </a:p>
          </p:txBody>
        </p:sp>
        <p:sp>
          <p:nvSpPr>
            <p:cNvPr id="11" name="Rectangle 10">
              <a:extLst>
                <a:ext uri="{FF2B5EF4-FFF2-40B4-BE49-F238E27FC236}">
                  <a16:creationId xmlns:a16="http://schemas.microsoft.com/office/drawing/2014/main" id="{83633C23-77DF-8548-0E16-89610E6939B8}"/>
                </a:ext>
              </a:extLst>
            </p:cNvPr>
            <p:cNvSpPr/>
            <p:nvPr/>
          </p:nvSpPr>
          <p:spPr>
            <a:xfrm>
              <a:off x="6810672" y="2481921"/>
              <a:ext cx="965606" cy="824887"/>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4EC2B126-13B4-3776-89D8-8E620D7130E6}"/>
                </a:ext>
              </a:extLst>
            </p:cNvPr>
            <p:cNvSpPr txBox="1"/>
            <p:nvPr/>
          </p:nvSpPr>
          <p:spPr>
            <a:xfrm>
              <a:off x="6810672" y="2475697"/>
              <a:ext cx="965606" cy="822960"/>
            </a:xfrm>
            <a:prstGeom prst="rect">
              <a:avLst/>
            </a:prstGeom>
            <a:noFill/>
          </p:spPr>
          <p:txBody>
            <a:bodyPr wrap="square">
              <a:spAutoFit/>
            </a:bodyPr>
            <a:lstStyle/>
            <a:p>
              <a:pPr algn="ctr"/>
              <a:r>
                <a:rPr sz="3200" b="1" dirty="0">
                  <a:solidFill>
                    <a:srgbClr val="FFFFFF"/>
                  </a:solidFill>
                  <a:latin typeface="Calibri"/>
                </a:rPr>
                <a:t>31</a:t>
              </a:r>
            </a:p>
          </p:txBody>
        </p:sp>
        <p:sp>
          <p:nvSpPr>
            <p:cNvPr id="13" name="TextBox 12">
              <a:extLst>
                <a:ext uri="{FF2B5EF4-FFF2-40B4-BE49-F238E27FC236}">
                  <a16:creationId xmlns:a16="http://schemas.microsoft.com/office/drawing/2014/main" id="{92B10168-8C76-E147-83AF-7D66A5827CE1}"/>
                </a:ext>
              </a:extLst>
            </p:cNvPr>
            <p:cNvSpPr txBox="1"/>
            <p:nvPr/>
          </p:nvSpPr>
          <p:spPr>
            <a:xfrm>
              <a:off x="6810672" y="2981733"/>
              <a:ext cx="965606" cy="261610"/>
            </a:xfrm>
            <a:prstGeom prst="rect">
              <a:avLst/>
            </a:prstGeom>
            <a:noFill/>
          </p:spPr>
          <p:txBody>
            <a:bodyPr wrap="square">
              <a:spAutoFit/>
            </a:bodyPr>
            <a:lstStyle/>
            <a:p>
              <a:pPr algn="ctr"/>
              <a:r>
                <a:rPr sz="1100" b="0" dirty="0">
                  <a:solidFill>
                    <a:schemeClr val="bg1"/>
                  </a:solidFill>
                  <a:latin typeface="Calibri"/>
                </a:rPr>
                <a:t>Tables</a:t>
              </a:r>
            </a:p>
          </p:txBody>
        </p:sp>
        <p:sp>
          <p:nvSpPr>
            <p:cNvPr id="14" name="Rectangle 13">
              <a:extLst>
                <a:ext uri="{FF2B5EF4-FFF2-40B4-BE49-F238E27FC236}">
                  <a16:creationId xmlns:a16="http://schemas.microsoft.com/office/drawing/2014/main" id="{13B31C4F-E921-9EF5-8F3E-5298E16FC1DC}"/>
                </a:ext>
              </a:extLst>
            </p:cNvPr>
            <p:cNvSpPr/>
            <p:nvPr/>
          </p:nvSpPr>
          <p:spPr>
            <a:xfrm>
              <a:off x="7831142" y="2481921"/>
              <a:ext cx="965606" cy="824887"/>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72424263-FA1E-1C61-3764-027ACCBE2E74}"/>
                </a:ext>
              </a:extLst>
            </p:cNvPr>
            <p:cNvSpPr txBox="1"/>
            <p:nvPr/>
          </p:nvSpPr>
          <p:spPr>
            <a:xfrm>
              <a:off x="7831142" y="2475697"/>
              <a:ext cx="965606" cy="822960"/>
            </a:xfrm>
            <a:prstGeom prst="rect">
              <a:avLst/>
            </a:prstGeom>
            <a:noFill/>
          </p:spPr>
          <p:txBody>
            <a:bodyPr wrap="square">
              <a:spAutoFit/>
            </a:bodyPr>
            <a:lstStyle/>
            <a:p>
              <a:pPr algn="ctr"/>
              <a:r>
                <a:rPr sz="3200" b="1">
                  <a:solidFill>
                    <a:srgbClr val="FFFFFF"/>
                  </a:solidFill>
                  <a:latin typeface="Calibri"/>
                </a:rPr>
                <a:t>15</a:t>
              </a:r>
            </a:p>
          </p:txBody>
        </p:sp>
        <p:sp>
          <p:nvSpPr>
            <p:cNvPr id="16" name="TextBox 15">
              <a:extLst>
                <a:ext uri="{FF2B5EF4-FFF2-40B4-BE49-F238E27FC236}">
                  <a16:creationId xmlns:a16="http://schemas.microsoft.com/office/drawing/2014/main" id="{DC8DE3E1-2FB9-CEFC-0F06-A18A9B7217E4}"/>
                </a:ext>
              </a:extLst>
            </p:cNvPr>
            <p:cNvSpPr txBox="1"/>
            <p:nvPr/>
          </p:nvSpPr>
          <p:spPr>
            <a:xfrm>
              <a:off x="7831142" y="2981733"/>
              <a:ext cx="965606" cy="261610"/>
            </a:xfrm>
            <a:prstGeom prst="rect">
              <a:avLst/>
            </a:prstGeom>
            <a:noFill/>
          </p:spPr>
          <p:txBody>
            <a:bodyPr wrap="square">
              <a:spAutoFit/>
            </a:bodyPr>
            <a:lstStyle/>
            <a:p>
              <a:pPr algn="ctr"/>
              <a:r>
                <a:rPr sz="1100" b="0">
                  <a:solidFill>
                    <a:schemeClr val="bg1"/>
                  </a:solidFill>
                  <a:latin typeface="Calibri"/>
                </a:rPr>
                <a:t>Entities</a:t>
              </a:r>
            </a:p>
          </p:txBody>
        </p:sp>
        <p:sp>
          <p:nvSpPr>
            <p:cNvPr id="17" name="Rectangle 16">
              <a:extLst>
                <a:ext uri="{FF2B5EF4-FFF2-40B4-BE49-F238E27FC236}">
                  <a16:creationId xmlns:a16="http://schemas.microsoft.com/office/drawing/2014/main" id="{48B718C3-17BB-EDB1-4BC5-4E211457AD65}"/>
                </a:ext>
              </a:extLst>
            </p:cNvPr>
            <p:cNvSpPr/>
            <p:nvPr/>
          </p:nvSpPr>
          <p:spPr>
            <a:xfrm>
              <a:off x="8851612" y="2481921"/>
              <a:ext cx="965606" cy="824887"/>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86352FA1-0E9F-3A0A-17A2-C4AA8C633A16}"/>
                </a:ext>
              </a:extLst>
            </p:cNvPr>
            <p:cNvSpPr txBox="1"/>
            <p:nvPr/>
          </p:nvSpPr>
          <p:spPr>
            <a:xfrm>
              <a:off x="8851612" y="2475697"/>
              <a:ext cx="965606" cy="822960"/>
            </a:xfrm>
            <a:prstGeom prst="rect">
              <a:avLst/>
            </a:prstGeom>
            <a:noFill/>
          </p:spPr>
          <p:txBody>
            <a:bodyPr wrap="square">
              <a:spAutoFit/>
            </a:bodyPr>
            <a:lstStyle/>
            <a:p>
              <a:pPr algn="ctr"/>
              <a:r>
                <a:rPr sz="3200" b="1">
                  <a:solidFill>
                    <a:srgbClr val="FFFFFF"/>
                  </a:solidFill>
                  <a:latin typeface="Calibri"/>
                </a:rPr>
                <a:t>16</a:t>
              </a:r>
            </a:p>
          </p:txBody>
        </p:sp>
        <p:sp>
          <p:nvSpPr>
            <p:cNvPr id="19" name="TextBox 18">
              <a:extLst>
                <a:ext uri="{FF2B5EF4-FFF2-40B4-BE49-F238E27FC236}">
                  <a16:creationId xmlns:a16="http://schemas.microsoft.com/office/drawing/2014/main" id="{FDC50D98-4150-C8EC-396A-94BDD9F5FB17}"/>
                </a:ext>
              </a:extLst>
            </p:cNvPr>
            <p:cNvSpPr txBox="1"/>
            <p:nvPr/>
          </p:nvSpPr>
          <p:spPr>
            <a:xfrm>
              <a:off x="8851612" y="2981733"/>
              <a:ext cx="965606" cy="261610"/>
            </a:xfrm>
            <a:prstGeom prst="rect">
              <a:avLst/>
            </a:prstGeom>
            <a:noFill/>
          </p:spPr>
          <p:txBody>
            <a:bodyPr wrap="square">
              <a:spAutoFit/>
            </a:bodyPr>
            <a:lstStyle/>
            <a:p>
              <a:pPr algn="ctr"/>
              <a:r>
                <a:rPr sz="1100" b="0">
                  <a:solidFill>
                    <a:schemeClr val="bg1"/>
                  </a:solidFill>
                  <a:latin typeface="Calibri"/>
                </a:rPr>
                <a:t>Lookups</a:t>
              </a:r>
            </a:p>
          </p:txBody>
        </p:sp>
        <p:sp>
          <p:nvSpPr>
            <p:cNvPr id="20" name="Rectangle 19">
              <a:extLst>
                <a:ext uri="{FF2B5EF4-FFF2-40B4-BE49-F238E27FC236}">
                  <a16:creationId xmlns:a16="http://schemas.microsoft.com/office/drawing/2014/main" id="{8C5B9D7C-7BF4-5AEA-BD37-930D709EECA5}"/>
                </a:ext>
              </a:extLst>
            </p:cNvPr>
            <p:cNvSpPr/>
            <p:nvPr/>
          </p:nvSpPr>
          <p:spPr>
            <a:xfrm>
              <a:off x="9872082" y="2481921"/>
              <a:ext cx="965606" cy="824887"/>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2767D702-9CC3-1808-92D4-527A67B896A4}"/>
                </a:ext>
              </a:extLst>
            </p:cNvPr>
            <p:cNvSpPr txBox="1"/>
            <p:nvPr/>
          </p:nvSpPr>
          <p:spPr>
            <a:xfrm>
              <a:off x="9872082" y="2475697"/>
              <a:ext cx="965606" cy="822960"/>
            </a:xfrm>
            <a:prstGeom prst="rect">
              <a:avLst/>
            </a:prstGeom>
            <a:noFill/>
          </p:spPr>
          <p:txBody>
            <a:bodyPr wrap="square">
              <a:spAutoFit/>
            </a:bodyPr>
            <a:lstStyle/>
            <a:p>
              <a:pPr algn="ctr"/>
              <a:r>
                <a:rPr sz="3200" b="1">
                  <a:solidFill>
                    <a:srgbClr val="FFFFFF"/>
                  </a:solidFill>
                  <a:latin typeface="Calibri"/>
                </a:rPr>
                <a:t>285</a:t>
              </a:r>
            </a:p>
          </p:txBody>
        </p:sp>
        <p:sp>
          <p:nvSpPr>
            <p:cNvPr id="22" name="TextBox 21">
              <a:extLst>
                <a:ext uri="{FF2B5EF4-FFF2-40B4-BE49-F238E27FC236}">
                  <a16:creationId xmlns:a16="http://schemas.microsoft.com/office/drawing/2014/main" id="{9E1B1019-3DF5-98B2-DCB5-B0A97D395315}"/>
                </a:ext>
              </a:extLst>
            </p:cNvPr>
            <p:cNvSpPr txBox="1"/>
            <p:nvPr/>
          </p:nvSpPr>
          <p:spPr>
            <a:xfrm>
              <a:off x="9872082" y="2981733"/>
              <a:ext cx="965606" cy="261610"/>
            </a:xfrm>
            <a:prstGeom prst="rect">
              <a:avLst/>
            </a:prstGeom>
            <a:noFill/>
          </p:spPr>
          <p:txBody>
            <a:bodyPr wrap="square">
              <a:spAutoFit/>
            </a:bodyPr>
            <a:lstStyle/>
            <a:p>
              <a:pPr algn="ctr"/>
              <a:r>
                <a:rPr sz="1100" b="0">
                  <a:solidFill>
                    <a:schemeClr val="bg1"/>
                  </a:solidFill>
                  <a:latin typeface="Calibri"/>
                </a:rPr>
                <a:t>Columns</a:t>
              </a:r>
            </a:p>
          </p:txBody>
        </p:sp>
        <p:sp>
          <p:nvSpPr>
            <p:cNvPr id="23" name="Rectangle 22">
              <a:extLst>
                <a:ext uri="{FF2B5EF4-FFF2-40B4-BE49-F238E27FC236}">
                  <a16:creationId xmlns:a16="http://schemas.microsoft.com/office/drawing/2014/main" id="{BA1889E2-1D59-A969-1EDF-054C33459C21}"/>
                </a:ext>
              </a:extLst>
            </p:cNvPr>
            <p:cNvSpPr/>
            <p:nvPr/>
          </p:nvSpPr>
          <p:spPr>
            <a:xfrm>
              <a:off x="10892552" y="2481921"/>
              <a:ext cx="965606" cy="824887"/>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D47FC56F-4576-3A20-A7BA-749DDC2FF3FD}"/>
                </a:ext>
              </a:extLst>
            </p:cNvPr>
            <p:cNvSpPr txBox="1"/>
            <p:nvPr/>
          </p:nvSpPr>
          <p:spPr>
            <a:xfrm>
              <a:off x="10892552" y="2475697"/>
              <a:ext cx="965606" cy="822960"/>
            </a:xfrm>
            <a:prstGeom prst="rect">
              <a:avLst/>
            </a:prstGeom>
            <a:noFill/>
          </p:spPr>
          <p:txBody>
            <a:bodyPr wrap="square">
              <a:spAutoFit/>
            </a:bodyPr>
            <a:lstStyle/>
            <a:p>
              <a:pPr algn="ctr"/>
              <a:r>
                <a:rPr sz="3200" b="1" dirty="0">
                  <a:solidFill>
                    <a:srgbClr val="FFFFFF"/>
                  </a:solidFill>
                  <a:latin typeface="Calibri"/>
                </a:rPr>
                <a:t>47</a:t>
              </a:r>
            </a:p>
          </p:txBody>
        </p:sp>
        <p:sp>
          <p:nvSpPr>
            <p:cNvPr id="25" name="TextBox 24">
              <a:extLst>
                <a:ext uri="{FF2B5EF4-FFF2-40B4-BE49-F238E27FC236}">
                  <a16:creationId xmlns:a16="http://schemas.microsoft.com/office/drawing/2014/main" id="{8B1ECE71-5461-5F70-0E2B-708830DEABF9}"/>
                </a:ext>
              </a:extLst>
            </p:cNvPr>
            <p:cNvSpPr txBox="1"/>
            <p:nvPr/>
          </p:nvSpPr>
          <p:spPr>
            <a:xfrm>
              <a:off x="10892552" y="2981733"/>
              <a:ext cx="965606" cy="261610"/>
            </a:xfrm>
            <a:prstGeom prst="rect">
              <a:avLst/>
            </a:prstGeom>
            <a:noFill/>
          </p:spPr>
          <p:txBody>
            <a:bodyPr wrap="square">
              <a:spAutoFit/>
            </a:bodyPr>
            <a:lstStyle/>
            <a:p>
              <a:pPr algn="ctr"/>
              <a:r>
                <a:rPr sz="1100" b="0">
                  <a:solidFill>
                    <a:schemeClr val="bg1"/>
                  </a:solidFill>
                  <a:latin typeface="Calibri"/>
                </a:rPr>
                <a:t>Relationships</a:t>
              </a:r>
            </a:p>
          </p:txBody>
        </p:sp>
      </p:grpSp>
      <p:pic>
        <p:nvPicPr>
          <p:cNvPr id="5" name="Picture 4">
            <a:extLst>
              <a:ext uri="{FF2B5EF4-FFF2-40B4-BE49-F238E27FC236}">
                <a16:creationId xmlns:a16="http://schemas.microsoft.com/office/drawing/2014/main" id="{9BF92BF2-ED3C-FA1D-7F5E-79F5A9A71C15}"/>
              </a:ext>
            </a:extLst>
          </p:cNvPr>
          <p:cNvPicPr>
            <a:picLocks noChangeAspect="1"/>
          </p:cNvPicPr>
          <p:nvPr/>
        </p:nvPicPr>
        <p:blipFill>
          <a:blip r:embed="rId4"/>
          <a:stretch>
            <a:fillRect/>
          </a:stretch>
        </p:blipFill>
        <p:spPr>
          <a:xfrm>
            <a:off x="5347160" y="2991569"/>
            <a:ext cx="6844840" cy="3242293"/>
          </a:xfrm>
          <a:prstGeom prst="rect">
            <a:avLst/>
          </a:prstGeom>
        </p:spPr>
      </p:pic>
    </p:spTree>
    <p:extLst>
      <p:ext uri="{BB962C8B-B14F-4D97-AF65-F5344CB8AC3E}">
        <p14:creationId xmlns:p14="http://schemas.microsoft.com/office/powerpoint/2010/main" val="3049180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CAB6517-8B08-34AE-7DE1-245F9B7AB0F5}"/>
              </a:ext>
            </a:extLst>
          </p:cNvPr>
          <p:cNvSpPr>
            <a:spLocks noGrp="1"/>
          </p:cNvSpPr>
          <p:nvPr>
            <p:ph type="title"/>
          </p:nvPr>
        </p:nvSpPr>
        <p:spPr>
          <a:xfrm>
            <a:off x="766763" y="682514"/>
            <a:ext cx="10658475" cy="532765"/>
          </a:xfrm>
        </p:spPr>
        <p:txBody>
          <a:bodyPr/>
          <a:lstStyle/>
          <a:p>
            <a:r>
              <a:rPr lang="en-US" dirty="0"/>
              <a:t>Scope : TSYS TS2 Credit Card Processing Schema</a:t>
            </a:r>
          </a:p>
        </p:txBody>
      </p:sp>
      <p:sp>
        <p:nvSpPr>
          <p:cNvPr id="14" name="Content Placeholder 13">
            <a:extLst>
              <a:ext uri="{FF2B5EF4-FFF2-40B4-BE49-F238E27FC236}">
                <a16:creationId xmlns:a16="http://schemas.microsoft.com/office/drawing/2014/main" id="{85F18FB9-5333-2B1D-8F60-8E39E55E4367}"/>
              </a:ext>
            </a:extLst>
          </p:cNvPr>
          <p:cNvSpPr>
            <a:spLocks noGrp="1"/>
          </p:cNvSpPr>
          <p:nvPr>
            <p:ph sz="quarter" idx="19"/>
          </p:nvPr>
        </p:nvSpPr>
        <p:spPr>
          <a:xfrm>
            <a:off x="765737" y="1455679"/>
            <a:ext cx="5330263" cy="4325649"/>
          </a:xfrm>
        </p:spPr>
        <p:txBody>
          <a:bodyPr/>
          <a:lstStyle/>
          <a:p>
            <a:r>
              <a:rPr lang="en-US" dirty="0"/>
              <a:t>Six of the entities are updated synthetically every day with lifecycle state machines.</a:t>
            </a:r>
            <a:endParaRPr lang="en-CA" dirty="0"/>
          </a:p>
          <a:p>
            <a:endParaRPr lang="en-US" dirty="0"/>
          </a:p>
        </p:txBody>
      </p:sp>
      <p:pic>
        <p:nvPicPr>
          <p:cNvPr id="6" name="Picture Placeholder 5">
            <a:extLst>
              <a:ext uri="{FF2B5EF4-FFF2-40B4-BE49-F238E27FC236}">
                <a16:creationId xmlns:a16="http://schemas.microsoft.com/office/drawing/2014/main" id="{744F0CE9-6A92-1232-0E47-DD560D4A3E87}"/>
              </a:ext>
              <a:ext uri="{C183D7F6-B498-43B3-948B-1728B52AA6E4}">
                <adec:decorative xmlns:adec="http://schemas.microsoft.com/office/drawing/2017/decorative" val="1"/>
              </a:ext>
            </a:extLst>
          </p:cNvPr>
          <p:cNvPicPr>
            <a:picLocks noGrp="1" noChangeAspect="1"/>
          </p:cNvPicPr>
          <p:nvPr>
            <p:ph type="pic" sz="quarter" idx="24"/>
          </p:nvPr>
        </p:nvPicPr>
        <p:blipFill>
          <a:blip r:embed="rId2" cstate="screen">
            <a:extLst>
              <a:ext uri="{28A0092B-C50C-407E-A947-70E740481C1C}">
                <a14:useLocalDpi xmlns:a14="http://schemas.microsoft.com/office/drawing/2010/main"/>
              </a:ext>
            </a:extLst>
          </a:blip>
          <a:srcRect/>
          <a:stretch>
            <a:fillRect/>
          </a:stretch>
        </p:blipFill>
        <p:spPr/>
      </p:pic>
      <p:sp>
        <p:nvSpPr>
          <p:cNvPr id="4" name="Slide Number Placeholder 3">
            <a:extLst>
              <a:ext uri="{FF2B5EF4-FFF2-40B4-BE49-F238E27FC236}">
                <a16:creationId xmlns:a16="http://schemas.microsoft.com/office/drawing/2014/main" id="{6635A4FD-D408-89D0-3169-B2DEFAE51A94}"/>
              </a:ext>
            </a:extLst>
          </p:cNvPr>
          <p:cNvSpPr txBox="1">
            <a:spLocks/>
          </p:cNvSpPr>
          <p:nvPr/>
        </p:nvSpPr>
        <p:spPr>
          <a:xfrm>
            <a:off x="5187687" y="4558184"/>
            <a:ext cx="264172" cy="13716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25A3C56-E491-49B2-93F3-63532DF516BC}" type="slidenum">
              <a:rPr lang="en-US" sz="1000" smtClean="0"/>
              <a:pPr/>
              <a:t>4</a:t>
            </a:fld>
            <a:endParaRPr lang="en-US" sz="1000"/>
          </a:p>
        </p:txBody>
      </p:sp>
      <p:sp>
        <p:nvSpPr>
          <p:cNvPr id="26" name="Rectangle 25">
            <a:extLst>
              <a:ext uri="{FF2B5EF4-FFF2-40B4-BE49-F238E27FC236}">
                <a16:creationId xmlns:a16="http://schemas.microsoft.com/office/drawing/2014/main" id="{1EC45A8C-5781-4998-63E9-E879E401D4A7}"/>
              </a:ext>
            </a:extLst>
          </p:cNvPr>
          <p:cNvSpPr/>
          <p:nvPr/>
        </p:nvSpPr>
        <p:spPr>
          <a:xfrm>
            <a:off x="765736" y="2217675"/>
            <a:ext cx="5109387" cy="30175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63C5EF15-7ECC-1C23-EA9D-1CD33C212EB3}"/>
              </a:ext>
            </a:extLst>
          </p:cNvPr>
          <p:cNvSpPr txBox="1"/>
          <p:nvPr/>
        </p:nvSpPr>
        <p:spPr>
          <a:xfrm>
            <a:off x="793537" y="2257067"/>
            <a:ext cx="4754807" cy="307777"/>
          </a:xfrm>
          <a:prstGeom prst="rect">
            <a:avLst/>
          </a:prstGeom>
          <a:noFill/>
        </p:spPr>
        <p:txBody>
          <a:bodyPr wrap="square">
            <a:spAutoFit/>
          </a:bodyPr>
          <a:lstStyle/>
          <a:p>
            <a:pPr algn="l"/>
            <a:r>
              <a:rPr lang="en-US" sz="1400" b="1" dirty="0">
                <a:solidFill>
                  <a:srgbClr val="E4002B"/>
                </a:solidFill>
              </a:rPr>
              <a:t>Entity State Machines</a:t>
            </a:r>
            <a:endParaRPr sz="1400" b="1" dirty="0">
              <a:solidFill>
                <a:srgbClr val="E4002B"/>
              </a:solidFill>
            </a:endParaRPr>
          </a:p>
        </p:txBody>
      </p:sp>
      <p:sp>
        <p:nvSpPr>
          <p:cNvPr id="30" name="Rectangle 29">
            <a:extLst>
              <a:ext uri="{FF2B5EF4-FFF2-40B4-BE49-F238E27FC236}">
                <a16:creationId xmlns:a16="http://schemas.microsoft.com/office/drawing/2014/main" id="{BC3C2A80-88BE-530D-0A66-42CD94358B18}"/>
              </a:ext>
            </a:extLst>
          </p:cNvPr>
          <p:cNvSpPr/>
          <p:nvPr/>
        </p:nvSpPr>
        <p:spPr>
          <a:xfrm>
            <a:off x="793535" y="2635632"/>
            <a:ext cx="4977838"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1" name="Rectangle 30">
            <a:extLst>
              <a:ext uri="{FF2B5EF4-FFF2-40B4-BE49-F238E27FC236}">
                <a16:creationId xmlns:a16="http://schemas.microsoft.com/office/drawing/2014/main" id="{F7D99994-4C54-E53E-F00A-AC65CF336F50}"/>
              </a:ext>
            </a:extLst>
          </p:cNvPr>
          <p:cNvSpPr/>
          <p:nvPr/>
        </p:nvSpPr>
        <p:spPr>
          <a:xfrm>
            <a:off x="793537" y="2635632"/>
            <a:ext cx="36927" cy="347472"/>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2" name="TextBox 31">
            <a:extLst>
              <a:ext uri="{FF2B5EF4-FFF2-40B4-BE49-F238E27FC236}">
                <a16:creationId xmlns:a16="http://schemas.microsoft.com/office/drawing/2014/main" id="{E28E47AB-06A8-436B-97AC-B7EEAB99EB9D}"/>
              </a:ext>
            </a:extLst>
          </p:cNvPr>
          <p:cNvSpPr txBox="1"/>
          <p:nvPr/>
        </p:nvSpPr>
        <p:spPr>
          <a:xfrm>
            <a:off x="885855" y="2670684"/>
            <a:ext cx="1200133" cy="246221"/>
          </a:xfrm>
          <a:prstGeom prst="rect">
            <a:avLst/>
          </a:prstGeom>
          <a:noFill/>
        </p:spPr>
        <p:txBody>
          <a:bodyPr wrap="square">
            <a:spAutoFit/>
          </a:bodyPr>
          <a:lstStyle/>
          <a:p>
            <a:pPr algn="l"/>
            <a:r>
              <a:rPr sz="1000" b="1" dirty="0">
                <a:solidFill>
                  <a:srgbClr val="005B99"/>
                </a:solidFill>
              </a:rPr>
              <a:t>ACCOUNT</a:t>
            </a:r>
          </a:p>
        </p:txBody>
      </p:sp>
      <p:sp>
        <p:nvSpPr>
          <p:cNvPr id="33" name="TextBox 32">
            <a:extLst>
              <a:ext uri="{FF2B5EF4-FFF2-40B4-BE49-F238E27FC236}">
                <a16:creationId xmlns:a16="http://schemas.microsoft.com/office/drawing/2014/main" id="{4EF48D00-95D5-9AF1-1C1A-2D4C8EE9C240}"/>
              </a:ext>
            </a:extLst>
          </p:cNvPr>
          <p:cNvSpPr txBox="1"/>
          <p:nvPr/>
        </p:nvSpPr>
        <p:spPr>
          <a:xfrm>
            <a:off x="2085988" y="2672208"/>
            <a:ext cx="3657587" cy="246221"/>
          </a:xfrm>
          <a:prstGeom prst="rect">
            <a:avLst/>
          </a:prstGeom>
          <a:noFill/>
        </p:spPr>
        <p:txBody>
          <a:bodyPr wrap="square">
            <a:spAutoFit/>
          </a:bodyPr>
          <a:lstStyle/>
          <a:p>
            <a:pPr algn="l"/>
            <a:r>
              <a:rPr sz="1000" b="0" dirty="0">
                <a:solidFill>
                  <a:srgbClr val="333333"/>
                </a:solidFill>
              </a:rPr>
              <a:t>ACTIVE → DELINQUENT → CHARGEOFF → CLOSED</a:t>
            </a:r>
          </a:p>
        </p:txBody>
      </p:sp>
      <p:sp>
        <p:nvSpPr>
          <p:cNvPr id="34" name="Rectangle 33">
            <a:extLst>
              <a:ext uri="{FF2B5EF4-FFF2-40B4-BE49-F238E27FC236}">
                <a16:creationId xmlns:a16="http://schemas.microsoft.com/office/drawing/2014/main" id="{58C3B5D8-AE89-681D-2C5B-065D33F39707}"/>
              </a:ext>
            </a:extLst>
          </p:cNvPr>
          <p:cNvSpPr/>
          <p:nvPr/>
        </p:nvSpPr>
        <p:spPr>
          <a:xfrm>
            <a:off x="793535" y="3019680"/>
            <a:ext cx="4977838"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5" name="Rectangle 34">
            <a:extLst>
              <a:ext uri="{FF2B5EF4-FFF2-40B4-BE49-F238E27FC236}">
                <a16:creationId xmlns:a16="http://schemas.microsoft.com/office/drawing/2014/main" id="{1B26960B-82DF-2CFC-3936-E594EAB14A14}"/>
              </a:ext>
            </a:extLst>
          </p:cNvPr>
          <p:cNvSpPr/>
          <p:nvPr/>
        </p:nvSpPr>
        <p:spPr>
          <a:xfrm>
            <a:off x="793537" y="3019680"/>
            <a:ext cx="36927" cy="347472"/>
          </a:xfrm>
          <a:prstGeom prst="rect">
            <a:avLst/>
          </a:prstGeom>
          <a:solidFill>
            <a:srgbClr val="006E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6" name="TextBox 35">
            <a:extLst>
              <a:ext uri="{FF2B5EF4-FFF2-40B4-BE49-F238E27FC236}">
                <a16:creationId xmlns:a16="http://schemas.microsoft.com/office/drawing/2014/main" id="{50B0237C-F1ED-9B0F-7101-D8CD10A43CCC}"/>
              </a:ext>
            </a:extLst>
          </p:cNvPr>
          <p:cNvSpPr txBox="1"/>
          <p:nvPr/>
        </p:nvSpPr>
        <p:spPr>
          <a:xfrm>
            <a:off x="885855" y="3064257"/>
            <a:ext cx="1200133" cy="246221"/>
          </a:xfrm>
          <a:prstGeom prst="rect">
            <a:avLst/>
          </a:prstGeom>
          <a:noFill/>
        </p:spPr>
        <p:txBody>
          <a:bodyPr wrap="square">
            <a:spAutoFit/>
          </a:bodyPr>
          <a:lstStyle/>
          <a:p>
            <a:pPr algn="l"/>
            <a:r>
              <a:rPr sz="1000" b="1" dirty="0">
                <a:solidFill>
                  <a:srgbClr val="006E51"/>
                </a:solidFill>
              </a:rPr>
              <a:t>CARD</a:t>
            </a:r>
          </a:p>
        </p:txBody>
      </p:sp>
      <p:sp>
        <p:nvSpPr>
          <p:cNvPr id="37" name="TextBox 36">
            <a:extLst>
              <a:ext uri="{FF2B5EF4-FFF2-40B4-BE49-F238E27FC236}">
                <a16:creationId xmlns:a16="http://schemas.microsoft.com/office/drawing/2014/main" id="{52656BE7-B2F4-34B4-3C13-5580E2ABC214}"/>
              </a:ext>
            </a:extLst>
          </p:cNvPr>
          <p:cNvSpPr txBox="1"/>
          <p:nvPr/>
        </p:nvSpPr>
        <p:spPr>
          <a:xfrm>
            <a:off x="2085988" y="3056256"/>
            <a:ext cx="3101699" cy="256032"/>
          </a:xfrm>
          <a:prstGeom prst="rect">
            <a:avLst/>
          </a:prstGeom>
          <a:noFill/>
        </p:spPr>
        <p:txBody>
          <a:bodyPr wrap="square">
            <a:spAutoFit/>
          </a:bodyPr>
          <a:lstStyle/>
          <a:p>
            <a:pPr algn="l"/>
            <a:r>
              <a:rPr sz="1000" b="0" dirty="0">
                <a:solidFill>
                  <a:srgbClr val="333333"/>
                </a:solidFill>
              </a:rPr>
              <a:t>ACTIVE → BLOCKED → EXPIRED → CLOSED</a:t>
            </a:r>
          </a:p>
        </p:txBody>
      </p:sp>
      <p:sp>
        <p:nvSpPr>
          <p:cNvPr id="38" name="Rectangle 37">
            <a:extLst>
              <a:ext uri="{FF2B5EF4-FFF2-40B4-BE49-F238E27FC236}">
                <a16:creationId xmlns:a16="http://schemas.microsoft.com/office/drawing/2014/main" id="{04804C6A-D1E0-2905-5926-4C8D8A0C6303}"/>
              </a:ext>
            </a:extLst>
          </p:cNvPr>
          <p:cNvSpPr/>
          <p:nvPr/>
        </p:nvSpPr>
        <p:spPr>
          <a:xfrm>
            <a:off x="793535" y="3403728"/>
            <a:ext cx="4977838"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9" name="Rectangle 38">
            <a:extLst>
              <a:ext uri="{FF2B5EF4-FFF2-40B4-BE49-F238E27FC236}">
                <a16:creationId xmlns:a16="http://schemas.microsoft.com/office/drawing/2014/main" id="{AA4050DB-199A-ED63-E3A4-E50D91F3596D}"/>
              </a:ext>
            </a:extLst>
          </p:cNvPr>
          <p:cNvSpPr/>
          <p:nvPr/>
        </p:nvSpPr>
        <p:spPr>
          <a:xfrm>
            <a:off x="793537" y="3403728"/>
            <a:ext cx="36927" cy="347472"/>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0" name="TextBox 39">
            <a:extLst>
              <a:ext uri="{FF2B5EF4-FFF2-40B4-BE49-F238E27FC236}">
                <a16:creationId xmlns:a16="http://schemas.microsoft.com/office/drawing/2014/main" id="{86E85947-097F-8A4F-DAEA-90E62A80F637}"/>
              </a:ext>
            </a:extLst>
          </p:cNvPr>
          <p:cNvSpPr txBox="1"/>
          <p:nvPr/>
        </p:nvSpPr>
        <p:spPr>
          <a:xfrm>
            <a:off x="885855" y="3448305"/>
            <a:ext cx="1200133" cy="246221"/>
          </a:xfrm>
          <a:prstGeom prst="rect">
            <a:avLst/>
          </a:prstGeom>
          <a:noFill/>
        </p:spPr>
        <p:txBody>
          <a:bodyPr wrap="square">
            <a:spAutoFit/>
          </a:bodyPr>
          <a:lstStyle/>
          <a:p>
            <a:pPr algn="l"/>
            <a:r>
              <a:rPr sz="1000" b="1" dirty="0">
                <a:solidFill>
                  <a:srgbClr val="1A7A3C"/>
                </a:solidFill>
              </a:rPr>
              <a:t>DISPUTE</a:t>
            </a:r>
          </a:p>
        </p:txBody>
      </p:sp>
      <p:sp>
        <p:nvSpPr>
          <p:cNvPr id="41" name="TextBox 40">
            <a:extLst>
              <a:ext uri="{FF2B5EF4-FFF2-40B4-BE49-F238E27FC236}">
                <a16:creationId xmlns:a16="http://schemas.microsoft.com/office/drawing/2014/main" id="{FBB81BEF-4911-3286-E4A1-8D093C6AED9B}"/>
              </a:ext>
            </a:extLst>
          </p:cNvPr>
          <p:cNvSpPr txBox="1"/>
          <p:nvPr/>
        </p:nvSpPr>
        <p:spPr>
          <a:xfrm>
            <a:off x="2085988" y="3440304"/>
            <a:ext cx="3685385" cy="246221"/>
          </a:xfrm>
          <a:prstGeom prst="rect">
            <a:avLst/>
          </a:prstGeom>
          <a:noFill/>
        </p:spPr>
        <p:txBody>
          <a:bodyPr wrap="square">
            <a:spAutoFit/>
          </a:bodyPr>
          <a:lstStyle/>
          <a:p>
            <a:pPr algn="l"/>
            <a:r>
              <a:rPr sz="1000" b="0" dirty="0">
                <a:solidFill>
                  <a:srgbClr val="333333"/>
                </a:solidFill>
              </a:rPr>
              <a:t>OPEN → INVESTIGATING → RESOLVED → CLOSED</a:t>
            </a:r>
          </a:p>
        </p:txBody>
      </p:sp>
      <p:sp>
        <p:nvSpPr>
          <p:cNvPr id="42" name="Rectangle 41">
            <a:extLst>
              <a:ext uri="{FF2B5EF4-FFF2-40B4-BE49-F238E27FC236}">
                <a16:creationId xmlns:a16="http://schemas.microsoft.com/office/drawing/2014/main" id="{1BD89AF6-ABB0-8427-8D73-066F211A5F7A}"/>
              </a:ext>
            </a:extLst>
          </p:cNvPr>
          <p:cNvSpPr/>
          <p:nvPr/>
        </p:nvSpPr>
        <p:spPr>
          <a:xfrm>
            <a:off x="793535" y="3787776"/>
            <a:ext cx="4977838"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3" name="Rectangle 42">
            <a:extLst>
              <a:ext uri="{FF2B5EF4-FFF2-40B4-BE49-F238E27FC236}">
                <a16:creationId xmlns:a16="http://schemas.microsoft.com/office/drawing/2014/main" id="{F0A9F0C5-060C-26C8-6096-7537415D016D}"/>
              </a:ext>
            </a:extLst>
          </p:cNvPr>
          <p:cNvSpPr/>
          <p:nvPr/>
        </p:nvSpPr>
        <p:spPr>
          <a:xfrm>
            <a:off x="793537" y="3787776"/>
            <a:ext cx="36927" cy="34747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4" name="TextBox 43">
            <a:extLst>
              <a:ext uri="{FF2B5EF4-FFF2-40B4-BE49-F238E27FC236}">
                <a16:creationId xmlns:a16="http://schemas.microsoft.com/office/drawing/2014/main" id="{05F8E2A7-F348-B48D-A235-C376D635C810}"/>
              </a:ext>
            </a:extLst>
          </p:cNvPr>
          <p:cNvSpPr txBox="1"/>
          <p:nvPr/>
        </p:nvSpPr>
        <p:spPr>
          <a:xfrm>
            <a:off x="885855" y="3832353"/>
            <a:ext cx="1200133" cy="246221"/>
          </a:xfrm>
          <a:prstGeom prst="rect">
            <a:avLst/>
          </a:prstGeom>
          <a:noFill/>
        </p:spPr>
        <p:txBody>
          <a:bodyPr wrap="square">
            <a:spAutoFit/>
          </a:bodyPr>
          <a:lstStyle/>
          <a:p>
            <a:pPr algn="l"/>
            <a:r>
              <a:rPr sz="1000" b="1" dirty="0">
                <a:solidFill>
                  <a:srgbClr val="FF8C00"/>
                </a:solidFill>
              </a:rPr>
              <a:t>FRAUD ALERT</a:t>
            </a:r>
          </a:p>
        </p:txBody>
      </p:sp>
      <p:sp>
        <p:nvSpPr>
          <p:cNvPr id="45" name="TextBox 44">
            <a:extLst>
              <a:ext uri="{FF2B5EF4-FFF2-40B4-BE49-F238E27FC236}">
                <a16:creationId xmlns:a16="http://schemas.microsoft.com/office/drawing/2014/main" id="{5F6C799E-A6A3-F46B-E263-9810E8E15DC5}"/>
              </a:ext>
            </a:extLst>
          </p:cNvPr>
          <p:cNvSpPr txBox="1"/>
          <p:nvPr/>
        </p:nvSpPr>
        <p:spPr>
          <a:xfrm>
            <a:off x="2085988" y="3824352"/>
            <a:ext cx="3657587" cy="246221"/>
          </a:xfrm>
          <a:prstGeom prst="rect">
            <a:avLst/>
          </a:prstGeom>
          <a:noFill/>
        </p:spPr>
        <p:txBody>
          <a:bodyPr wrap="square">
            <a:spAutoFit/>
          </a:bodyPr>
          <a:lstStyle/>
          <a:p>
            <a:pPr algn="l"/>
            <a:r>
              <a:rPr sz="1000" b="0" dirty="0">
                <a:solidFill>
                  <a:srgbClr val="333333"/>
                </a:solidFill>
              </a:rPr>
              <a:t>OPEN → UNDER_REVIEW → CONFIRMED | FALSE_POS</a:t>
            </a:r>
          </a:p>
        </p:txBody>
      </p:sp>
      <p:sp>
        <p:nvSpPr>
          <p:cNvPr id="46" name="Rectangle 45">
            <a:extLst>
              <a:ext uri="{FF2B5EF4-FFF2-40B4-BE49-F238E27FC236}">
                <a16:creationId xmlns:a16="http://schemas.microsoft.com/office/drawing/2014/main" id="{4AA55EA9-7F80-4569-DB1F-0737D7AC8ABC}"/>
              </a:ext>
            </a:extLst>
          </p:cNvPr>
          <p:cNvSpPr/>
          <p:nvPr/>
        </p:nvSpPr>
        <p:spPr>
          <a:xfrm>
            <a:off x="793535" y="4171824"/>
            <a:ext cx="4977838"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7" name="Rectangle 46">
            <a:extLst>
              <a:ext uri="{FF2B5EF4-FFF2-40B4-BE49-F238E27FC236}">
                <a16:creationId xmlns:a16="http://schemas.microsoft.com/office/drawing/2014/main" id="{379A7111-DA53-3F1F-B730-1AF2A3090ADD}"/>
              </a:ext>
            </a:extLst>
          </p:cNvPr>
          <p:cNvSpPr/>
          <p:nvPr/>
        </p:nvSpPr>
        <p:spPr>
          <a:xfrm>
            <a:off x="793537" y="4171824"/>
            <a:ext cx="36927" cy="347472"/>
          </a:xfrm>
          <a:prstGeom prst="rect">
            <a:avLst/>
          </a:prstGeom>
          <a:solidFill>
            <a:srgbClr val="5E1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8" name="TextBox 47">
            <a:extLst>
              <a:ext uri="{FF2B5EF4-FFF2-40B4-BE49-F238E27FC236}">
                <a16:creationId xmlns:a16="http://schemas.microsoft.com/office/drawing/2014/main" id="{0BC73282-7EDB-56BB-224A-457643F20402}"/>
              </a:ext>
            </a:extLst>
          </p:cNvPr>
          <p:cNvSpPr txBox="1"/>
          <p:nvPr/>
        </p:nvSpPr>
        <p:spPr>
          <a:xfrm>
            <a:off x="885855" y="4216401"/>
            <a:ext cx="1200133" cy="246221"/>
          </a:xfrm>
          <a:prstGeom prst="rect">
            <a:avLst/>
          </a:prstGeom>
          <a:noFill/>
        </p:spPr>
        <p:txBody>
          <a:bodyPr wrap="square">
            <a:spAutoFit/>
          </a:bodyPr>
          <a:lstStyle/>
          <a:p>
            <a:pPr algn="l"/>
            <a:r>
              <a:rPr sz="1000" b="1" dirty="0">
                <a:solidFill>
                  <a:srgbClr val="5E1A6E"/>
                </a:solidFill>
              </a:rPr>
              <a:t>CHARGEBACK</a:t>
            </a:r>
          </a:p>
        </p:txBody>
      </p:sp>
      <p:sp>
        <p:nvSpPr>
          <p:cNvPr id="49" name="TextBox 48">
            <a:extLst>
              <a:ext uri="{FF2B5EF4-FFF2-40B4-BE49-F238E27FC236}">
                <a16:creationId xmlns:a16="http://schemas.microsoft.com/office/drawing/2014/main" id="{14CD5E11-0572-C36C-4261-695BEA51DD83}"/>
              </a:ext>
            </a:extLst>
          </p:cNvPr>
          <p:cNvSpPr txBox="1"/>
          <p:nvPr/>
        </p:nvSpPr>
        <p:spPr>
          <a:xfrm>
            <a:off x="2085988" y="4208400"/>
            <a:ext cx="3101699" cy="246221"/>
          </a:xfrm>
          <a:prstGeom prst="rect">
            <a:avLst/>
          </a:prstGeom>
          <a:noFill/>
        </p:spPr>
        <p:txBody>
          <a:bodyPr wrap="square">
            <a:spAutoFit/>
          </a:bodyPr>
          <a:lstStyle/>
          <a:p>
            <a:pPr algn="l"/>
            <a:r>
              <a:rPr sz="1000" b="0" dirty="0">
                <a:solidFill>
                  <a:srgbClr val="333333"/>
                </a:solidFill>
              </a:rPr>
              <a:t>FIRST_CB → REPRESENTMENT → WON | LOST</a:t>
            </a:r>
          </a:p>
        </p:txBody>
      </p:sp>
      <p:sp>
        <p:nvSpPr>
          <p:cNvPr id="50" name="Rectangle 49">
            <a:extLst>
              <a:ext uri="{FF2B5EF4-FFF2-40B4-BE49-F238E27FC236}">
                <a16:creationId xmlns:a16="http://schemas.microsoft.com/office/drawing/2014/main" id="{AD83D67E-6F93-1E81-1A7A-FB2E83644E36}"/>
              </a:ext>
            </a:extLst>
          </p:cNvPr>
          <p:cNvSpPr/>
          <p:nvPr/>
        </p:nvSpPr>
        <p:spPr>
          <a:xfrm>
            <a:off x="793535" y="4555872"/>
            <a:ext cx="4977838"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1" name="Rectangle 50">
            <a:extLst>
              <a:ext uri="{FF2B5EF4-FFF2-40B4-BE49-F238E27FC236}">
                <a16:creationId xmlns:a16="http://schemas.microsoft.com/office/drawing/2014/main" id="{08A10A2F-6915-EFC6-E94A-86E4F8A3EEAA}"/>
              </a:ext>
            </a:extLst>
          </p:cNvPr>
          <p:cNvSpPr/>
          <p:nvPr/>
        </p:nvSpPr>
        <p:spPr>
          <a:xfrm>
            <a:off x="793537" y="4555872"/>
            <a:ext cx="36927" cy="347472"/>
          </a:xfrm>
          <a:prstGeom prst="rect">
            <a:avLst/>
          </a:prstGeom>
          <a:solidFill>
            <a:srgbClr val="1A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2" name="TextBox 51">
            <a:extLst>
              <a:ext uri="{FF2B5EF4-FFF2-40B4-BE49-F238E27FC236}">
                <a16:creationId xmlns:a16="http://schemas.microsoft.com/office/drawing/2014/main" id="{218D0FDB-E9EE-DE40-CD3A-DD6FA48C0702}"/>
              </a:ext>
            </a:extLst>
          </p:cNvPr>
          <p:cNvSpPr txBox="1"/>
          <p:nvPr/>
        </p:nvSpPr>
        <p:spPr>
          <a:xfrm>
            <a:off x="885855" y="4600449"/>
            <a:ext cx="1200133" cy="246221"/>
          </a:xfrm>
          <a:prstGeom prst="rect">
            <a:avLst/>
          </a:prstGeom>
          <a:noFill/>
        </p:spPr>
        <p:txBody>
          <a:bodyPr wrap="square">
            <a:spAutoFit/>
          </a:bodyPr>
          <a:lstStyle/>
          <a:p>
            <a:pPr algn="l"/>
            <a:r>
              <a:rPr sz="1000" b="1" dirty="0">
                <a:solidFill>
                  <a:srgbClr val="1A3C5E"/>
                </a:solidFill>
              </a:rPr>
              <a:t>COLLECTION</a:t>
            </a:r>
          </a:p>
        </p:txBody>
      </p:sp>
      <p:sp>
        <p:nvSpPr>
          <p:cNvPr id="53" name="TextBox 52">
            <a:extLst>
              <a:ext uri="{FF2B5EF4-FFF2-40B4-BE49-F238E27FC236}">
                <a16:creationId xmlns:a16="http://schemas.microsoft.com/office/drawing/2014/main" id="{22759FA2-6AAE-F853-3B41-82F50D385FC4}"/>
              </a:ext>
            </a:extLst>
          </p:cNvPr>
          <p:cNvSpPr txBox="1"/>
          <p:nvPr/>
        </p:nvSpPr>
        <p:spPr>
          <a:xfrm>
            <a:off x="2085988" y="4592448"/>
            <a:ext cx="3101699" cy="256032"/>
          </a:xfrm>
          <a:prstGeom prst="rect">
            <a:avLst/>
          </a:prstGeom>
          <a:noFill/>
        </p:spPr>
        <p:txBody>
          <a:bodyPr wrap="square">
            <a:spAutoFit/>
          </a:bodyPr>
          <a:lstStyle/>
          <a:p>
            <a:pPr algn="l"/>
            <a:r>
              <a:rPr sz="1000" b="0" dirty="0">
                <a:solidFill>
                  <a:srgbClr val="333333"/>
                </a:solidFill>
              </a:rPr>
              <a:t>B1 → B2 → B3 → B4 → CHARGEOFF</a:t>
            </a:r>
          </a:p>
        </p:txBody>
      </p:sp>
      <p:sp>
        <p:nvSpPr>
          <p:cNvPr id="3" name="Rectangle 2">
            <a:extLst>
              <a:ext uri="{FF2B5EF4-FFF2-40B4-BE49-F238E27FC236}">
                <a16:creationId xmlns:a16="http://schemas.microsoft.com/office/drawing/2014/main" id="{E1CD3DBD-CB43-0B2F-D89A-E721AE352AAE}"/>
              </a:ext>
            </a:extLst>
          </p:cNvPr>
          <p:cNvSpPr/>
          <p:nvPr/>
        </p:nvSpPr>
        <p:spPr>
          <a:xfrm flipH="1">
            <a:off x="5985562" y="1641093"/>
            <a:ext cx="45719" cy="3575814"/>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77249193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6A1FE-7404-720A-C3BE-3DBBC27D80A6}"/>
              </a:ext>
            </a:extLst>
          </p:cNvPr>
          <p:cNvSpPr>
            <a:spLocks noGrp="1"/>
          </p:cNvSpPr>
          <p:nvPr>
            <p:ph type="title"/>
          </p:nvPr>
        </p:nvSpPr>
        <p:spPr/>
        <p:txBody>
          <a:bodyPr/>
          <a:lstStyle/>
          <a:p>
            <a:r>
              <a:rPr lang="en-US" dirty="0"/>
              <a:t>The 9-step </a:t>
            </a:r>
            <a:r>
              <a:rPr lang="en-US" dirty="0" err="1"/>
              <a:t>TDGen</a:t>
            </a:r>
            <a:r>
              <a:rPr lang="en-US" dirty="0"/>
              <a:t> Daily Data Generation Pipeline</a:t>
            </a:r>
            <a:endParaRPr lang="en-CA" dirty="0"/>
          </a:p>
        </p:txBody>
      </p:sp>
      <p:graphicFrame>
        <p:nvGraphicFramePr>
          <p:cNvPr id="5" name="Content Placeholder 4">
            <a:extLst>
              <a:ext uri="{FF2B5EF4-FFF2-40B4-BE49-F238E27FC236}">
                <a16:creationId xmlns:a16="http://schemas.microsoft.com/office/drawing/2014/main" id="{1888BE61-BF61-CA40-692A-BCB09CE24F36}"/>
              </a:ext>
            </a:extLst>
          </p:cNvPr>
          <p:cNvGraphicFramePr>
            <a:graphicFrameLocks noGrp="1"/>
          </p:cNvGraphicFramePr>
          <p:nvPr>
            <p:ph sz="quarter" idx="17"/>
            <p:extLst>
              <p:ext uri="{D42A27DB-BD31-4B8C-83A1-F6EECF244321}">
                <p14:modId xmlns:p14="http://schemas.microsoft.com/office/powerpoint/2010/main" val="585760079"/>
              </p:ext>
            </p:extLst>
          </p:nvPr>
        </p:nvGraphicFramePr>
        <p:xfrm>
          <a:off x="6660655" y="1527175"/>
          <a:ext cx="5524706" cy="4565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39208F32-BD07-F6AC-E29C-1716A3B3547B}"/>
              </a:ext>
            </a:extLst>
          </p:cNvPr>
          <p:cNvSpPr>
            <a:spLocks noGrp="1"/>
          </p:cNvSpPr>
          <p:nvPr>
            <p:ph type="sldNum" sz="quarter" idx="10"/>
          </p:nvPr>
        </p:nvSpPr>
        <p:spPr/>
        <p:txBody>
          <a:bodyPr/>
          <a:lstStyle/>
          <a:p>
            <a:fld id="{525A3C56-E491-49B2-93F3-63532DF516BC}" type="slidenum">
              <a:rPr lang="en-US" noProof="0" smtClean="0"/>
              <a:pPr/>
              <a:t>5</a:t>
            </a:fld>
            <a:endParaRPr lang="en-US" noProof="0"/>
          </a:p>
        </p:txBody>
      </p:sp>
      <p:sp>
        <p:nvSpPr>
          <p:cNvPr id="8" name="Text Placeholder 5">
            <a:extLst>
              <a:ext uri="{FF2B5EF4-FFF2-40B4-BE49-F238E27FC236}">
                <a16:creationId xmlns:a16="http://schemas.microsoft.com/office/drawing/2014/main" id="{BCCE78CB-3E34-8A06-172F-F8B6F698263E}"/>
              </a:ext>
            </a:extLst>
          </p:cNvPr>
          <p:cNvSpPr txBox="1">
            <a:spLocks/>
          </p:cNvSpPr>
          <p:nvPr/>
        </p:nvSpPr>
        <p:spPr>
          <a:xfrm>
            <a:off x="692438" y="1527174"/>
            <a:ext cx="6203661" cy="4648311"/>
          </a:xfrm>
          <a:prstGeom prst="rect">
            <a:avLst/>
          </a:prstGeom>
        </p:spPr>
        <p:txBody>
          <a:bodyPr vert="horz" lIns="0" tIns="0" rIns="0" bIns="0" rtlCol="0">
            <a:noAutofit/>
          </a:bodyPr>
          <a:lstStyle>
            <a:lvl1pPr marL="0" indent="0" algn="l" defTabSz="914400" rtl="0" eaLnBrk="1" latinLnBrk="0" hangingPunct="1">
              <a:spcBef>
                <a:spcPts val="500"/>
              </a:spcBef>
              <a:buClr>
                <a:schemeClr val="tx1"/>
              </a:buClr>
              <a:buSzPct val="110000"/>
              <a:buFont typeface="Arial" pitchFamily="34" charset="0"/>
              <a:buNone/>
              <a:defRPr sz="2000" kern="1200">
                <a:solidFill>
                  <a:schemeClr val="tx1"/>
                </a:solidFill>
                <a:latin typeface="+mn-lt"/>
                <a:ea typeface="+mn-ea"/>
                <a:cs typeface="+mn-cs"/>
              </a:defRPr>
            </a:lvl1pPr>
            <a:lvl2pPr marL="263525" indent="-263525" algn="l" defTabSz="914400" rtl="0" eaLnBrk="1" latinLnBrk="0" hangingPunct="1">
              <a:spcBef>
                <a:spcPts val="500"/>
              </a:spcBef>
              <a:buClr>
                <a:schemeClr val="tx1"/>
              </a:buClr>
              <a:buSzPct val="110000"/>
              <a:buFont typeface="Arial" pitchFamily="34" charset="0"/>
              <a:buChar char="•"/>
              <a:defRPr sz="2000" kern="1200" baseline="0">
                <a:solidFill>
                  <a:schemeClr val="tx1"/>
                </a:solidFill>
                <a:latin typeface="Arial" pitchFamily="34" charset="0"/>
                <a:ea typeface="+mn-ea"/>
                <a:cs typeface="+mn-cs"/>
              </a:defRPr>
            </a:lvl2pPr>
            <a:lvl3pPr marL="536575" indent="-273050" algn="l" defTabSz="914400" rtl="0" eaLnBrk="1" latinLnBrk="0" hangingPunct="1">
              <a:spcBef>
                <a:spcPts val="500"/>
              </a:spcBef>
              <a:buClr>
                <a:schemeClr val="tx1"/>
              </a:buClr>
              <a:buSzTx/>
              <a:buFont typeface="Calibri" panose="020F0502020204030204" pitchFamily="34" charset="0"/>
              <a:buChar char="–"/>
              <a:defRPr sz="1800" kern="1200">
                <a:solidFill>
                  <a:schemeClr val="tx1"/>
                </a:solidFill>
                <a:latin typeface="Arial" pitchFamily="34" charset="0"/>
                <a:ea typeface="+mn-ea"/>
                <a:cs typeface="+mn-cs"/>
              </a:defRPr>
            </a:lvl3pPr>
            <a:lvl4pPr marL="811213" indent="-274638" algn="l" defTabSz="914400" rtl="0" eaLnBrk="1" latinLnBrk="0" hangingPunct="1">
              <a:spcBef>
                <a:spcPts val="500"/>
              </a:spcBef>
              <a:buClr>
                <a:schemeClr val="tx1"/>
              </a:buClr>
              <a:buSzPct val="100000"/>
              <a:buFont typeface="Wingdings" pitchFamily="2" charset="2"/>
              <a:buChar char="§"/>
              <a:defRPr sz="1600" kern="1200">
                <a:solidFill>
                  <a:schemeClr val="tx1"/>
                </a:solidFill>
                <a:latin typeface="Arial" pitchFamily="34" charset="0"/>
                <a:ea typeface="+mn-ea"/>
                <a:cs typeface="+mn-cs"/>
              </a:defRPr>
            </a:lvl4pPr>
            <a:lvl5pPr marL="1074738" indent="-263525" algn="l" defTabSz="914400" rtl="0" eaLnBrk="1" latinLnBrk="0" hangingPunct="1">
              <a:spcBef>
                <a:spcPts val="500"/>
              </a:spcBef>
              <a:buClr>
                <a:schemeClr val="tx1"/>
              </a:buClr>
              <a:buSzPct val="100000"/>
              <a:buFont typeface="Courier New" panose="02070309020205020404" pitchFamily="49" charset="0"/>
              <a:buChar char="o"/>
              <a:defRPr sz="1400" kern="1200">
                <a:solidFill>
                  <a:schemeClr val="tx1"/>
                </a:solidFill>
                <a:latin typeface="Arial" pitchFamily="34" charset="0"/>
                <a:ea typeface="+mn-ea"/>
                <a:cs typeface="+mn-cs"/>
              </a:defRPr>
            </a:lvl5pPr>
            <a:lvl6pPr marL="1136650" indent="-215900" algn="l" defTabSz="914400" rtl="0" eaLnBrk="1" latinLnBrk="0" hangingPunct="1">
              <a:spcBef>
                <a:spcPts val="500"/>
              </a:spcBef>
              <a:buClr>
                <a:schemeClr val="accent1"/>
              </a:buClr>
              <a:buFont typeface="Verdana" pitchFamily="34" charset="0"/>
              <a:buChar char="•"/>
              <a:defRPr sz="1400" kern="1200" baseline="0">
                <a:solidFill>
                  <a:schemeClr val="tx1"/>
                </a:solidFill>
                <a:latin typeface="+mn-lt"/>
                <a:ea typeface="+mn-ea"/>
                <a:cs typeface="+mn-cs"/>
              </a:defRPr>
            </a:lvl6pPr>
            <a:lvl7pPr marL="1343025" indent="-228600" algn="l" defTabSz="914400" rtl="0" eaLnBrk="1" latinLnBrk="0" hangingPunct="1">
              <a:spcBef>
                <a:spcPts val="500"/>
              </a:spcBef>
              <a:buClr>
                <a:schemeClr val="tx1">
                  <a:lumMod val="60000"/>
                  <a:lumOff val="40000"/>
                </a:schemeClr>
              </a:buClr>
              <a:buFont typeface="Verdana" pitchFamily="34" charset="0"/>
              <a:buChar char="•"/>
              <a:defRPr sz="1400" kern="1200" baseline="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spcAft>
                <a:spcPts val="600"/>
              </a:spcAft>
            </a:pPr>
            <a:r>
              <a:rPr lang="en-US" dirty="0"/>
              <a:t>Each day, the </a:t>
            </a:r>
            <a:r>
              <a:rPr lang="en-US" dirty="0" err="1"/>
              <a:t>TDGen</a:t>
            </a:r>
            <a:r>
              <a:rPr lang="en-US" dirty="0"/>
              <a:t> loads active accounts and advances each entity through its lifecycle — updating accounts and cards, generating transactions, statements, and scores, progressing disputes, alerts, chargebacks, and collection cases — before persisting and exporting changes.</a:t>
            </a:r>
          </a:p>
          <a:p>
            <a:pPr marL="457200" indent="-288925">
              <a:spcBef>
                <a:spcPts val="0"/>
              </a:spcBef>
              <a:spcAft>
                <a:spcPts val="600"/>
              </a:spcAft>
              <a:buFont typeface="+mj-lt"/>
              <a:buAutoNum type="arabicPeriod"/>
            </a:pPr>
            <a:r>
              <a:rPr lang="en-US" sz="1400" b="1" dirty="0"/>
              <a:t>Update</a:t>
            </a:r>
            <a:r>
              <a:rPr lang="en-US" sz="1400" b="1" dirty="0">
                <a:latin typeface="Arial"/>
                <a:cs typeface="Arial"/>
              </a:rPr>
              <a:t> Accounts </a:t>
            </a:r>
            <a:r>
              <a:rPr lang="en-US" sz="1400" dirty="0"/>
              <a:t>– new, balance updates, aging and charge-offs</a:t>
            </a:r>
          </a:p>
          <a:p>
            <a:pPr marL="457200" indent="-288925">
              <a:spcBef>
                <a:spcPts val="0"/>
              </a:spcBef>
              <a:spcAft>
                <a:spcPts val="600"/>
              </a:spcAft>
              <a:buFont typeface="+mj-lt"/>
              <a:buAutoNum type="arabicPeriod"/>
            </a:pPr>
            <a:r>
              <a:rPr lang="en-US" sz="1400" b="1" dirty="0"/>
              <a:t>Update </a:t>
            </a:r>
            <a:r>
              <a:rPr lang="en-US" sz="1400" b="1" dirty="0">
                <a:latin typeface="Arial"/>
                <a:cs typeface="Arial"/>
              </a:rPr>
              <a:t>Cards</a:t>
            </a:r>
            <a:r>
              <a:rPr lang="en-US" sz="1400" b="1" dirty="0"/>
              <a:t> </a:t>
            </a:r>
            <a:r>
              <a:rPr lang="en-US" sz="1400" dirty="0"/>
              <a:t>– expiry, blocks, issuance, replacements</a:t>
            </a:r>
          </a:p>
          <a:p>
            <a:pPr marL="457200" indent="-288925">
              <a:spcBef>
                <a:spcPts val="0"/>
              </a:spcBef>
              <a:spcAft>
                <a:spcPts val="600"/>
              </a:spcAft>
              <a:buFont typeface="+mj-lt"/>
              <a:buAutoNum type="arabicPeriod"/>
            </a:pPr>
            <a:r>
              <a:rPr lang="en-US" sz="1400" b="1" dirty="0"/>
              <a:t>Update Scores </a:t>
            </a:r>
            <a:r>
              <a:rPr lang="en-US" sz="1400" dirty="0"/>
              <a:t>– monthly risk scores (e.g. PD)</a:t>
            </a:r>
          </a:p>
          <a:p>
            <a:pPr marL="457200" indent="-288925">
              <a:spcBef>
                <a:spcPts val="0"/>
              </a:spcBef>
              <a:spcAft>
                <a:spcPts val="600"/>
              </a:spcAft>
              <a:buFont typeface="+mj-lt"/>
              <a:buAutoNum type="arabicPeriod"/>
            </a:pPr>
            <a:r>
              <a:rPr lang="en-US" sz="1400" b="1" dirty="0"/>
              <a:t>Generate Transactions </a:t>
            </a:r>
            <a:r>
              <a:rPr lang="en-US" sz="1400" dirty="0"/>
              <a:t>– purchases, payments, fees and authorizations</a:t>
            </a:r>
          </a:p>
          <a:p>
            <a:pPr marL="457200" indent="-288925">
              <a:spcBef>
                <a:spcPts val="0"/>
              </a:spcBef>
              <a:spcAft>
                <a:spcPts val="600"/>
              </a:spcAft>
              <a:buFont typeface="+mj-lt"/>
              <a:buAutoNum type="arabicPeriod"/>
            </a:pPr>
            <a:r>
              <a:rPr lang="en-US" sz="1400" b="1" dirty="0"/>
              <a:t>Generate Statements</a:t>
            </a:r>
          </a:p>
          <a:p>
            <a:pPr marL="457200" indent="-288925">
              <a:spcBef>
                <a:spcPts val="0"/>
              </a:spcBef>
              <a:spcAft>
                <a:spcPts val="600"/>
              </a:spcAft>
              <a:buFont typeface="+mj-lt"/>
              <a:buAutoNum type="arabicPeriod"/>
            </a:pPr>
            <a:r>
              <a:rPr lang="en-US" sz="1400" b="1" dirty="0"/>
              <a:t>Progress </a:t>
            </a:r>
            <a:r>
              <a:rPr lang="en-US" sz="1400" b="1" dirty="0">
                <a:latin typeface="Arial"/>
                <a:cs typeface="Arial"/>
              </a:rPr>
              <a:t>Disputes</a:t>
            </a:r>
            <a:r>
              <a:rPr lang="en-US" sz="1400" b="1" dirty="0"/>
              <a:t> </a:t>
            </a:r>
            <a:r>
              <a:rPr lang="en-US" sz="1400" dirty="0"/>
              <a:t>– open, investigate, resolve, close</a:t>
            </a:r>
          </a:p>
          <a:p>
            <a:pPr marL="457200" indent="-288925">
              <a:spcBef>
                <a:spcPts val="0"/>
              </a:spcBef>
              <a:spcAft>
                <a:spcPts val="600"/>
              </a:spcAft>
              <a:buFont typeface="+mj-lt"/>
              <a:buAutoNum type="arabicPeriod"/>
            </a:pPr>
            <a:r>
              <a:rPr lang="en-US" sz="1400" b="1" dirty="0"/>
              <a:t>Progress </a:t>
            </a:r>
            <a:r>
              <a:rPr lang="en-US" sz="1400" b="1" dirty="0">
                <a:latin typeface="Arial"/>
                <a:cs typeface="Arial"/>
              </a:rPr>
              <a:t>Fraud Alerts </a:t>
            </a:r>
            <a:r>
              <a:rPr lang="en-US" sz="1400" dirty="0"/>
              <a:t>– open, review, confirm/false positives</a:t>
            </a:r>
          </a:p>
          <a:p>
            <a:pPr marL="457200" indent="-288925">
              <a:spcBef>
                <a:spcPts val="0"/>
              </a:spcBef>
              <a:spcAft>
                <a:spcPts val="600"/>
              </a:spcAft>
              <a:buFont typeface="+mj-lt"/>
              <a:buAutoNum type="arabicPeriod"/>
            </a:pPr>
            <a:r>
              <a:rPr lang="en-US" sz="1400" b="1" dirty="0"/>
              <a:t>Progress Chargebacks </a:t>
            </a:r>
            <a:r>
              <a:rPr lang="en-US" sz="1400" dirty="0"/>
              <a:t>– open, won/lost</a:t>
            </a:r>
          </a:p>
          <a:p>
            <a:pPr marL="457200" indent="-288925">
              <a:spcBef>
                <a:spcPts val="0"/>
              </a:spcBef>
              <a:spcAft>
                <a:spcPts val="600"/>
              </a:spcAft>
              <a:buFont typeface="+mj-lt"/>
              <a:buAutoNum type="arabicPeriod"/>
            </a:pPr>
            <a:r>
              <a:rPr lang="en-US" sz="1400" b="1" dirty="0"/>
              <a:t>Progress Collections </a:t>
            </a:r>
            <a:r>
              <a:rPr lang="en-US" sz="1400" dirty="0"/>
              <a:t>– bucket, charge offs </a:t>
            </a:r>
          </a:p>
          <a:p>
            <a:pPr marL="342900" indent="-342900">
              <a:spcBef>
                <a:spcPts val="0"/>
              </a:spcBef>
              <a:spcAft>
                <a:spcPts val="600"/>
              </a:spcAft>
              <a:buFont typeface="+mj-lt"/>
              <a:buAutoNum type="arabicPeriod"/>
            </a:pPr>
            <a:endParaRPr lang="en-US" sz="1400" dirty="0"/>
          </a:p>
          <a:p>
            <a:pPr marL="342900" indent="-342900">
              <a:spcBef>
                <a:spcPts val="0"/>
              </a:spcBef>
              <a:spcAft>
                <a:spcPts val="600"/>
              </a:spcAft>
              <a:buFont typeface="+mj-lt"/>
              <a:buAutoNum type="arabicPeriod"/>
            </a:pPr>
            <a:endParaRPr lang="en-US" sz="1400" dirty="0"/>
          </a:p>
        </p:txBody>
      </p:sp>
      <p:sp>
        <p:nvSpPr>
          <p:cNvPr id="14" name="TextBox 13">
            <a:extLst>
              <a:ext uri="{FF2B5EF4-FFF2-40B4-BE49-F238E27FC236}">
                <a16:creationId xmlns:a16="http://schemas.microsoft.com/office/drawing/2014/main" id="{53BA9F99-23AD-147A-0C4B-5159DDBA204F}"/>
              </a:ext>
            </a:extLst>
          </p:cNvPr>
          <p:cNvSpPr txBox="1">
            <a:spLocks/>
          </p:cNvSpPr>
          <p:nvPr/>
        </p:nvSpPr>
        <p:spPr>
          <a:xfrm>
            <a:off x="8417168" y="2804160"/>
            <a:ext cx="2011680" cy="2011680"/>
          </a:xfrm>
          <a:prstGeom prst="ellipse">
            <a:avLst/>
          </a:prstGeom>
          <a:gradFill>
            <a:gsLst>
              <a:gs pos="0">
                <a:srgbClr val="E31937"/>
              </a:gs>
              <a:gs pos="100000">
                <a:srgbClr val="5236AB"/>
              </a:gs>
              <a:gs pos="60000">
                <a:srgbClr val="A82465"/>
              </a:gs>
            </a:gsLst>
            <a:lin ang="10800000" scaled="0"/>
          </a:gradFill>
        </p:spPr>
        <p:txBody>
          <a:bodyPr vert="horz" wrap="none" lIns="108000" tIns="144000" rIns="144000" bIns="144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dirty="0">
                <a:ln>
                  <a:noFill/>
                </a:ln>
                <a:solidFill>
                  <a:srgbClr val="FFFFFF"/>
                </a:solidFill>
                <a:effectLst/>
                <a:uLnTx/>
                <a:uFillTx/>
                <a:latin typeface="Arial"/>
                <a:ea typeface="+mn-ea"/>
                <a:cs typeface="+mn-cs"/>
              </a:rPr>
              <a:t>TDGEN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dirty="0">
                <a:ln>
                  <a:noFill/>
                </a:ln>
                <a:solidFill>
                  <a:srgbClr val="FFFFFF"/>
                </a:solidFill>
                <a:effectLst/>
                <a:uLnTx/>
                <a:uFillTx/>
                <a:latin typeface="Arial"/>
                <a:ea typeface="+mn-ea"/>
                <a:cs typeface="+mn-cs"/>
              </a:rPr>
              <a:t>DAILY RUN</a:t>
            </a:r>
          </a:p>
        </p:txBody>
      </p:sp>
      <p:sp>
        <p:nvSpPr>
          <p:cNvPr id="3" name="Cornerstone">
            <a:extLst>
              <a:ext uri="{FF2B5EF4-FFF2-40B4-BE49-F238E27FC236}">
                <a16:creationId xmlns:a16="http://schemas.microsoft.com/office/drawing/2014/main" id="{52D96519-5423-CFE1-8423-682AEDFD8B91}"/>
              </a:ext>
              <a:ext uri="{C183D7F6-B498-43B3-948B-1728B52AA6E4}">
                <adec:decorative xmlns:adec="http://schemas.microsoft.com/office/drawing/2017/decorative" val="1"/>
              </a:ext>
            </a:extLst>
          </p:cNvPr>
          <p:cNvSpPr>
            <a:spLocks noChangeAspect="1"/>
          </p:cNvSpPr>
          <p:nvPr/>
        </p:nvSpPr>
        <p:spPr bwMode="gray">
          <a:xfrm rot="16200000">
            <a:off x="10393974" y="423158"/>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gradFill>
          <a:ln w="9525" algn="ctr">
            <a:noFill/>
            <a:miter lim="800000"/>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210609642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4508" y="164593"/>
            <a:ext cx="11183112" cy="523220"/>
          </a:xfrm>
          <a:prstGeom prst="rect">
            <a:avLst/>
          </a:prstGeom>
          <a:noFill/>
        </p:spPr>
        <p:txBody>
          <a:bodyPr wrap="square">
            <a:spAutoFit/>
          </a:bodyPr>
          <a:lstStyle/>
          <a:p>
            <a:pPr algn="l"/>
            <a:r>
              <a:rPr lang="en-US" sz="2800" dirty="0">
                <a:latin typeface="+mj-lt"/>
                <a:ea typeface="+mj-ea"/>
                <a:cs typeface="+mj-cs"/>
              </a:rPr>
              <a:t>A 30-Day Advancing Demonstration</a:t>
            </a:r>
            <a:endParaRPr sz="2800" dirty="0">
              <a:latin typeface="+mj-lt"/>
              <a:ea typeface="+mj-ea"/>
              <a:cs typeface="+mj-cs"/>
            </a:endParaRPr>
          </a:p>
        </p:txBody>
      </p:sp>
      <p:sp>
        <p:nvSpPr>
          <p:cNvPr id="4" name="TextBox 3"/>
          <p:cNvSpPr txBox="1"/>
          <p:nvPr/>
        </p:nvSpPr>
        <p:spPr>
          <a:xfrm>
            <a:off x="504508" y="886968"/>
            <a:ext cx="11183112" cy="307777"/>
          </a:xfrm>
          <a:prstGeom prst="rect">
            <a:avLst/>
          </a:prstGeom>
          <a:noFill/>
        </p:spPr>
        <p:txBody>
          <a:bodyPr wrap="square">
            <a:spAutoFit/>
          </a:bodyPr>
          <a:lstStyle/>
          <a:p>
            <a:pPr algn="l"/>
            <a:r>
              <a:rPr sz="1400" b="1" dirty="0">
                <a:latin typeface="Arial" panose="020B0604020202020204" pitchFamily="34" charset="0"/>
                <a:cs typeface="Arial" panose="020B0604020202020204" pitchFamily="34" charset="0"/>
              </a:rPr>
              <a:t>Every </a:t>
            </a:r>
            <a:r>
              <a:rPr lang="en-US" sz="1400" b="1" dirty="0">
                <a:latin typeface="Arial" panose="020B0604020202020204" pitchFamily="34" charset="0"/>
                <a:cs typeface="Arial" panose="020B0604020202020204" pitchFamily="34" charset="0"/>
              </a:rPr>
              <a:t>subsequent </a:t>
            </a:r>
            <a:r>
              <a:rPr sz="1400" b="1" dirty="0">
                <a:latin typeface="Arial" panose="020B0604020202020204" pitchFamily="34" charset="0"/>
                <a:cs typeface="Arial" panose="020B0604020202020204" pitchFamily="34" charset="0"/>
              </a:rPr>
              <a:t>daily run produces INSERT deltas, UPDATE deltas, and an updated state database</a:t>
            </a:r>
          </a:p>
        </p:txBody>
      </p:sp>
      <p:sp>
        <p:nvSpPr>
          <p:cNvPr id="5" name="Rectangle 4"/>
          <p:cNvSpPr/>
          <p:nvPr/>
        </p:nvSpPr>
        <p:spPr>
          <a:xfrm>
            <a:off x="504508" y="1261872"/>
            <a:ext cx="11183112" cy="2011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24" name="Rectangle 23"/>
          <p:cNvSpPr/>
          <p:nvPr/>
        </p:nvSpPr>
        <p:spPr>
          <a:xfrm>
            <a:off x="5579428" y="1426464"/>
            <a:ext cx="6108192" cy="138988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25" name="Rectangle 24"/>
          <p:cNvSpPr/>
          <p:nvPr/>
        </p:nvSpPr>
        <p:spPr>
          <a:xfrm>
            <a:off x="5579428" y="1426464"/>
            <a:ext cx="45720" cy="1389888"/>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26" name="TextBox 25"/>
          <p:cNvSpPr txBox="1"/>
          <p:nvPr/>
        </p:nvSpPr>
        <p:spPr>
          <a:xfrm>
            <a:off x="5707444" y="1499616"/>
            <a:ext cx="5925312" cy="261610"/>
          </a:xfrm>
          <a:prstGeom prst="rect">
            <a:avLst/>
          </a:prstGeom>
          <a:noFill/>
        </p:spPr>
        <p:txBody>
          <a:bodyPr wrap="square">
            <a:spAutoFit/>
          </a:bodyPr>
          <a:lstStyle/>
          <a:p>
            <a:pPr algn="l"/>
            <a:r>
              <a:rPr sz="1100" b="1">
                <a:solidFill>
                  <a:srgbClr val="E4002B"/>
                </a:solidFill>
              </a:rPr>
              <a:t>INSERT Delta</a:t>
            </a:r>
          </a:p>
        </p:txBody>
      </p:sp>
      <p:sp>
        <p:nvSpPr>
          <p:cNvPr id="27" name="TextBox 26"/>
          <p:cNvSpPr txBox="1"/>
          <p:nvPr/>
        </p:nvSpPr>
        <p:spPr>
          <a:xfrm>
            <a:off x="5707444" y="1716024"/>
            <a:ext cx="5925312" cy="261610"/>
          </a:xfrm>
          <a:prstGeom prst="rect">
            <a:avLst/>
          </a:prstGeom>
          <a:noFill/>
        </p:spPr>
        <p:txBody>
          <a:bodyPr wrap="square">
            <a:spAutoFit/>
          </a:bodyPr>
          <a:lstStyle/>
          <a:p>
            <a:pPr algn="l"/>
            <a:r>
              <a:rPr sz="1100" dirty="0">
                <a:solidFill>
                  <a:srgbClr val="6E6E6E"/>
                </a:solidFill>
              </a:rPr>
              <a:t>New rows added </a:t>
            </a:r>
            <a:r>
              <a:rPr lang="en-US" sz="1100" dirty="0">
                <a:solidFill>
                  <a:srgbClr val="6E6E6E"/>
                </a:solidFill>
              </a:rPr>
              <a:t>daily</a:t>
            </a:r>
            <a:endParaRPr sz="1100" dirty="0">
              <a:solidFill>
                <a:srgbClr val="6E6E6E"/>
              </a:solidFill>
            </a:endParaRPr>
          </a:p>
        </p:txBody>
      </p:sp>
      <p:sp>
        <p:nvSpPr>
          <p:cNvPr id="28" name="TextBox 27"/>
          <p:cNvSpPr txBox="1"/>
          <p:nvPr/>
        </p:nvSpPr>
        <p:spPr>
          <a:xfrm>
            <a:off x="5707444" y="1935480"/>
            <a:ext cx="5925312" cy="261610"/>
          </a:xfrm>
          <a:prstGeom prst="rect">
            <a:avLst/>
          </a:prstGeom>
          <a:noFill/>
        </p:spPr>
        <p:txBody>
          <a:bodyPr wrap="square">
            <a:spAutoFit/>
          </a:bodyPr>
          <a:lstStyle/>
          <a:p>
            <a:pPr algn="l"/>
            <a:r>
              <a:rPr sz="1100" dirty="0">
                <a:solidFill>
                  <a:srgbClr val="333333"/>
                </a:solidFill>
              </a:rPr>
              <a:t>  TRANSACTION  ~580 rows/day</a:t>
            </a:r>
          </a:p>
        </p:txBody>
      </p:sp>
      <p:sp>
        <p:nvSpPr>
          <p:cNvPr id="29" name="TextBox 28"/>
          <p:cNvSpPr txBox="1"/>
          <p:nvPr/>
        </p:nvSpPr>
        <p:spPr>
          <a:xfrm>
            <a:off x="5707444" y="2136648"/>
            <a:ext cx="5925312" cy="261610"/>
          </a:xfrm>
          <a:prstGeom prst="rect">
            <a:avLst/>
          </a:prstGeom>
          <a:noFill/>
        </p:spPr>
        <p:txBody>
          <a:bodyPr wrap="square">
            <a:spAutoFit/>
          </a:bodyPr>
          <a:lstStyle/>
          <a:p>
            <a:pPr algn="l"/>
            <a:r>
              <a:rPr sz="1100">
                <a:solidFill>
                  <a:srgbClr val="333333"/>
                </a:solidFill>
              </a:rPr>
              <a:t>  AUTHORIZATION  ~638 rows/day</a:t>
            </a:r>
          </a:p>
        </p:txBody>
      </p:sp>
      <p:sp>
        <p:nvSpPr>
          <p:cNvPr id="30" name="TextBox 29"/>
          <p:cNvSpPr txBox="1"/>
          <p:nvPr/>
        </p:nvSpPr>
        <p:spPr>
          <a:xfrm>
            <a:off x="5707444" y="2337816"/>
            <a:ext cx="5925312" cy="261610"/>
          </a:xfrm>
          <a:prstGeom prst="rect">
            <a:avLst/>
          </a:prstGeom>
          <a:noFill/>
        </p:spPr>
        <p:txBody>
          <a:bodyPr wrap="square">
            <a:spAutoFit/>
          </a:bodyPr>
          <a:lstStyle/>
          <a:p>
            <a:pPr algn="l"/>
            <a:r>
              <a:rPr sz="1100">
                <a:solidFill>
                  <a:srgbClr val="333333"/>
                </a:solidFill>
              </a:rPr>
              <a:t>  STATEMENT  ~17 rows/day  (cycle_day match)</a:t>
            </a:r>
          </a:p>
        </p:txBody>
      </p:sp>
      <p:sp>
        <p:nvSpPr>
          <p:cNvPr id="31" name="TextBox 30"/>
          <p:cNvSpPr txBox="1"/>
          <p:nvPr/>
        </p:nvSpPr>
        <p:spPr>
          <a:xfrm>
            <a:off x="5707444" y="2538984"/>
            <a:ext cx="5925312" cy="261610"/>
          </a:xfrm>
          <a:prstGeom prst="rect">
            <a:avLst/>
          </a:prstGeom>
          <a:noFill/>
        </p:spPr>
        <p:txBody>
          <a:bodyPr wrap="square">
            <a:spAutoFit/>
          </a:bodyPr>
          <a:lstStyle/>
          <a:p>
            <a:pPr algn="l"/>
            <a:r>
              <a:rPr sz="1100">
                <a:solidFill>
                  <a:srgbClr val="333333"/>
                </a:solidFill>
              </a:rPr>
              <a:t>  DISPUTE, FRAUD_ALERT  (probabilistic)</a:t>
            </a:r>
          </a:p>
        </p:txBody>
      </p:sp>
      <p:sp>
        <p:nvSpPr>
          <p:cNvPr id="32" name="Rectangle 31"/>
          <p:cNvSpPr/>
          <p:nvPr/>
        </p:nvSpPr>
        <p:spPr>
          <a:xfrm>
            <a:off x="5579428" y="3063240"/>
            <a:ext cx="6108192" cy="138988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33" name="Rectangle 32"/>
          <p:cNvSpPr/>
          <p:nvPr/>
        </p:nvSpPr>
        <p:spPr>
          <a:xfrm>
            <a:off x="5579428" y="3063240"/>
            <a:ext cx="45720" cy="1389888"/>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34" name="TextBox 33"/>
          <p:cNvSpPr txBox="1"/>
          <p:nvPr/>
        </p:nvSpPr>
        <p:spPr>
          <a:xfrm>
            <a:off x="5707444" y="3136392"/>
            <a:ext cx="5925312" cy="261610"/>
          </a:xfrm>
          <a:prstGeom prst="rect">
            <a:avLst/>
          </a:prstGeom>
          <a:noFill/>
        </p:spPr>
        <p:txBody>
          <a:bodyPr wrap="square">
            <a:spAutoFit/>
          </a:bodyPr>
          <a:lstStyle/>
          <a:p>
            <a:pPr algn="l"/>
            <a:r>
              <a:rPr sz="1100" b="1" dirty="0">
                <a:solidFill>
                  <a:srgbClr val="005B99"/>
                </a:solidFill>
              </a:rPr>
              <a:t>UPDATE Delta</a:t>
            </a:r>
          </a:p>
        </p:txBody>
      </p:sp>
      <p:sp>
        <p:nvSpPr>
          <p:cNvPr id="35" name="TextBox 34"/>
          <p:cNvSpPr txBox="1"/>
          <p:nvPr/>
        </p:nvSpPr>
        <p:spPr>
          <a:xfrm>
            <a:off x="5707444" y="3371850"/>
            <a:ext cx="5925312" cy="261610"/>
          </a:xfrm>
          <a:prstGeom prst="rect">
            <a:avLst/>
          </a:prstGeom>
          <a:noFill/>
        </p:spPr>
        <p:txBody>
          <a:bodyPr wrap="square">
            <a:spAutoFit/>
          </a:bodyPr>
          <a:lstStyle/>
          <a:p>
            <a:pPr algn="l"/>
            <a:r>
              <a:rPr sz="1100" dirty="0">
                <a:solidFill>
                  <a:srgbClr val="6E6E6E"/>
                </a:solidFill>
              </a:rPr>
              <a:t>Changed rows </a:t>
            </a:r>
            <a:r>
              <a:rPr lang="en-US" sz="1100" dirty="0">
                <a:solidFill>
                  <a:srgbClr val="6E6E6E"/>
                </a:solidFill>
              </a:rPr>
              <a:t>and</a:t>
            </a:r>
            <a:r>
              <a:rPr sz="1100" dirty="0">
                <a:solidFill>
                  <a:srgbClr val="6E6E6E"/>
                </a:solidFill>
              </a:rPr>
              <a:t> full row snapshot</a:t>
            </a:r>
          </a:p>
        </p:txBody>
      </p:sp>
      <p:sp>
        <p:nvSpPr>
          <p:cNvPr id="36" name="TextBox 35"/>
          <p:cNvSpPr txBox="1"/>
          <p:nvPr/>
        </p:nvSpPr>
        <p:spPr>
          <a:xfrm>
            <a:off x="5783644" y="3591306"/>
            <a:ext cx="5925312" cy="769441"/>
          </a:xfrm>
          <a:prstGeom prst="rect">
            <a:avLst/>
          </a:prstGeom>
          <a:noFill/>
        </p:spPr>
        <p:txBody>
          <a:bodyPr wrap="square">
            <a:spAutoFit/>
          </a:bodyPr>
          <a:lstStyle/>
          <a:p>
            <a:pPr algn="l"/>
            <a:r>
              <a:rPr lang="en-US" sz="1100" dirty="0">
                <a:solidFill>
                  <a:srgbClr val="333333"/>
                </a:solidFill>
              </a:rPr>
              <a:t>A</a:t>
            </a:r>
            <a:r>
              <a:rPr sz="1100" dirty="0">
                <a:solidFill>
                  <a:srgbClr val="333333"/>
                </a:solidFill>
              </a:rPr>
              <a:t>CCOUNT  </a:t>
            </a:r>
            <a:r>
              <a:rPr lang="en-US" sz="1100" dirty="0">
                <a:solidFill>
                  <a:srgbClr val="333333"/>
                </a:solidFill>
              </a:rPr>
              <a:t>~</a:t>
            </a:r>
            <a:r>
              <a:rPr sz="1100" dirty="0">
                <a:solidFill>
                  <a:srgbClr val="333333"/>
                </a:solidFill>
              </a:rPr>
              <a:t>500 rows/day  (balance, status, dates)</a:t>
            </a:r>
            <a:endParaRPr lang="en-US" sz="1100" dirty="0">
              <a:solidFill>
                <a:srgbClr val="333333"/>
              </a:solidFill>
            </a:endParaRPr>
          </a:p>
          <a:p>
            <a:pPr algn="l"/>
            <a:r>
              <a:rPr lang="en-US" sz="1100" dirty="0">
                <a:solidFill>
                  <a:srgbClr val="333333"/>
                </a:solidFill>
              </a:rPr>
              <a:t>CARD ~470 rows/day (expiry, blocks, status, dates)</a:t>
            </a:r>
          </a:p>
          <a:p>
            <a:r>
              <a:rPr lang="en-CA" sz="1100" dirty="0">
                <a:solidFill>
                  <a:srgbClr val="333333"/>
                </a:solidFill>
              </a:rPr>
              <a:t>FRAUD_ALERT  (confirmed / </a:t>
            </a:r>
            <a:r>
              <a:rPr lang="en-CA" sz="1100" dirty="0" err="1">
                <a:solidFill>
                  <a:srgbClr val="333333"/>
                </a:solidFill>
              </a:rPr>
              <a:t>false_positive</a:t>
            </a:r>
            <a:r>
              <a:rPr lang="en-CA" sz="1100" dirty="0">
                <a:solidFill>
                  <a:srgbClr val="333333"/>
                </a:solidFill>
              </a:rPr>
              <a:t>)</a:t>
            </a:r>
          </a:p>
          <a:p>
            <a:r>
              <a:rPr lang="en-CA" sz="1100" dirty="0">
                <a:solidFill>
                  <a:srgbClr val="333333"/>
                </a:solidFill>
              </a:rPr>
              <a:t>CHARGEBACK  (stage advancement)</a:t>
            </a:r>
            <a:endParaRPr lang="en-US" sz="1100" dirty="0">
              <a:solidFill>
                <a:srgbClr val="333333"/>
              </a:solidFill>
            </a:endParaRPr>
          </a:p>
        </p:txBody>
      </p:sp>
      <p:sp>
        <p:nvSpPr>
          <p:cNvPr id="40" name="Rectangle 39"/>
          <p:cNvSpPr/>
          <p:nvPr/>
        </p:nvSpPr>
        <p:spPr>
          <a:xfrm>
            <a:off x="5579428" y="4700016"/>
            <a:ext cx="6108192" cy="138988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1" name="Rectangle 40"/>
          <p:cNvSpPr/>
          <p:nvPr/>
        </p:nvSpPr>
        <p:spPr>
          <a:xfrm>
            <a:off x="5579428" y="4700016"/>
            <a:ext cx="45720" cy="1389888"/>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2" name="TextBox 41"/>
          <p:cNvSpPr txBox="1"/>
          <p:nvPr/>
        </p:nvSpPr>
        <p:spPr>
          <a:xfrm>
            <a:off x="5707444" y="4773168"/>
            <a:ext cx="5925312" cy="261610"/>
          </a:xfrm>
          <a:prstGeom prst="rect">
            <a:avLst/>
          </a:prstGeom>
          <a:noFill/>
        </p:spPr>
        <p:txBody>
          <a:bodyPr wrap="square">
            <a:spAutoFit/>
          </a:bodyPr>
          <a:lstStyle/>
          <a:p>
            <a:pPr algn="l"/>
            <a:r>
              <a:rPr sz="1100" b="1">
                <a:solidFill>
                  <a:srgbClr val="1A7A3C"/>
                </a:solidFill>
              </a:rPr>
              <a:t>State DB</a:t>
            </a:r>
          </a:p>
        </p:txBody>
      </p:sp>
      <p:sp>
        <p:nvSpPr>
          <p:cNvPr id="43" name="TextBox 42"/>
          <p:cNvSpPr txBox="1"/>
          <p:nvPr/>
        </p:nvSpPr>
        <p:spPr>
          <a:xfrm>
            <a:off x="5707444" y="4970526"/>
            <a:ext cx="5925312" cy="261610"/>
          </a:xfrm>
          <a:prstGeom prst="rect">
            <a:avLst/>
          </a:prstGeom>
          <a:noFill/>
        </p:spPr>
        <p:txBody>
          <a:bodyPr wrap="square">
            <a:spAutoFit/>
          </a:bodyPr>
          <a:lstStyle/>
          <a:p>
            <a:pPr algn="l"/>
            <a:r>
              <a:rPr sz="1100" dirty="0">
                <a:solidFill>
                  <a:srgbClr val="6E6E6E"/>
                </a:solidFill>
              </a:rPr>
              <a:t>output/</a:t>
            </a:r>
            <a:r>
              <a:rPr sz="1100" dirty="0" err="1">
                <a:solidFill>
                  <a:srgbClr val="6E6E6E"/>
                </a:solidFill>
              </a:rPr>
              <a:t>state.db</a:t>
            </a:r>
            <a:endParaRPr sz="1100" dirty="0">
              <a:solidFill>
                <a:srgbClr val="6E6E6E"/>
              </a:solidFill>
            </a:endParaRPr>
          </a:p>
        </p:txBody>
      </p:sp>
      <p:sp>
        <p:nvSpPr>
          <p:cNvPr id="44" name="TextBox 43"/>
          <p:cNvSpPr txBox="1"/>
          <p:nvPr/>
        </p:nvSpPr>
        <p:spPr>
          <a:xfrm>
            <a:off x="5707444" y="5189982"/>
            <a:ext cx="5925312" cy="261610"/>
          </a:xfrm>
          <a:prstGeom prst="rect">
            <a:avLst/>
          </a:prstGeom>
          <a:noFill/>
        </p:spPr>
        <p:txBody>
          <a:bodyPr wrap="square">
            <a:spAutoFit/>
          </a:bodyPr>
          <a:lstStyle/>
          <a:p>
            <a:pPr algn="l"/>
            <a:r>
              <a:rPr sz="1100">
                <a:solidFill>
                  <a:srgbClr val="333333"/>
                </a:solidFill>
              </a:rPr>
              <a:t>  All 15 entity tables  +  16 REF tables</a:t>
            </a:r>
          </a:p>
        </p:txBody>
      </p:sp>
      <p:sp>
        <p:nvSpPr>
          <p:cNvPr id="45" name="TextBox 44"/>
          <p:cNvSpPr txBox="1"/>
          <p:nvPr/>
        </p:nvSpPr>
        <p:spPr>
          <a:xfrm>
            <a:off x="5707444" y="5391150"/>
            <a:ext cx="5925312" cy="261610"/>
          </a:xfrm>
          <a:prstGeom prst="rect">
            <a:avLst/>
          </a:prstGeom>
          <a:noFill/>
        </p:spPr>
        <p:txBody>
          <a:bodyPr wrap="square">
            <a:spAutoFit/>
          </a:bodyPr>
          <a:lstStyle/>
          <a:p>
            <a:pPr algn="l"/>
            <a:r>
              <a:rPr sz="1100">
                <a:solidFill>
                  <a:srgbClr val="333333"/>
                </a:solidFill>
              </a:rPr>
              <a:t>  6 temporal state tables  (simulation-internal)</a:t>
            </a:r>
          </a:p>
        </p:txBody>
      </p:sp>
      <p:sp>
        <p:nvSpPr>
          <p:cNvPr id="46" name="TextBox 45"/>
          <p:cNvSpPr txBox="1"/>
          <p:nvPr/>
        </p:nvSpPr>
        <p:spPr>
          <a:xfrm>
            <a:off x="5707444" y="5592318"/>
            <a:ext cx="5925312" cy="261610"/>
          </a:xfrm>
          <a:prstGeom prst="rect">
            <a:avLst/>
          </a:prstGeom>
          <a:noFill/>
        </p:spPr>
        <p:txBody>
          <a:bodyPr wrap="square">
            <a:spAutoFit/>
          </a:bodyPr>
          <a:lstStyle/>
          <a:p>
            <a:pPr algn="l"/>
            <a:r>
              <a:rPr sz="1100">
                <a:solidFill>
                  <a:srgbClr val="333333"/>
                </a:solidFill>
              </a:rPr>
              <a:t>  pk_sequences  +  run_log  +  simulation_meta</a:t>
            </a:r>
          </a:p>
        </p:txBody>
      </p:sp>
      <p:sp>
        <p:nvSpPr>
          <p:cNvPr id="47" name="TextBox 46"/>
          <p:cNvSpPr txBox="1"/>
          <p:nvPr/>
        </p:nvSpPr>
        <p:spPr>
          <a:xfrm>
            <a:off x="5707444" y="5793486"/>
            <a:ext cx="5925312" cy="261610"/>
          </a:xfrm>
          <a:prstGeom prst="rect">
            <a:avLst/>
          </a:prstGeom>
          <a:noFill/>
        </p:spPr>
        <p:txBody>
          <a:bodyPr wrap="square">
            <a:spAutoFit/>
          </a:bodyPr>
          <a:lstStyle/>
          <a:p>
            <a:pPr algn="l"/>
            <a:r>
              <a:rPr sz="1100">
                <a:solidFill>
                  <a:srgbClr val="333333"/>
                </a:solidFill>
              </a:rPr>
              <a:t>  Queryable with any SQLite tool</a:t>
            </a:r>
          </a:p>
        </p:txBody>
      </p:sp>
      <p:sp>
        <p:nvSpPr>
          <p:cNvPr id="51" name="Rectangle 50"/>
          <p:cNvSpPr/>
          <p:nvPr/>
        </p:nvSpPr>
        <p:spPr>
          <a:xfrm>
            <a:off x="502920" y="1426464"/>
            <a:ext cx="4224528" cy="46634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2" name="Rectangle 51"/>
          <p:cNvSpPr/>
          <p:nvPr/>
        </p:nvSpPr>
        <p:spPr>
          <a:xfrm>
            <a:off x="502920" y="1426464"/>
            <a:ext cx="54864" cy="4663440"/>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3" name="TextBox 52"/>
          <p:cNvSpPr txBox="1"/>
          <p:nvPr/>
        </p:nvSpPr>
        <p:spPr>
          <a:xfrm>
            <a:off x="630936" y="1517904"/>
            <a:ext cx="4041648" cy="261610"/>
          </a:xfrm>
          <a:prstGeom prst="rect">
            <a:avLst/>
          </a:prstGeom>
          <a:noFill/>
        </p:spPr>
        <p:txBody>
          <a:bodyPr wrap="square">
            <a:spAutoFit/>
          </a:bodyPr>
          <a:lstStyle/>
          <a:p>
            <a:pPr algn="l"/>
            <a:r>
              <a:rPr sz="1100" b="1">
                <a:solidFill>
                  <a:srgbClr val="E4002B"/>
                </a:solidFill>
              </a:rPr>
              <a:t>OUTPUT DIRECTORY  (30-day run)</a:t>
            </a:r>
          </a:p>
        </p:txBody>
      </p:sp>
      <p:sp>
        <p:nvSpPr>
          <p:cNvPr id="54" name="TextBox 53"/>
          <p:cNvSpPr txBox="1"/>
          <p:nvPr/>
        </p:nvSpPr>
        <p:spPr>
          <a:xfrm>
            <a:off x="630936" y="1792224"/>
            <a:ext cx="4023360" cy="261610"/>
          </a:xfrm>
          <a:prstGeom prst="rect">
            <a:avLst/>
          </a:prstGeom>
          <a:noFill/>
        </p:spPr>
        <p:txBody>
          <a:bodyPr wrap="square">
            <a:spAutoFit/>
          </a:bodyPr>
          <a:lstStyle/>
          <a:p>
            <a:pPr algn="l"/>
            <a:r>
              <a:rPr sz="1100" b="1">
                <a:solidFill>
                  <a:srgbClr val="1A1A1A"/>
                </a:solidFill>
              </a:rPr>
              <a:t>output_30day/</a:t>
            </a:r>
          </a:p>
        </p:txBody>
      </p:sp>
      <p:sp>
        <p:nvSpPr>
          <p:cNvPr id="55" name="TextBox 54"/>
          <p:cNvSpPr txBox="1"/>
          <p:nvPr/>
        </p:nvSpPr>
        <p:spPr>
          <a:xfrm>
            <a:off x="630936" y="2027224"/>
            <a:ext cx="4023360" cy="261610"/>
          </a:xfrm>
          <a:prstGeom prst="rect">
            <a:avLst/>
          </a:prstGeom>
          <a:noFill/>
        </p:spPr>
        <p:txBody>
          <a:bodyPr wrap="square">
            <a:spAutoFit/>
          </a:bodyPr>
          <a:lstStyle/>
          <a:p>
            <a:pPr algn="l"/>
            <a:r>
              <a:rPr sz="1100" b="0" dirty="0">
                <a:solidFill>
                  <a:srgbClr val="333333"/>
                </a:solidFill>
              </a:rPr>
              <a:t>  </a:t>
            </a:r>
            <a:r>
              <a:rPr sz="1100" b="0" dirty="0" err="1">
                <a:solidFill>
                  <a:srgbClr val="333333"/>
                </a:solidFill>
              </a:rPr>
              <a:t>state.db</a:t>
            </a:r>
            <a:r>
              <a:rPr sz="1100" b="0" dirty="0">
                <a:solidFill>
                  <a:srgbClr val="333333"/>
                </a:solidFill>
              </a:rPr>
              <a:t>  (31 tables, </a:t>
            </a:r>
            <a:r>
              <a:rPr lang="en-US" sz="1100" b="0" dirty="0">
                <a:solidFill>
                  <a:srgbClr val="333333"/>
                </a:solidFill>
              </a:rPr>
              <a:t>Write Ahead Log or WAL</a:t>
            </a:r>
            <a:r>
              <a:rPr sz="1100" b="0" dirty="0">
                <a:solidFill>
                  <a:srgbClr val="333333"/>
                </a:solidFill>
              </a:rPr>
              <a:t> mode)</a:t>
            </a:r>
          </a:p>
        </p:txBody>
      </p:sp>
      <p:sp>
        <p:nvSpPr>
          <p:cNvPr id="56" name="TextBox 55"/>
          <p:cNvSpPr txBox="1"/>
          <p:nvPr/>
        </p:nvSpPr>
        <p:spPr>
          <a:xfrm>
            <a:off x="630936" y="2262224"/>
            <a:ext cx="4023360" cy="261610"/>
          </a:xfrm>
          <a:prstGeom prst="rect">
            <a:avLst/>
          </a:prstGeom>
          <a:noFill/>
        </p:spPr>
        <p:txBody>
          <a:bodyPr wrap="square">
            <a:spAutoFit/>
          </a:bodyPr>
          <a:lstStyle/>
          <a:p>
            <a:pPr algn="l"/>
            <a:r>
              <a:rPr sz="1100" b="0">
                <a:solidFill>
                  <a:srgbClr val="333333"/>
                </a:solidFill>
              </a:rPr>
              <a:t>  run_log.txt  (30 advance runs)</a:t>
            </a:r>
          </a:p>
        </p:txBody>
      </p:sp>
      <p:sp>
        <p:nvSpPr>
          <p:cNvPr id="57" name="TextBox 56"/>
          <p:cNvSpPr txBox="1"/>
          <p:nvPr/>
        </p:nvSpPr>
        <p:spPr>
          <a:xfrm>
            <a:off x="630936" y="2497224"/>
            <a:ext cx="4023360" cy="261610"/>
          </a:xfrm>
          <a:prstGeom prst="rect">
            <a:avLst/>
          </a:prstGeom>
          <a:noFill/>
        </p:spPr>
        <p:txBody>
          <a:bodyPr wrap="square">
            <a:spAutoFit/>
          </a:bodyPr>
          <a:lstStyle/>
          <a:p>
            <a:pPr algn="l"/>
            <a:r>
              <a:rPr sz="1100" b="1">
                <a:solidFill>
                  <a:srgbClr val="1A1A1A"/>
                </a:solidFill>
              </a:rPr>
              <a:t>  deltas/</a:t>
            </a:r>
          </a:p>
        </p:txBody>
      </p:sp>
      <p:sp>
        <p:nvSpPr>
          <p:cNvPr id="58" name="TextBox 57"/>
          <p:cNvSpPr txBox="1"/>
          <p:nvPr/>
        </p:nvSpPr>
        <p:spPr>
          <a:xfrm>
            <a:off x="630936" y="2732224"/>
            <a:ext cx="4023360" cy="261610"/>
          </a:xfrm>
          <a:prstGeom prst="rect">
            <a:avLst/>
          </a:prstGeom>
          <a:noFill/>
        </p:spPr>
        <p:txBody>
          <a:bodyPr wrap="square">
            <a:spAutoFit/>
          </a:bodyPr>
          <a:lstStyle/>
          <a:p>
            <a:pPr algn="l"/>
            <a:r>
              <a:rPr sz="1100" b="1" dirty="0">
                <a:solidFill>
                  <a:srgbClr val="1A1A1A"/>
                </a:solidFill>
              </a:rPr>
              <a:t>    2026-04-01/  </a:t>
            </a:r>
            <a:r>
              <a:rPr lang="en-US" sz="1100" b="1" dirty="0">
                <a:solidFill>
                  <a:srgbClr val="1A1A1A"/>
                </a:solidFill>
              </a:rPr>
              <a:t>(start</a:t>
            </a:r>
            <a:r>
              <a:rPr sz="1100" b="1" dirty="0">
                <a:solidFill>
                  <a:srgbClr val="1A1A1A"/>
                </a:solidFill>
              </a:rPr>
              <a:t> da</a:t>
            </a:r>
            <a:r>
              <a:rPr lang="en-US" sz="1100" b="1" dirty="0">
                <a:solidFill>
                  <a:srgbClr val="1A1A1A"/>
                </a:solidFill>
              </a:rPr>
              <a:t>te)</a:t>
            </a:r>
            <a:endParaRPr sz="1100" b="1" dirty="0">
              <a:solidFill>
                <a:srgbClr val="1A1A1A"/>
              </a:solidFill>
            </a:endParaRPr>
          </a:p>
        </p:txBody>
      </p:sp>
      <p:sp>
        <p:nvSpPr>
          <p:cNvPr id="59" name="TextBox 58"/>
          <p:cNvSpPr txBox="1"/>
          <p:nvPr/>
        </p:nvSpPr>
        <p:spPr>
          <a:xfrm>
            <a:off x="630936" y="2967224"/>
            <a:ext cx="4023360" cy="261610"/>
          </a:xfrm>
          <a:prstGeom prst="rect">
            <a:avLst/>
          </a:prstGeom>
          <a:noFill/>
        </p:spPr>
        <p:txBody>
          <a:bodyPr wrap="square">
            <a:spAutoFit/>
          </a:bodyPr>
          <a:lstStyle/>
          <a:p>
            <a:pPr algn="l"/>
            <a:r>
              <a:rPr sz="1100" b="1">
                <a:solidFill>
                  <a:srgbClr val="1A1A1A"/>
                </a:solidFill>
              </a:rPr>
              <a:t>      inserts/</a:t>
            </a:r>
          </a:p>
        </p:txBody>
      </p:sp>
      <p:sp>
        <p:nvSpPr>
          <p:cNvPr id="60" name="TextBox 59"/>
          <p:cNvSpPr txBox="1"/>
          <p:nvPr/>
        </p:nvSpPr>
        <p:spPr>
          <a:xfrm>
            <a:off x="630936" y="3202224"/>
            <a:ext cx="4023360" cy="261610"/>
          </a:xfrm>
          <a:prstGeom prst="rect">
            <a:avLst/>
          </a:prstGeom>
          <a:noFill/>
        </p:spPr>
        <p:txBody>
          <a:bodyPr wrap="square">
            <a:spAutoFit/>
          </a:bodyPr>
          <a:lstStyle/>
          <a:p>
            <a:pPr algn="l"/>
            <a:r>
              <a:rPr sz="1100" b="0">
                <a:solidFill>
                  <a:srgbClr val="333333"/>
                </a:solidFill>
              </a:rPr>
              <a:t>        TRANSACTION.csv       574  + .json</a:t>
            </a:r>
          </a:p>
        </p:txBody>
      </p:sp>
      <p:sp>
        <p:nvSpPr>
          <p:cNvPr id="61" name="TextBox 60"/>
          <p:cNvSpPr txBox="1"/>
          <p:nvPr/>
        </p:nvSpPr>
        <p:spPr>
          <a:xfrm>
            <a:off x="630936" y="3437224"/>
            <a:ext cx="4023360" cy="261610"/>
          </a:xfrm>
          <a:prstGeom prst="rect">
            <a:avLst/>
          </a:prstGeom>
          <a:noFill/>
        </p:spPr>
        <p:txBody>
          <a:bodyPr wrap="square">
            <a:spAutoFit/>
          </a:bodyPr>
          <a:lstStyle/>
          <a:p>
            <a:pPr algn="l"/>
            <a:r>
              <a:rPr sz="1100" b="0">
                <a:solidFill>
                  <a:srgbClr val="333333"/>
                </a:solidFill>
              </a:rPr>
              <a:t>        AUTHORIZATION.csv     634  + .json</a:t>
            </a:r>
          </a:p>
        </p:txBody>
      </p:sp>
      <p:sp>
        <p:nvSpPr>
          <p:cNvPr id="62" name="TextBox 61"/>
          <p:cNvSpPr txBox="1"/>
          <p:nvPr/>
        </p:nvSpPr>
        <p:spPr>
          <a:xfrm>
            <a:off x="630936" y="3672224"/>
            <a:ext cx="4023360" cy="261610"/>
          </a:xfrm>
          <a:prstGeom prst="rect">
            <a:avLst/>
          </a:prstGeom>
          <a:noFill/>
        </p:spPr>
        <p:txBody>
          <a:bodyPr wrap="square">
            <a:spAutoFit/>
          </a:bodyPr>
          <a:lstStyle/>
          <a:p>
            <a:pPr algn="l"/>
            <a:r>
              <a:rPr sz="1100" b="0">
                <a:solidFill>
                  <a:srgbClr val="333333"/>
                </a:solidFill>
              </a:rPr>
              <a:t>        STATEMENT.csv          21  + .json</a:t>
            </a:r>
          </a:p>
        </p:txBody>
      </p:sp>
      <p:sp>
        <p:nvSpPr>
          <p:cNvPr id="63" name="TextBox 62"/>
          <p:cNvSpPr txBox="1"/>
          <p:nvPr/>
        </p:nvSpPr>
        <p:spPr>
          <a:xfrm>
            <a:off x="630936" y="3907224"/>
            <a:ext cx="4023360" cy="261610"/>
          </a:xfrm>
          <a:prstGeom prst="rect">
            <a:avLst/>
          </a:prstGeom>
          <a:noFill/>
        </p:spPr>
        <p:txBody>
          <a:bodyPr wrap="square">
            <a:spAutoFit/>
          </a:bodyPr>
          <a:lstStyle/>
          <a:p>
            <a:pPr algn="l"/>
            <a:r>
              <a:rPr sz="1100" b="0">
                <a:solidFill>
                  <a:srgbClr val="333333"/>
                </a:solidFill>
              </a:rPr>
              <a:t>        COLLECTION_CASE.csv    27  + .json</a:t>
            </a:r>
          </a:p>
        </p:txBody>
      </p:sp>
      <p:sp>
        <p:nvSpPr>
          <p:cNvPr id="64" name="TextBox 63"/>
          <p:cNvSpPr txBox="1"/>
          <p:nvPr/>
        </p:nvSpPr>
        <p:spPr>
          <a:xfrm>
            <a:off x="630936" y="4142224"/>
            <a:ext cx="4023360" cy="261610"/>
          </a:xfrm>
          <a:prstGeom prst="rect">
            <a:avLst/>
          </a:prstGeom>
          <a:noFill/>
        </p:spPr>
        <p:txBody>
          <a:bodyPr wrap="square">
            <a:spAutoFit/>
          </a:bodyPr>
          <a:lstStyle/>
          <a:p>
            <a:pPr algn="l"/>
            <a:r>
              <a:rPr sz="1100" b="0">
                <a:solidFill>
                  <a:srgbClr val="333333"/>
                </a:solidFill>
              </a:rPr>
              <a:t>        FRAUD_ALERT.csv         2  + .json</a:t>
            </a:r>
          </a:p>
        </p:txBody>
      </p:sp>
      <p:sp>
        <p:nvSpPr>
          <p:cNvPr id="65" name="TextBox 64"/>
          <p:cNvSpPr txBox="1"/>
          <p:nvPr/>
        </p:nvSpPr>
        <p:spPr>
          <a:xfrm>
            <a:off x="630936" y="4377224"/>
            <a:ext cx="4023360" cy="261610"/>
          </a:xfrm>
          <a:prstGeom prst="rect">
            <a:avLst/>
          </a:prstGeom>
          <a:noFill/>
        </p:spPr>
        <p:txBody>
          <a:bodyPr wrap="square">
            <a:spAutoFit/>
          </a:bodyPr>
          <a:lstStyle/>
          <a:p>
            <a:pPr algn="l"/>
            <a:r>
              <a:rPr sz="1100" b="0">
                <a:solidFill>
                  <a:srgbClr val="333333"/>
                </a:solidFill>
              </a:rPr>
              <a:t>        SCORE_RECORD.csv      494  + .json</a:t>
            </a:r>
          </a:p>
        </p:txBody>
      </p:sp>
      <p:sp>
        <p:nvSpPr>
          <p:cNvPr id="66" name="TextBox 65"/>
          <p:cNvSpPr txBox="1"/>
          <p:nvPr/>
        </p:nvSpPr>
        <p:spPr>
          <a:xfrm>
            <a:off x="630936" y="4612224"/>
            <a:ext cx="4023360" cy="261610"/>
          </a:xfrm>
          <a:prstGeom prst="rect">
            <a:avLst/>
          </a:prstGeom>
          <a:noFill/>
        </p:spPr>
        <p:txBody>
          <a:bodyPr wrap="square">
            <a:spAutoFit/>
          </a:bodyPr>
          <a:lstStyle/>
          <a:p>
            <a:pPr algn="l"/>
            <a:r>
              <a:rPr sz="1100" b="1">
                <a:solidFill>
                  <a:srgbClr val="1A1A1A"/>
                </a:solidFill>
              </a:rPr>
              <a:t>      updates/</a:t>
            </a:r>
          </a:p>
        </p:txBody>
      </p:sp>
      <p:sp>
        <p:nvSpPr>
          <p:cNvPr id="67" name="TextBox 66"/>
          <p:cNvSpPr txBox="1"/>
          <p:nvPr/>
        </p:nvSpPr>
        <p:spPr>
          <a:xfrm>
            <a:off x="630936" y="4847224"/>
            <a:ext cx="4023360" cy="261610"/>
          </a:xfrm>
          <a:prstGeom prst="rect">
            <a:avLst/>
          </a:prstGeom>
          <a:noFill/>
        </p:spPr>
        <p:txBody>
          <a:bodyPr wrap="square">
            <a:spAutoFit/>
          </a:bodyPr>
          <a:lstStyle/>
          <a:p>
            <a:pPr algn="l"/>
            <a:r>
              <a:rPr sz="1100" b="0">
                <a:solidFill>
                  <a:srgbClr val="333333"/>
                </a:solidFill>
              </a:rPr>
              <a:t>        ACCOUNT.csv           494  + .json</a:t>
            </a:r>
          </a:p>
        </p:txBody>
      </p:sp>
      <p:sp>
        <p:nvSpPr>
          <p:cNvPr id="68" name="TextBox 67"/>
          <p:cNvSpPr txBox="1"/>
          <p:nvPr/>
        </p:nvSpPr>
        <p:spPr>
          <a:xfrm>
            <a:off x="630936" y="5082224"/>
            <a:ext cx="4023360" cy="261610"/>
          </a:xfrm>
          <a:prstGeom prst="rect">
            <a:avLst/>
          </a:prstGeom>
          <a:noFill/>
        </p:spPr>
        <p:txBody>
          <a:bodyPr wrap="square">
            <a:spAutoFit/>
          </a:bodyPr>
          <a:lstStyle/>
          <a:p>
            <a:pPr algn="l"/>
            <a:r>
              <a:rPr sz="1100" b="0">
                <a:solidFill>
                  <a:srgbClr val="333333"/>
                </a:solidFill>
              </a:rPr>
              <a:t>        CARD.csv              465  + .json</a:t>
            </a:r>
          </a:p>
        </p:txBody>
      </p:sp>
      <p:sp>
        <p:nvSpPr>
          <p:cNvPr id="69" name="TextBox 68"/>
          <p:cNvSpPr txBox="1"/>
          <p:nvPr/>
        </p:nvSpPr>
        <p:spPr>
          <a:xfrm>
            <a:off x="630936" y="5317224"/>
            <a:ext cx="4023360" cy="261610"/>
          </a:xfrm>
          <a:prstGeom prst="rect">
            <a:avLst/>
          </a:prstGeom>
          <a:noFill/>
        </p:spPr>
        <p:txBody>
          <a:bodyPr wrap="square">
            <a:spAutoFit/>
          </a:bodyPr>
          <a:lstStyle/>
          <a:p>
            <a:pPr algn="l"/>
            <a:r>
              <a:rPr sz="1100" b="0">
                <a:solidFill>
                  <a:srgbClr val="333333"/>
                </a:solidFill>
              </a:rPr>
              <a:t>        FRAUD_ALERT.csv         2  + .json</a:t>
            </a:r>
          </a:p>
        </p:txBody>
      </p:sp>
      <p:sp>
        <p:nvSpPr>
          <p:cNvPr id="70" name="TextBox 69"/>
          <p:cNvSpPr txBox="1"/>
          <p:nvPr/>
        </p:nvSpPr>
        <p:spPr>
          <a:xfrm>
            <a:off x="630936" y="5552224"/>
            <a:ext cx="4023360" cy="261610"/>
          </a:xfrm>
          <a:prstGeom prst="rect">
            <a:avLst/>
          </a:prstGeom>
          <a:noFill/>
        </p:spPr>
        <p:txBody>
          <a:bodyPr wrap="square">
            <a:spAutoFit/>
          </a:bodyPr>
          <a:lstStyle/>
          <a:p>
            <a:pPr algn="l"/>
            <a:r>
              <a:rPr sz="1100" b="1" dirty="0">
                <a:solidFill>
                  <a:srgbClr val="1A1A1A"/>
                </a:solidFill>
              </a:rPr>
              <a:t>    2026-04-02  →  2026-04-30  </a:t>
            </a:r>
            <a:r>
              <a:rPr lang="en-US" sz="1100" b="1" dirty="0">
                <a:solidFill>
                  <a:srgbClr val="1A1A1A"/>
                </a:solidFill>
              </a:rPr>
              <a:t>(end date)</a:t>
            </a:r>
            <a:endParaRPr sz="1100" b="1" dirty="0">
              <a:solidFill>
                <a:srgbClr val="1A1A1A"/>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4508" y="164593"/>
            <a:ext cx="11183112" cy="523220"/>
          </a:xfrm>
          <a:prstGeom prst="rect">
            <a:avLst/>
          </a:prstGeom>
          <a:noFill/>
        </p:spPr>
        <p:txBody>
          <a:bodyPr wrap="square">
            <a:spAutoFit/>
          </a:bodyPr>
          <a:lstStyle/>
          <a:p>
            <a:r>
              <a:rPr lang="en-US" sz="2800" dirty="0"/>
              <a:t>A 30-Day Advancing </a:t>
            </a:r>
            <a:r>
              <a:rPr sz="2800" dirty="0">
                <a:latin typeface="+mj-lt"/>
                <a:ea typeface="+mj-ea"/>
                <a:cs typeface="+mj-cs"/>
              </a:rPr>
              <a:t>Summary</a:t>
            </a:r>
          </a:p>
        </p:txBody>
      </p:sp>
      <p:sp>
        <p:nvSpPr>
          <p:cNvPr id="4" name="TextBox 3"/>
          <p:cNvSpPr txBox="1"/>
          <p:nvPr/>
        </p:nvSpPr>
        <p:spPr>
          <a:xfrm>
            <a:off x="504508" y="886968"/>
            <a:ext cx="11183112" cy="292388"/>
          </a:xfrm>
          <a:prstGeom prst="rect">
            <a:avLst/>
          </a:prstGeom>
          <a:noFill/>
        </p:spPr>
        <p:txBody>
          <a:bodyPr wrap="square">
            <a:spAutoFit/>
          </a:bodyPr>
          <a:lstStyle/>
          <a:p>
            <a:pPr algn="l"/>
            <a:r>
              <a:rPr sz="1300">
                <a:solidFill>
                  <a:srgbClr val="6E6E6E"/>
                </a:solidFill>
              </a:rPr>
              <a:t>init 2026-03-31 (Day 0)  +  advance ×30  |  ~0.35s per day  |  500 accounts</a:t>
            </a:r>
          </a:p>
        </p:txBody>
      </p:sp>
      <p:sp>
        <p:nvSpPr>
          <p:cNvPr id="5" name="Rectangle 4"/>
          <p:cNvSpPr/>
          <p:nvPr/>
        </p:nvSpPr>
        <p:spPr>
          <a:xfrm>
            <a:off x="504508" y="1261872"/>
            <a:ext cx="11183112" cy="2011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4508" y="1426465"/>
            <a:ext cx="3642360" cy="260603"/>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1084" y="1463040"/>
            <a:ext cx="1115568" cy="230832"/>
          </a:xfrm>
          <a:prstGeom prst="rect">
            <a:avLst/>
          </a:prstGeom>
          <a:noFill/>
        </p:spPr>
        <p:txBody>
          <a:bodyPr wrap="square">
            <a:spAutoFit/>
          </a:bodyPr>
          <a:lstStyle/>
          <a:p>
            <a:pPr algn="l"/>
            <a:r>
              <a:rPr sz="900" b="1">
                <a:solidFill>
                  <a:srgbClr val="FFFFFF"/>
                </a:solidFill>
              </a:rPr>
              <a:t>Date</a:t>
            </a:r>
          </a:p>
        </p:txBody>
      </p:sp>
      <p:sp>
        <p:nvSpPr>
          <p:cNvPr id="8" name="TextBox 7"/>
          <p:cNvSpPr txBox="1"/>
          <p:nvPr/>
        </p:nvSpPr>
        <p:spPr>
          <a:xfrm>
            <a:off x="1711516" y="1463040"/>
            <a:ext cx="630936" cy="230832"/>
          </a:xfrm>
          <a:prstGeom prst="rect">
            <a:avLst/>
          </a:prstGeom>
          <a:noFill/>
        </p:spPr>
        <p:txBody>
          <a:bodyPr wrap="square">
            <a:spAutoFit/>
          </a:bodyPr>
          <a:lstStyle/>
          <a:p>
            <a:pPr algn="l"/>
            <a:r>
              <a:rPr sz="900" b="1">
                <a:solidFill>
                  <a:srgbClr val="FFFFFF"/>
                </a:solidFill>
              </a:rPr>
              <a:t>Inserts</a:t>
            </a:r>
          </a:p>
        </p:txBody>
      </p:sp>
      <p:sp>
        <p:nvSpPr>
          <p:cNvPr id="9" name="TextBox 8"/>
          <p:cNvSpPr txBox="1"/>
          <p:nvPr/>
        </p:nvSpPr>
        <p:spPr>
          <a:xfrm>
            <a:off x="2397316" y="1463040"/>
            <a:ext cx="566928" cy="230832"/>
          </a:xfrm>
          <a:prstGeom prst="rect">
            <a:avLst/>
          </a:prstGeom>
          <a:noFill/>
        </p:spPr>
        <p:txBody>
          <a:bodyPr wrap="square">
            <a:spAutoFit/>
          </a:bodyPr>
          <a:lstStyle/>
          <a:p>
            <a:pPr algn="l"/>
            <a:r>
              <a:rPr sz="900" b="1">
                <a:solidFill>
                  <a:srgbClr val="FFFFFF"/>
                </a:solidFill>
              </a:rPr>
              <a:t>Txns</a:t>
            </a:r>
          </a:p>
        </p:txBody>
      </p:sp>
      <p:sp>
        <p:nvSpPr>
          <p:cNvPr id="10" name="TextBox 9"/>
          <p:cNvSpPr txBox="1"/>
          <p:nvPr/>
        </p:nvSpPr>
        <p:spPr>
          <a:xfrm>
            <a:off x="3019108" y="1463040"/>
            <a:ext cx="566928" cy="369332"/>
          </a:xfrm>
          <a:prstGeom prst="rect">
            <a:avLst/>
          </a:prstGeom>
          <a:noFill/>
        </p:spPr>
        <p:txBody>
          <a:bodyPr wrap="square">
            <a:spAutoFit/>
          </a:bodyPr>
          <a:lstStyle/>
          <a:p>
            <a:pPr algn="l"/>
            <a:r>
              <a:rPr sz="900" b="1">
                <a:solidFill>
                  <a:srgbClr val="FFFFFF"/>
                </a:solidFill>
              </a:rPr>
              <a:t>Updates</a:t>
            </a:r>
          </a:p>
        </p:txBody>
      </p:sp>
      <p:sp>
        <p:nvSpPr>
          <p:cNvPr id="11" name="TextBox 10"/>
          <p:cNvSpPr txBox="1"/>
          <p:nvPr/>
        </p:nvSpPr>
        <p:spPr>
          <a:xfrm>
            <a:off x="3640900" y="1463040"/>
            <a:ext cx="487680" cy="230832"/>
          </a:xfrm>
          <a:prstGeom prst="rect">
            <a:avLst/>
          </a:prstGeom>
          <a:noFill/>
        </p:spPr>
        <p:txBody>
          <a:bodyPr wrap="square">
            <a:spAutoFit/>
          </a:bodyPr>
          <a:lstStyle/>
          <a:p>
            <a:pPr algn="l"/>
            <a:r>
              <a:rPr sz="900" b="1">
                <a:solidFill>
                  <a:srgbClr val="FFFFFF"/>
                </a:solidFill>
              </a:rPr>
              <a:t>Dur</a:t>
            </a:r>
          </a:p>
        </p:txBody>
      </p:sp>
      <p:sp>
        <p:nvSpPr>
          <p:cNvPr id="12" name="Rectangle 11"/>
          <p:cNvSpPr/>
          <p:nvPr/>
        </p:nvSpPr>
        <p:spPr>
          <a:xfrm>
            <a:off x="504508" y="1687067"/>
            <a:ext cx="117043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1084" y="1714499"/>
            <a:ext cx="1115568" cy="230832"/>
          </a:xfrm>
          <a:prstGeom prst="rect">
            <a:avLst/>
          </a:prstGeom>
          <a:noFill/>
        </p:spPr>
        <p:txBody>
          <a:bodyPr wrap="square">
            <a:spAutoFit/>
          </a:bodyPr>
          <a:lstStyle/>
          <a:p>
            <a:pPr algn="l"/>
            <a:r>
              <a:rPr sz="900">
                <a:solidFill>
                  <a:srgbClr val="333333"/>
                </a:solidFill>
              </a:rPr>
              <a:t>2026-03-31 init</a:t>
            </a:r>
          </a:p>
        </p:txBody>
      </p:sp>
      <p:sp>
        <p:nvSpPr>
          <p:cNvPr id="14" name="Rectangle 13"/>
          <p:cNvSpPr/>
          <p:nvPr/>
        </p:nvSpPr>
        <p:spPr>
          <a:xfrm>
            <a:off x="1674940" y="1687067"/>
            <a:ext cx="685800"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711516" y="1714499"/>
            <a:ext cx="630936" cy="230832"/>
          </a:xfrm>
          <a:prstGeom prst="rect">
            <a:avLst/>
          </a:prstGeom>
          <a:noFill/>
        </p:spPr>
        <p:txBody>
          <a:bodyPr wrap="square">
            <a:spAutoFit/>
          </a:bodyPr>
          <a:lstStyle/>
          <a:p>
            <a:pPr algn="l"/>
            <a:r>
              <a:rPr sz="900">
                <a:solidFill>
                  <a:srgbClr val="333333"/>
                </a:solidFill>
              </a:rPr>
              <a:t>1,733</a:t>
            </a:r>
          </a:p>
        </p:txBody>
      </p:sp>
      <p:sp>
        <p:nvSpPr>
          <p:cNvPr id="16" name="Rectangle 15"/>
          <p:cNvSpPr/>
          <p:nvPr/>
        </p:nvSpPr>
        <p:spPr>
          <a:xfrm>
            <a:off x="2360740" y="1687067"/>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97316" y="1714499"/>
            <a:ext cx="566928" cy="230832"/>
          </a:xfrm>
          <a:prstGeom prst="rect">
            <a:avLst/>
          </a:prstGeom>
          <a:noFill/>
        </p:spPr>
        <p:txBody>
          <a:bodyPr wrap="square">
            <a:spAutoFit/>
          </a:bodyPr>
          <a:lstStyle/>
          <a:p>
            <a:pPr algn="l"/>
            <a:r>
              <a:rPr sz="900">
                <a:solidFill>
                  <a:srgbClr val="333333"/>
                </a:solidFill>
              </a:rPr>
              <a:t>—</a:t>
            </a:r>
          </a:p>
        </p:txBody>
      </p:sp>
      <p:sp>
        <p:nvSpPr>
          <p:cNvPr id="18" name="Rectangle 17"/>
          <p:cNvSpPr/>
          <p:nvPr/>
        </p:nvSpPr>
        <p:spPr>
          <a:xfrm>
            <a:off x="2982532" y="1687067"/>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019108" y="1714499"/>
            <a:ext cx="566928" cy="230832"/>
          </a:xfrm>
          <a:prstGeom prst="rect">
            <a:avLst/>
          </a:prstGeom>
          <a:noFill/>
        </p:spPr>
        <p:txBody>
          <a:bodyPr wrap="square">
            <a:spAutoFit/>
          </a:bodyPr>
          <a:lstStyle/>
          <a:p>
            <a:pPr algn="l"/>
            <a:r>
              <a:rPr sz="900">
                <a:solidFill>
                  <a:srgbClr val="333333"/>
                </a:solidFill>
              </a:rPr>
              <a:t>—</a:t>
            </a:r>
          </a:p>
        </p:txBody>
      </p:sp>
      <p:sp>
        <p:nvSpPr>
          <p:cNvPr id="20" name="Rectangle 19"/>
          <p:cNvSpPr/>
          <p:nvPr/>
        </p:nvSpPr>
        <p:spPr>
          <a:xfrm>
            <a:off x="3604324" y="1687067"/>
            <a:ext cx="542544"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40900" y="1714499"/>
            <a:ext cx="487680" cy="230832"/>
          </a:xfrm>
          <a:prstGeom prst="rect">
            <a:avLst/>
          </a:prstGeom>
          <a:noFill/>
        </p:spPr>
        <p:txBody>
          <a:bodyPr wrap="square">
            <a:spAutoFit/>
          </a:bodyPr>
          <a:lstStyle/>
          <a:p>
            <a:pPr algn="l"/>
            <a:r>
              <a:rPr sz="900">
                <a:solidFill>
                  <a:srgbClr val="333333"/>
                </a:solidFill>
              </a:rPr>
              <a:t>0.4s</a:t>
            </a:r>
          </a:p>
        </p:txBody>
      </p:sp>
      <p:sp>
        <p:nvSpPr>
          <p:cNvPr id="22" name="Rectangle 21"/>
          <p:cNvSpPr/>
          <p:nvPr/>
        </p:nvSpPr>
        <p:spPr>
          <a:xfrm>
            <a:off x="504508" y="1911095"/>
            <a:ext cx="117043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1084" y="1938527"/>
            <a:ext cx="1115568" cy="230832"/>
          </a:xfrm>
          <a:prstGeom prst="rect">
            <a:avLst/>
          </a:prstGeom>
          <a:noFill/>
        </p:spPr>
        <p:txBody>
          <a:bodyPr wrap="square">
            <a:spAutoFit/>
          </a:bodyPr>
          <a:lstStyle/>
          <a:p>
            <a:pPr algn="l"/>
            <a:r>
              <a:rPr sz="900">
                <a:solidFill>
                  <a:srgbClr val="333333"/>
                </a:solidFill>
              </a:rPr>
              <a:t>2026-04-01</a:t>
            </a:r>
          </a:p>
        </p:txBody>
      </p:sp>
      <p:sp>
        <p:nvSpPr>
          <p:cNvPr id="24" name="Rectangle 23"/>
          <p:cNvSpPr/>
          <p:nvPr/>
        </p:nvSpPr>
        <p:spPr>
          <a:xfrm>
            <a:off x="1674940" y="1911095"/>
            <a:ext cx="685800"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711516" y="1938527"/>
            <a:ext cx="630936" cy="230832"/>
          </a:xfrm>
          <a:prstGeom prst="rect">
            <a:avLst/>
          </a:prstGeom>
          <a:noFill/>
        </p:spPr>
        <p:txBody>
          <a:bodyPr wrap="square">
            <a:spAutoFit/>
          </a:bodyPr>
          <a:lstStyle/>
          <a:p>
            <a:pPr algn="l"/>
            <a:r>
              <a:rPr sz="900">
                <a:solidFill>
                  <a:srgbClr val="333333"/>
                </a:solidFill>
              </a:rPr>
              <a:t>1,752</a:t>
            </a:r>
          </a:p>
        </p:txBody>
      </p:sp>
      <p:sp>
        <p:nvSpPr>
          <p:cNvPr id="26" name="Rectangle 25"/>
          <p:cNvSpPr/>
          <p:nvPr/>
        </p:nvSpPr>
        <p:spPr>
          <a:xfrm>
            <a:off x="2360740" y="1911095"/>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397316" y="1938527"/>
            <a:ext cx="566928" cy="230832"/>
          </a:xfrm>
          <a:prstGeom prst="rect">
            <a:avLst/>
          </a:prstGeom>
          <a:noFill/>
        </p:spPr>
        <p:txBody>
          <a:bodyPr wrap="square">
            <a:spAutoFit/>
          </a:bodyPr>
          <a:lstStyle/>
          <a:p>
            <a:pPr algn="l"/>
            <a:r>
              <a:rPr sz="900">
                <a:solidFill>
                  <a:srgbClr val="333333"/>
                </a:solidFill>
              </a:rPr>
              <a:t>574</a:t>
            </a:r>
          </a:p>
        </p:txBody>
      </p:sp>
      <p:sp>
        <p:nvSpPr>
          <p:cNvPr id="28" name="Rectangle 27"/>
          <p:cNvSpPr/>
          <p:nvPr/>
        </p:nvSpPr>
        <p:spPr>
          <a:xfrm>
            <a:off x="2982532" y="1911095"/>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019108" y="1938527"/>
            <a:ext cx="566928" cy="230832"/>
          </a:xfrm>
          <a:prstGeom prst="rect">
            <a:avLst/>
          </a:prstGeom>
          <a:noFill/>
        </p:spPr>
        <p:txBody>
          <a:bodyPr wrap="square">
            <a:spAutoFit/>
          </a:bodyPr>
          <a:lstStyle/>
          <a:p>
            <a:pPr algn="l"/>
            <a:r>
              <a:rPr sz="900">
                <a:solidFill>
                  <a:srgbClr val="333333"/>
                </a:solidFill>
              </a:rPr>
              <a:t>961</a:t>
            </a:r>
          </a:p>
        </p:txBody>
      </p:sp>
      <p:sp>
        <p:nvSpPr>
          <p:cNvPr id="30" name="Rectangle 29"/>
          <p:cNvSpPr/>
          <p:nvPr/>
        </p:nvSpPr>
        <p:spPr>
          <a:xfrm>
            <a:off x="3604324" y="1911095"/>
            <a:ext cx="542544"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640900" y="1938527"/>
            <a:ext cx="487680" cy="230832"/>
          </a:xfrm>
          <a:prstGeom prst="rect">
            <a:avLst/>
          </a:prstGeom>
          <a:noFill/>
        </p:spPr>
        <p:txBody>
          <a:bodyPr wrap="square">
            <a:spAutoFit/>
          </a:bodyPr>
          <a:lstStyle/>
          <a:p>
            <a:pPr algn="l"/>
            <a:r>
              <a:rPr sz="900">
                <a:solidFill>
                  <a:srgbClr val="333333"/>
                </a:solidFill>
              </a:rPr>
              <a:t>0.4s</a:t>
            </a:r>
          </a:p>
        </p:txBody>
      </p:sp>
      <p:sp>
        <p:nvSpPr>
          <p:cNvPr id="32" name="Rectangle 31"/>
          <p:cNvSpPr/>
          <p:nvPr/>
        </p:nvSpPr>
        <p:spPr>
          <a:xfrm>
            <a:off x="504508" y="2135123"/>
            <a:ext cx="117043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41084" y="2162555"/>
            <a:ext cx="1115568" cy="230832"/>
          </a:xfrm>
          <a:prstGeom prst="rect">
            <a:avLst/>
          </a:prstGeom>
          <a:noFill/>
        </p:spPr>
        <p:txBody>
          <a:bodyPr wrap="square">
            <a:spAutoFit/>
          </a:bodyPr>
          <a:lstStyle/>
          <a:p>
            <a:pPr algn="l"/>
            <a:r>
              <a:rPr sz="900">
                <a:solidFill>
                  <a:srgbClr val="333333"/>
                </a:solidFill>
              </a:rPr>
              <a:t>2026-04-02</a:t>
            </a:r>
          </a:p>
        </p:txBody>
      </p:sp>
      <p:sp>
        <p:nvSpPr>
          <p:cNvPr id="34" name="Rectangle 33"/>
          <p:cNvSpPr/>
          <p:nvPr/>
        </p:nvSpPr>
        <p:spPr>
          <a:xfrm>
            <a:off x="1674940" y="2135123"/>
            <a:ext cx="685800"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711516" y="2162555"/>
            <a:ext cx="630936" cy="230832"/>
          </a:xfrm>
          <a:prstGeom prst="rect">
            <a:avLst/>
          </a:prstGeom>
          <a:noFill/>
        </p:spPr>
        <p:txBody>
          <a:bodyPr wrap="square">
            <a:spAutoFit/>
          </a:bodyPr>
          <a:lstStyle/>
          <a:p>
            <a:pPr algn="l"/>
            <a:r>
              <a:rPr sz="900">
                <a:solidFill>
                  <a:srgbClr val="333333"/>
                </a:solidFill>
              </a:rPr>
              <a:t>1,205</a:t>
            </a:r>
          </a:p>
        </p:txBody>
      </p:sp>
      <p:sp>
        <p:nvSpPr>
          <p:cNvPr id="36" name="Rectangle 35"/>
          <p:cNvSpPr/>
          <p:nvPr/>
        </p:nvSpPr>
        <p:spPr>
          <a:xfrm>
            <a:off x="2360740" y="2135123"/>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397316" y="2162555"/>
            <a:ext cx="566928" cy="230832"/>
          </a:xfrm>
          <a:prstGeom prst="rect">
            <a:avLst/>
          </a:prstGeom>
          <a:noFill/>
        </p:spPr>
        <p:txBody>
          <a:bodyPr wrap="square">
            <a:spAutoFit/>
          </a:bodyPr>
          <a:lstStyle/>
          <a:p>
            <a:pPr algn="l"/>
            <a:r>
              <a:rPr sz="900">
                <a:solidFill>
                  <a:srgbClr val="333333"/>
                </a:solidFill>
              </a:rPr>
              <a:t>569</a:t>
            </a:r>
          </a:p>
        </p:txBody>
      </p:sp>
      <p:sp>
        <p:nvSpPr>
          <p:cNvPr id="38" name="Rectangle 37"/>
          <p:cNvSpPr/>
          <p:nvPr/>
        </p:nvSpPr>
        <p:spPr>
          <a:xfrm>
            <a:off x="2982532" y="2135123"/>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19108" y="2162555"/>
            <a:ext cx="566928" cy="230832"/>
          </a:xfrm>
          <a:prstGeom prst="rect">
            <a:avLst/>
          </a:prstGeom>
          <a:noFill/>
        </p:spPr>
        <p:txBody>
          <a:bodyPr wrap="square">
            <a:spAutoFit/>
          </a:bodyPr>
          <a:lstStyle/>
          <a:p>
            <a:pPr algn="l"/>
            <a:r>
              <a:rPr sz="900">
                <a:solidFill>
                  <a:srgbClr val="333333"/>
                </a:solidFill>
              </a:rPr>
              <a:t>989</a:t>
            </a:r>
          </a:p>
        </p:txBody>
      </p:sp>
      <p:sp>
        <p:nvSpPr>
          <p:cNvPr id="40" name="Rectangle 39"/>
          <p:cNvSpPr/>
          <p:nvPr/>
        </p:nvSpPr>
        <p:spPr>
          <a:xfrm>
            <a:off x="3604324" y="2135123"/>
            <a:ext cx="542544"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640900" y="2162555"/>
            <a:ext cx="487680" cy="230832"/>
          </a:xfrm>
          <a:prstGeom prst="rect">
            <a:avLst/>
          </a:prstGeom>
          <a:noFill/>
        </p:spPr>
        <p:txBody>
          <a:bodyPr wrap="square">
            <a:spAutoFit/>
          </a:bodyPr>
          <a:lstStyle/>
          <a:p>
            <a:pPr algn="l"/>
            <a:r>
              <a:rPr sz="900">
                <a:solidFill>
                  <a:srgbClr val="333333"/>
                </a:solidFill>
              </a:rPr>
              <a:t>0.3s</a:t>
            </a:r>
          </a:p>
        </p:txBody>
      </p:sp>
      <p:sp>
        <p:nvSpPr>
          <p:cNvPr id="42" name="Rectangle 41"/>
          <p:cNvSpPr/>
          <p:nvPr/>
        </p:nvSpPr>
        <p:spPr>
          <a:xfrm>
            <a:off x="504508" y="2359151"/>
            <a:ext cx="117043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41084" y="2386583"/>
            <a:ext cx="1115568" cy="230832"/>
          </a:xfrm>
          <a:prstGeom prst="rect">
            <a:avLst/>
          </a:prstGeom>
          <a:noFill/>
        </p:spPr>
        <p:txBody>
          <a:bodyPr wrap="square">
            <a:spAutoFit/>
          </a:bodyPr>
          <a:lstStyle/>
          <a:p>
            <a:pPr algn="l"/>
            <a:r>
              <a:rPr sz="900">
                <a:solidFill>
                  <a:srgbClr val="333333"/>
                </a:solidFill>
              </a:rPr>
              <a:t>2026-04-03</a:t>
            </a:r>
          </a:p>
        </p:txBody>
      </p:sp>
      <p:sp>
        <p:nvSpPr>
          <p:cNvPr id="44" name="Rectangle 43"/>
          <p:cNvSpPr/>
          <p:nvPr/>
        </p:nvSpPr>
        <p:spPr>
          <a:xfrm>
            <a:off x="1674940" y="2359151"/>
            <a:ext cx="685800"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711516" y="2386583"/>
            <a:ext cx="630936" cy="230832"/>
          </a:xfrm>
          <a:prstGeom prst="rect">
            <a:avLst/>
          </a:prstGeom>
          <a:noFill/>
        </p:spPr>
        <p:txBody>
          <a:bodyPr wrap="square">
            <a:spAutoFit/>
          </a:bodyPr>
          <a:lstStyle/>
          <a:p>
            <a:pPr algn="l"/>
            <a:r>
              <a:rPr sz="900">
                <a:solidFill>
                  <a:srgbClr val="333333"/>
                </a:solidFill>
              </a:rPr>
              <a:t>1,208</a:t>
            </a:r>
          </a:p>
        </p:txBody>
      </p:sp>
      <p:sp>
        <p:nvSpPr>
          <p:cNvPr id="46" name="Rectangle 45"/>
          <p:cNvSpPr/>
          <p:nvPr/>
        </p:nvSpPr>
        <p:spPr>
          <a:xfrm>
            <a:off x="2360740" y="2359151"/>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397316" y="2386583"/>
            <a:ext cx="566928" cy="230832"/>
          </a:xfrm>
          <a:prstGeom prst="rect">
            <a:avLst/>
          </a:prstGeom>
          <a:noFill/>
        </p:spPr>
        <p:txBody>
          <a:bodyPr wrap="square">
            <a:spAutoFit/>
          </a:bodyPr>
          <a:lstStyle/>
          <a:p>
            <a:pPr algn="l"/>
            <a:r>
              <a:rPr sz="900">
                <a:solidFill>
                  <a:srgbClr val="333333"/>
                </a:solidFill>
              </a:rPr>
              <a:t>565</a:t>
            </a:r>
          </a:p>
        </p:txBody>
      </p:sp>
      <p:sp>
        <p:nvSpPr>
          <p:cNvPr id="48" name="Rectangle 47"/>
          <p:cNvSpPr/>
          <p:nvPr/>
        </p:nvSpPr>
        <p:spPr>
          <a:xfrm>
            <a:off x="2982532" y="2359151"/>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019108" y="2386583"/>
            <a:ext cx="566928" cy="230832"/>
          </a:xfrm>
          <a:prstGeom prst="rect">
            <a:avLst/>
          </a:prstGeom>
          <a:noFill/>
        </p:spPr>
        <p:txBody>
          <a:bodyPr wrap="square">
            <a:spAutoFit/>
          </a:bodyPr>
          <a:lstStyle/>
          <a:p>
            <a:pPr algn="l"/>
            <a:r>
              <a:rPr sz="900">
                <a:solidFill>
                  <a:srgbClr val="333333"/>
                </a:solidFill>
              </a:rPr>
              <a:t>988</a:t>
            </a:r>
          </a:p>
        </p:txBody>
      </p:sp>
      <p:sp>
        <p:nvSpPr>
          <p:cNvPr id="50" name="Rectangle 49"/>
          <p:cNvSpPr/>
          <p:nvPr/>
        </p:nvSpPr>
        <p:spPr>
          <a:xfrm>
            <a:off x="3604324" y="2359151"/>
            <a:ext cx="542544"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640900" y="2386583"/>
            <a:ext cx="487680" cy="230832"/>
          </a:xfrm>
          <a:prstGeom prst="rect">
            <a:avLst/>
          </a:prstGeom>
          <a:noFill/>
        </p:spPr>
        <p:txBody>
          <a:bodyPr wrap="square">
            <a:spAutoFit/>
          </a:bodyPr>
          <a:lstStyle/>
          <a:p>
            <a:pPr algn="l"/>
            <a:r>
              <a:rPr sz="900">
                <a:solidFill>
                  <a:srgbClr val="333333"/>
                </a:solidFill>
              </a:rPr>
              <a:t>0.3s</a:t>
            </a:r>
          </a:p>
        </p:txBody>
      </p:sp>
      <p:sp>
        <p:nvSpPr>
          <p:cNvPr id="52" name="Rectangle 51"/>
          <p:cNvSpPr/>
          <p:nvPr/>
        </p:nvSpPr>
        <p:spPr>
          <a:xfrm>
            <a:off x="504508" y="2583179"/>
            <a:ext cx="117043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41084" y="2610611"/>
            <a:ext cx="1115568" cy="230832"/>
          </a:xfrm>
          <a:prstGeom prst="rect">
            <a:avLst/>
          </a:prstGeom>
          <a:noFill/>
        </p:spPr>
        <p:txBody>
          <a:bodyPr wrap="square">
            <a:spAutoFit/>
          </a:bodyPr>
          <a:lstStyle/>
          <a:p>
            <a:pPr algn="l"/>
            <a:r>
              <a:rPr sz="900" dirty="0">
                <a:solidFill>
                  <a:srgbClr val="333333"/>
                </a:solidFill>
              </a:rPr>
              <a:t>2026-04-04</a:t>
            </a:r>
          </a:p>
        </p:txBody>
      </p:sp>
      <p:sp>
        <p:nvSpPr>
          <p:cNvPr id="54" name="Rectangle 53"/>
          <p:cNvSpPr/>
          <p:nvPr/>
        </p:nvSpPr>
        <p:spPr>
          <a:xfrm>
            <a:off x="1674940" y="2583179"/>
            <a:ext cx="685800"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711516" y="2610611"/>
            <a:ext cx="630936" cy="230832"/>
          </a:xfrm>
          <a:prstGeom prst="rect">
            <a:avLst/>
          </a:prstGeom>
          <a:noFill/>
        </p:spPr>
        <p:txBody>
          <a:bodyPr wrap="square">
            <a:spAutoFit/>
          </a:bodyPr>
          <a:lstStyle/>
          <a:p>
            <a:pPr algn="l"/>
            <a:r>
              <a:rPr sz="900">
                <a:solidFill>
                  <a:srgbClr val="333333"/>
                </a:solidFill>
              </a:rPr>
              <a:t>1,215</a:t>
            </a:r>
          </a:p>
        </p:txBody>
      </p:sp>
      <p:sp>
        <p:nvSpPr>
          <p:cNvPr id="56" name="Rectangle 55"/>
          <p:cNvSpPr/>
          <p:nvPr/>
        </p:nvSpPr>
        <p:spPr>
          <a:xfrm>
            <a:off x="2360740" y="2583179"/>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397316" y="2610611"/>
            <a:ext cx="566928" cy="230832"/>
          </a:xfrm>
          <a:prstGeom prst="rect">
            <a:avLst/>
          </a:prstGeom>
          <a:noFill/>
        </p:spPr>
        <p:txBody>
          <a:bodyPr wrap="square">
            <a:spAutoFit/>
          </a:bodyPr>
          <a:lstStyle/>
          <a:p>
            <a:pPr algn="l"/>
            <a:r>
              <a:rPr sz="900">
                <a:solidFill>
                  <a:srgbClr val="333333"/>
                </a:solidFill>
              </a:rPr>
              <a:t>568</a:t>
            </a:r>
          </a:p>
        </p:txBody>
      </p:sp>
      <p:sp>
        <p:nvSpPr>
          <p:cNvPr id="58" name="Rectangle 57"/>
          <p:cNvSpPr/>
          <p:nvPr/>
        </p:nvSpPr>
        <p:spPr>
          <a:xfrm>
            <a:off x="2982532" y="2583179"/>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019108" y="2610611"/>
            <a:ext cx="566928" cy="230832"/>
          </a:xfrm>
          <a:prstGeom prst="rect">
            <a:avLst/>
          </a:prstGeom>
          <a:noFill/>
        </p:spPr>
        <p:txBody>
          <a:bodyPr wrap="square">
            <a:spAutoFit/>
          </a:bodyPr>
          <a:lstStyle/>
          <a:p>
            <a:pPr algn="l"/>
            <a:r>
              <a:rPr sz="900">
                <a:solidFill>
                  <a:srgbClr val="333333"/>
                </a:solidFill>
              </a:rPr>
              <a:t>991</a:t>
            </a:r>
          </a:p>
        </p:txBody>
      </p:sp>
      <p:sp>
        <p:nvSpPr>
          <p:cNvPr id="60" name="Rectangle 59"/>
          <p:cNvSpPr/>
          <p:nvPr/>
        </p:nvSpPr>
        <p:spPr>
          <a:xfrm>
            <a:off x="3604324" y="2583179"/>
            <a:ext cx="542544"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640900" y="2610611"/>
            <a:ext cx="487680" cy="230832"/>
          </a:xfrm>
          <a:prstGeom prst="rect">
            <a:avLst/>
          </a:prstGeom>
          <a:noFill/>
        </p:spPr>
        <p:txBody>
          <a:bodyPr wrap="square">
            <a:spAutoFit/>
          </a:bodyPr>
          <a:lstStyle/>
          <a:p>
            <a:pPr algn="l"/>
            <a:r>
              <a:rPr sz="900">
                <a:solidFill>
                  <a:srgbClr val="333333"/>
                </a:solidFill>
              </a:rPr>
              <a:t>0.4s</a:t>
            </a:r>
          </a:p>
        </p:txBody>
      </p:sp>
      <p:sp>
        <p:nvSpPr>
          <p:cNvPr id="62" name="Rectangle 61"/>
          <p:cNvSpPr/>
          <p:nvPr/>
        </p:nvSpPr>
        <p:spPr>
          <a:xfrm>
            <a:off x="504508" y="2807207"/>
            <a:ext cx="117043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41084" y="2834639"/>
            <a:ext cx="1115568" cy="230832"/>
          </a:xfrm>
          <a:prstGeom prst="rect">
            <a:avLst/>
          </a:prstGeom>
          <a:noFill/>
        </p:spPr>
        <p:txBody>
          <a:bodyPr wrap="square">
            <a:spAutoFit/>
          </a:bodyPr>
          <a:lstStyle/>
          <a:p>
            <a:pPr algn="l"/>
            <a:r>
              <a:rPr sz="900">
                <a:solidFill>
                  <a:srgbClr val="333333"/>
                </a:solidFill>
              </a:rPr>
              <a:t>2026-04-05</a:t>
            </a:r>
          </a:p>
        </p:txBody>
      </p:sp>
      <p:sp>
        <p:nvSpPr>
          <p:cNvPr id="64" name="Rectangle 63"/>
          <p:cNvSpPr/>
          <p:nvPr/>
        </p:nvSpPr>
        <p:spPr>
          <a:xfrm>
            <a:off x="1674940" y="2807207"/>
            <a:ext cx="685800"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1711516" y="2834639"/>
            <a:ext cx="630936" cy="230832"/>
          </a:xfrm>
          <a:prstGeom prst="rect">
            <a:avLst/>
          </a:prstGeom>
          <a:noFill/>
        </p:spPr>
        <p:txBody>
          <a:bodyPr wrap="square">
            <a:spAutoFit/>
          </a:bodyPr>
          <a:lstStyle/>
          <a:p>
            <a:pPr algn="l"/>
            <a:r>
              <a:rPr sz="900">
                <a:solidFill>
                  <a:srgbClr val="333333"/>
                </a:solidFill>
              </a:rPr>
              <a:t>1,190</a:t>
            </a:r>
          </a:p>
        </p:txBody>
      </p:sp>
      <p:sp>
        <p:nvSpPr>
          <p:cNvPr id="66" name="Rectangle 65"/>
          <p:cNvSpPr/>
          <p:nvPr/>
        </p:nvSpPr>
        <p:spPr>
          <a:xfrm>
            <a:off x="2360740" y="2807207"/>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397316" y="2834639"/>
            <a:ext cx="566928" cy="230832"/>
          </a:xfrm>
          <a:prstGeom prst="rect">
            <a:avLst/>
          </a:prstGeom>
          <a:noFill/>
        </p:spPr>
        <p:txBody>
          <a:bodyPr wrap="square">
            <a:spAutoFit/>
          </a:bodyPr>
          <a:lstStyle/>
          <a:p>
            <a:pPr algn="l"/>
            <a:r>
              <a:rPr sz="900">
                <a:solidFill>
                  <a:srgbClr val="333333"/>
                </a:solidFill>
              </a:rPr>
              <a:t>562</a:t>
            </a:r>
          </a:p>
        </p:txBody>
      </p:sp>
      <p:sp>
        <p:nvSpPr>
          <p:cNvPr id="68" name="Rectangle 67"/>
          <p:cNvSpPr/>
          <p:nvPr/>
        </p:nvSpPr>
        <p:spPr>
          <a:xfrm>
            <a:off x="2982532" y="2807207"/>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019108" y="2834639"/>
            <a:ext cx="566928" cy="230832"/>
          </a:xfrm>
          <a:prstGeom prst="rect">
            <a:avLst/>
          </a:prstGeom>
          <a:noFill/>
        </p:spPr>
        <p:txBody>
          <a:bodyPr wrap="square">
            <a:spAutoFit/>
          </a:bodyPr>
          <a:lstStyle/>
          <a:p>
            <a:pPr algn="l"/>
            <a:r>
              <a:rPr sz="900">
                <a:solidFill>
                  <a:srgbClr val="333333"/>
                </a:solidFill>
              </a:rPr>
              <a:t>988</a:t>
            </a:r>
          </a:p>
        </p:txBody>
      </p:sp>
      <p:sp>
        <p:nvSpPr>
          <p:cNvPr id="70" name="Rectangle 69"/>
          <p:cNvSpPr/>
          <p:nvPr/>
        </p:nvSpPr>
        <p:spPr>
          <a:xfrm>
            <a:off x="3604324" y="2807207"/>
            <a:ext cx="542544"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640900" y="2834639"/>
            <a:ext cx="487680" cy="230832"/>
          </a:xfrm>
          <a:prstGeom prst="rect">
            <a:avLst/>
          </a:prstGeom>
          <a:noFill/>
        </p:spPr>
        <p:txBody>
          <a:bodyPr wrap="square">
            <a:spAutoFit/>
          </a:bodyPr>
          <a:lstStyle/>
          <a:p>
            <a:pPr algn="l"/>
            <a:r>
              <a:rPr sz="900">
                <a:solidFill>
                  <a:srgbClr val="333333"/>
                </a:solidFill>
              </a:rPr>
              <a:t>0.4s</a:t>
            </a:r>
          </a:p>
        </p:txBody>
      </p:sp>
      <p:sp>
        <p:nvSpPr>
          <p:cNvPr id="72" name="Rectangle 71"/>
          <p:cNvSpPr/>
          <p:nvPr/>
        </p:nvSpPr>
        <p:spPr>
          <a:xfrm>
            <a:off x="504508" y="3031235"/>
            <a:ext cx="117043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41084" y="3058667"/>
            <a:ext cx="1115568" cy="230832"/>
          </a:xfrm>
          <a:prstGeom prst="rect">
            <a:avLst/>
          </a:prstGeom>
          <a:noFill/>
        </p:spPr>
        <p:txBody>
          <a:bodyPr wrap="square">
            <a:spAutoFit/>
          </a:bodyPr>
          <a:lstStyle/>
          <a:p>
            <a:pPr algn="l"/>
            <a:r>
              <a:rPr sz="900">
                <a:solidFill>
                  <a:srgbClr val="333333"/>
                </a:solidFill>
              </a:rPr>
              <a:t>2026-04-06</a:t>
            </a:r>
          </a:p>
        </p:txBody>
      </p:sp>
      <p:sp>
        <p:nvSpPr>
          <p:cNvPr id="74" name="Rectangle 73"/>
          <p:cNvSpPr/>
          <p:nvPr/>
        </p:nvSpPr>
        <p:spPr>
          <a:xfrm>
            <a:off x="1674940" y="3031235"/>
            <a:ext cx="685800"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711516" y="3058667"/>
            <a:ext cx="630936" cy="230832"/>
          </a:xfrm>
          <a:prstGeom prst="rect">
            <a:avLst/>
          </a:prstGeom>
          <a:noFill/>
        </p:spPr>
        <p:txBody>
          <a:bodyPr wrap="square">
            <a:spAutoFit/>
          </a:bodyPr>
          <a:lstStyle/>
          <a:p>
            <a:pPr algn="l"/>
            <a:r>
              <a:rPr sz="900">
                <a:solidFill>
                  <a:srgbClr val="333333"/>
                </a:solidFill>
              </a:rPr>
              <a:t>1,256</a:t>
            </a:r>
          </a:p>
        </p:txBody>
      </p:sp>
      <p:sp>
        <p:nvSpPr>
          <p:cNvPr id="76" name="Rectangle 75"/>
          <p:cNvSpPr/>
          <p:nvPr/>
        </p:nvSpPr>
        <p:spPr>
          <a:xfrm>
            <a:off x="2360740" y="3031235"/>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2397316" y="3058667"/>
            <a:ext cx="566928" cy="230832"/>
          </a:xfrm>
          <a:prstGeom prst="rect">
            <a:avLst/>
          </a:prstGeom>
          <a:noFill/>
        </p:spPr>
        <p:txBody>
          <a:bodyPr wrap="square">
            <a:spAutoFit/>
          </a:bodyPr>
          <a:lstStyle/>
          <a:p>
            <a:pPr algn="l"/>
            <a:r>
              <a:rPr sz="900">
                <a:solidFill>
                  <a:srgbClr val="333333"/>
                </a:solidFill>
              </a:rPr>
              <a:t>595</a:t>
            </a:r>
          </a:p>
        </p:txBody>
      </p:sp>
      <p:sp>
        <p:nvSpPr>
          <p:cNvPr id="78" name="Rectangle 77"/>
          <p:cNvSpPr/>
          <p:nvPr/>
        </p:nvSpPr>
        <p:spPr>
          <a:xfrm>
            <a:off x="2982532" y="3031235"/>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3019108" y="3058667"/>
            <a:ext cx="566928" cy="230832"/>
          </a:xfrm>
          <a:prstGeom prst="rect">
            <a:avLst/>
          </a:prstGeom>
          <a:noFill/>
        </p:spPr>
        <p:txBody>
          <a:bodyPr wrap="square">
            <a:spAutoFit/>
          </a:bodyPr>
          <a:lstStyle/>
          <a:p>
            <a:pPr algn="l"/>
            <a:r>
              <a:rPr sz="900">
                <a:solidFill>
                  <a:srgbClr val="333333"/>
                </a:solidFill>
              </a:rPr>
              <a:t>986</a:t>
            </a:r>
          </a:p>
        </p:txBody>
      </p:sp>
      <p:sp>
        <p:nvSpPr>
          <p:cNvPr id="80" name="Rectangle 79"/>
          <p:cNvSpPr/>
          <p:nvPr/>
        </p:nvSpPr>
        <p:spPr>
          <a:xfrm>
            <a:off x="3604324" y="3031235"/>
            <a:ext cx="542544"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3640900" y="3058667"/>
            <a:ext cx="487680" cy="230832"/>
          </a:xfrm>
          <a:prstGeom prst="rect">
            <a:avLst/>
          </a:prstGeom>
          <a:noFill/>
        </p:spPr>
        <p:txBody>
          <a:bodyPr wrap="square">
            <a:spAutoFit/>
          </a:bodyPr>
          <a:lstStyle/>
          <a:p>
            <a:pPr algn="l"/>
            <a:r>
              <a:rPr sz="900">
                <a:solidFill>
                  <a:srgbClr val="333333"/>
                </a:solidFill>
              </a:rPr>
              <a:t>0.3s</a:t>
            </a:r>
          </a:p>
        </p:txBody>
      </p:sp>
      <p:sp>
        <p:nvSpPr>
          <p:cNvPr id="82" name="Rectangle 81"/>
          <p:cNvSpPr/>
          <p:nvPr/>
        </p:nvSpPr>
        <p:spPr>
          <a:xfrm>
            <a:off x="504508" y="3255263"/>
            <a:ext cx="117043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41084" y="3282695"/>
            <a:ext cx="1115568" cy="230832"/>
          </a:xfrm>
          <a:prstGeom prst="rect">
            <a:avLst/>
          </a:prstGeom>
          <a:noFill/>
        </p:spPr>
        <p:txBody>
          <a:bodyPr wrap="square">
            <a:spAutoFit/>
          </a:bodyPr>
          <a:lstStyle/>
          <a:p>
            <a:pPr algn="l"/>
            <a:r>
              <a:rPr sz="900">
                <a:solidFill>
                  <a:srgbClr val="333333"/>
                </a:solidFill>
              </a:rPr>
              <a:t>2026-04-07</a:t>
            </a:r>
          </a:p>
        </p:txBody>
      </p:sp>
      <p:sp>
        <p:nvSpPr>
          <p:cNvPr id="84" name="Rectangle 83"/>
          <p:cNvSpPr/>
          <p:nvPr/>
        </p:nvSpPr>
        <p:spPr>
          <a:xfrm>
            <a:off x="1674940" y="3255263"/>
            <a:ext cx="685800"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1711516" y="3282695"/>
            <a:ext cx="630936" cy="230832"/>
          </a:xfrm>
          <a:prstGeom prst="rect">
            <a:avLst/>
          </a:prstGeom>
          <a:noFill/>
        </p:spPr>
        <p:txBody>
          <a:bodyPr wrap="square">
            <a:spAutoFit/>
          </a:bodyPr>
          <a:lstStyle/>
          <a:p>
            <a:pPr algn="l"/>
            <a:r>
              <a:rPr sz="900">
                <a:solidFill>
                  <a:srgbClr val="333333"/>
                </a:solidFill>
              </a:rPr>
              <a:t>1,228</a:t>
            </a:r>
          </a:p>
        </p:txBody>
      </p:sp>
      <p:sp>
        <p:nvSpPr>
          <p:cNvPr id="86" name="Rectangle 85"/>
          <p:cNvSpPr/>
          <p:nvPr/>
        </p:nvSpPr>
        <p:spPr>
          <a:xfrm>
            <a:off x="2360740" y="3255263"/>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2397316" y="3282695"/>
            <a:ext cx="566928" cy="230832"/>
          </a:xfrm>
          <a:prstGeom prst="rect">
            <a:avLst/>
          </a:prstGeom>
          <a:noFill/>
        </p:spPr>
        <p:txBody>
          <a:bodyPr wrap="square">
            <a:spAutoFit/>
          </a:bodyPr>
          <a:lstStyle/>
          <a:p>
            <a:pPr algn="l"/>
            <a:r>
              <a:rPr sz="900">
                <a:solidFill>
                  <a:srgbClr val="333333"/>
                </a:solidFill>
              </a:rPr>
              <a:t>584</a:t>
            </a:r>
          </a:p>
        </p:txBody>
      </p:sp>
      <p:sp>
        <p:nvSpPr>
          <p:cNvPr id="88" name="Rectangle 87"/>
          <p:cNvSpPr/>
          <p:nvPr/>
        </p:nvSpPr>
        <p:spPr>
          <a:xfrm>
            <a:off x="2982532" y="3255263"/>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3019108" y="3282695"/>
            <a:ext cx="566928" cy="230832"/>
          </a:xfrm>
          <a:prstGeom prst="rect">
            <a:avLst/>
          </a:prstGeom>
          <a:noFill/>
        </p:spPr>
        <p:txBody>
          <a:bodyPr wrap="square">
            <a:spAutoFit/>
          </a:bodyPr>
          <a:lstStyle/>
          <a:p>
            <a:pPr algn="l"/>
            <a:r>
              <a:rPr sz="900">
                <a:solidFill>
                  <a:srgbClr val="333333"/>
                </a:solidFill>
              </a:rPr>
              <a:t>986</a:t>
            </a:r>
          </a:p>
        </p:txBody>
      </p:sp>
      <p:sp>
        <p:nvSpPr>
          <p:cNvPr id="90" name="Rectangle 89"/>
          <p:cNvSpPr/>
          <p:nvPr/>
        </p:nvSpPr>
        <p:spPr>
          <a:xfrm>
            <a:off x="3604324" y="3255263"/>
            <a:ext cx="542544"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640900" y="3282695"/>
            <a:ext cx="487680" cy="230832"/>
          </a:xfrm>
          <a:prstGeom prst="rect">
            <a:avLst/>
          </a:prstGeom>
          <a:noFill/>
        </p:spPr>
        <p:txBody>
          <a:bodyPr wrap="square">
            <a:spAutoFit/>
          </a:bodyPr>
          <a:lstStyle/>
          <a:p>
            <a:pPr algn="l"/>
            <a:r>
              <a:rPr sz="900">
                <a:solidFill>
                  <a:srgbClr val="333333"/>
                </a:solidFill>
              </a:rPr>
              <a:t>0.3s</a:t>
            </a:r>
          </a:p>
        </p:txBody>
      </p:sp>
      <p:sp>
        <p:nvSpPr>
          <p:cNvPr id="92" name="Rectangle 91"/>
          <p:cNvSpPr/>
          <p:nvPr/>
        </p:nvSpPr>
        <p:spPr>
          <a:xfrm>
            <a:off x="504508" y="3479291"/>
            <a:ext cx="117043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541084" y="3506723"/>
            <a:ext cx="1115568" cy="230832"/>
          </a:xfrm>
          <a:prstGeom prst="rect">
            <a:avLst/>
          </a:prstGeom>
          <a:noFill/>
        </p:spPr>
        <p:txBody>
          <a:bodyPr wrap="square">
            <a:spAutoFit/>
          </a:bodyPr>
          <a:lstStyle/>
          <a:p>
            <a:pPr algn="l"/>
            <a:r>
              <a:rPr sz="900">
                <a:solidFill>
                  <a:srgbClr val="333333"/>
                </a:solidFill>
              </a:rPr>
              <a:t>2026-04-08</a:t>
            </a:r>
          </a:p>
        </p:txBody>
      </p:sp>
      <p:sp>
        <p:nvSpPr>
          <p:cNvPr id="94" name="Rectangle 93"/>
          <p:cNvSpPr/>
          <p:nvPr/>
        </p:nvSpPr>
        <p:spPr>
          <a:xfrm>
            <a:off x="1674940" y="3479291"/>
            <a:ext cx="685800"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1711516" y="3506723"/>
            <a:ext cx="630936" cy="230832"/>
          </a:xfrm>
          <a:prstGeom prst="rect">
            <a:avLst/>
          </a:prstGeom>
          <a:noFill/>
        </p:spPr>
        <p:txBody>
          <a:bodyPr wrap="square">
            <a:spAutoFit/>
          </a:bodyPr>
          <a:lstStyle/>
          <a:p>
            <a:pPr algn="l"/>
            <a:r>
              <a:rPr sz="900">
                <a:solidFill>
                  <a:srgbClr val="333333"/>
                </a:solidFill>
              </a:rPr>
              <a:t>1,249</a:t>
            </a:r>
          </a:p>
        </p:txBody>
      </p:sp>
      <p:sp>
        <p:nvSpPr>
          <p:cNvPr id="96" name="Rectangle 95"/>
          <p:cNvSpPr/>
          <p:nvPr/>
        </p:nvSpPr>
        <p:spPr>
          <a:xfrm>
            <a:off x="2360740" y="3479291"/>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2397316" y="3506723"/>
            <a:ext cx="566928" cy="230832"/>
          </a:xfrm>
          <a:prstGeom prst="rect">
            <a:avLst/>
          </a:prstGeom>
          <a:noFill/>
        </p:spPr>
        <p:txBody>
          <a:bodyPr wrap="square">
            <a:spAutoFit/>
          </a:bodyPr>
          <a:lstStyle/>
          <a:p>
            <a:pPr algn="l"/>
            <a:r>
              <a:rPr sz="900">
                <a:solidFill>
                  <a:srgbClr val="333333"/>
                </a:solidFill>
              </a:rPr>
              <a:t>586</a:t>
            </a:r>
          </a:p>
        </p:txBody>
      </p:sp>
      <p:sp>
        <p:nvSpPr>
          <p:cNvPr id="98" name="Rectangle 97"/>
          <p:cNvSpPr/>
          <p:nvPr/>
        </p:nvSpPr>
        <p:spPr>
          <a:xfrm>
            <a:off x="2982532" y="3479291"/>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3019108" y="3506723"/>
            <a:ext cx="566928" cy="230832"/>
          </a:xfrm>
          <a:prstGeom prst="rect">
            <a:avLst/>
          </a:prstGeom>
          <a:noFill/>
        </p:spPr>
        <p:txBody>
          <a:bodyPr wrap="square">
            <a:spAutoFit/>
          </a:bodyPr>
          <a:lstStyle/>
          <a:p>
            <a:pPr algn="l"/>
            <a:r>
              <a:rPr sz="900">
                <a:solidFill>
                  <a:srgbClr val="333333"/>
                </a:solidFill>
              </a:rPr>
              <a:t>987</a:t>
            </a:r>
          </a:p>
        </p:txBody>
      </p:sp>
      <p:sp>
        <p:nvSpPr>
          <p:cNvPr id="100" name="Rectangle 99"/>
          <p:cNvSpPr/>
          <p:nvPr/>
        </p:nvSpPr>
        <p:spPr>
          <a:xfrm>
            <a:off x="3604324" y="3479291"/>
            <a:ext cx="542544"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3640900" y="3506723"/>
            <a:ext cx="487680" cy="230832"/>
          </a:xfrm>
          <a:prstGeom prst="rect">
            <a:avLst/>
          </a:prstGeom>
          <a:noFill/>
        </p:spPr>
        <p:txBody>
          <a:bodyPr wrap="square">
            <a:spAutoFit/>
          </a:bodyPr>
          <a:lstStyle/>
          <a:p>
            <a:pPr algn="l"/>
            <a:r>
              <a:rPr sz="900">
                <a:solidFill>
                  <a:srgbClr val="333333"/>
                </a:solidFill>
              </a:rPr>
              <a:t>0.3s</a:t>
            </a:r>
          </a:p>
        </p:txBody>
      </p:sp>
      <p:sp>
        <p:nvSpPr>
          <p:cNvPr id="102" name="Rectangle 101"/>
          <p:cNvSpPr/>
          <p:nvPr/>
        </p:nvSpPr>
        <p:spPr>
          <a:xfrm>
            <a:off x="504508" y="3703319"/>
            <a:ext cx="117043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541084" y="3730751"/>
            <a:ext cx="1115568" cy="230832"/>
          </a:xfrm>
          <a:prstGeom prst="rect">
            <a:avLst/>
          </a:prstGeom>
          <a:noFill/>
        </p:spPr>
        <p:txBody>
          <a:bodyPr wrap="square">
            <a:spAutoFit/>
          </a:bodyPr>
          <a:lstStyle/>
          <a:p>
            <a:pPr algn="l"/>
            <a:r>
              <a:rPr sz="900">
                <a:solidFill>
                  <a:srgbClr val="333333"/>
                </a:solidFill>
              </a:rPr>
              <a:t>2026-04-09</a:t>
            </a:r>
          </a:p>
        </p:txBody>
      </p:sp>
      <p:sp>
        <p:nvSpPr>
          <p:cNvPr id="104" name="Rectangle 103"/>
          <p:cNvSpPr/>
          <p:nvPr/>
        </p:nvSpPr>
        <p:spPr>
          <a:xfrm>
            <a:off x="1674940" y="3703319"/>
            <a:ext cx="685800"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1711516" y="3730751"/>
            <a:ext cx="630936" cy="230832"/>
          </a:xfrm>
          <a:prstGeom prst="rect">
            <a:avLst/>
          </a:prstGeom>
          <a:noFill/>
        </p:spPr>
        <p:txBody>
          <a:bodyPr wrap="square">
            <a:spAutoFit/>
          </a:bodyPr>
          <a:lstStyle/>
          <a:p>
            <a:pPr algn="l"/>
            <a:r>
              <a:rPr sz="900">
                <a:solidFill>
                  <a:srgbClr val="333333"/>
                </a:solidFill>
              </a:rPr>
              <a:t>1,199</a:t>
            </a:r>
          </a:p>
        </p:txBody>
      </p:sp>
      <p:sp>
        <p:nvSpPr>
          <p:cNvPr id="106" name="Rectangle 105"/>
          <p:cNvSpPr/>
          <p:nvPr/>
        </p:nvSpPr>
        <p:spPr>
          <a:xfrm>
            <a:off x="2360740" y="3703319"/>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2397316" y="3730751"/>
            <a:ext cx="566928" cy="230832"/>
          </a:xfrm>
          <a:prstGeom prst="rect">
            <a:avLst/>
          </a:prstGeom>
          <a:noFill/>
        </p:spPr>
        <p:txBody>
          <a:bodyPr wrap="square">
            <a:spAutoFit/>
          </a:bodyPr>
          <a:lstStyle/>
          <a:p>
            <a:pPr algn="l"/>
            <a:r>
              <a:rPr sz="900">
                <a:solidFill>
                  <a:srgbClr val="333333"/>
                </a:solidFill>
              </a:rPr>
              <a:t>569</a:t>
            </a:r>
          </a:p>
        </p:txBody>
      </p:sp>
      <p:sp>
        <p:nvSpPr>
          <p:cNvPr id="108" name="Rectangle 107"/>
          <p:cNvSpPr/>
          <p:nvPr/>
        </p:nvSpPr>
        <p:spPr>
          <a:xfrm>
            <a:off x="2982532" y="3703319"/>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3019108" y="3730751"/>
            <a:ext cx="566928" cy="230832"/>
          </a:xfrm>
          <a:prstGeom prst="rect">
            <a:avLst/>
          </a:prstGeom>
          <a:noFill/>
        </p:spPr>
        <p:txBody>
          <a:bodyPr wrap="square">
            <a:spAutoFit/>
          </a:bodyPr>
          <a:lstStyle/>
          <a:p>
            <a:pPr algn="l"/>
            <a:r>
              <a:rPr sz="900">
                <a:solidFill>
                  <a:srgbClr val="333333"/>
                </a:solidFill>
              </a:rPr>
              <a:t>987</a:t>
            </a:r>
          </a:p>
        </p:txBody>
      </p:sp>
      <p:sp>
        <p:nvSpPr>
          <p:cNvPr id="110" name="Rectangle 109"/>
          <p:cNvSpPr/>
          <p:nvPr/>
        </p:nvSpPr>
        <p:spPr>
          <a:xfrm>
            <a:off x="3604324" y="3703319"/>
            <a:ext cx="542544"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3640900" y="3730751"/>
            <a:ext cx="487680" cy="230832"/>
          </a:xfrm>
          <a:prstGeom prst="rect">
            <a:avLst/>
          </a:prstGeom>
          <a:noFill/>
        </p:spPr>
        <p:txBody>
          <a:bodyPr wrap="square">
            <a:spAutoFit/>
          </a:bodyPr>
          <a:lstStyle/>
          <a:p>
            <a:pPr algn="l"/>
            <a:r>
              <a:rPr sz="900">
                <a:solidFill>
                  <a:srgbClr val="333333"/>
                </a:solidFill>
              </a:rPr>
              <a:t>0.4s</a:t>
            </a:r>
          </a:p>
        </p:txBody>
      </p:sp>
      <p:sp>
        <p:nvSpPr>
          <p:cNvPr id="112" name="Rectangle 111"/>
          <p:cNvSpPr/>
          <p:nvPr/>
        </p:nvSpPr>
        <p:spPr>
          <a:xfrm>
            <a:off x="504508" y="3927347"/>
            <a:ext cx="117043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541084" y="3954779"/>
            <a:ext cx="1115568" cy="230832"/>
          </a:xfrm>
          <a:prstGeom prst="rect">
            <a:avLst/>
          </a:prstGeom>
          <a:noFill/>
        </p:spPr>
        <p:txBody>
          <a:bodyPr wrap="square">
            <a:spAutoFit/>
          </a:bodyPr>
          <a:lstStyle/>
          <a:p>
            <a:pPr algn="l"/>
            <a:r>
              <a:rPr sz="900">
                <a:solidFill>
                  <a:srgbClr val="333333"/>
                </a:solidFill>
              </a:rPr>
              <a:t>2026-04-10</a:t>
            </a:r>
          </a:p>
        </p:txBody>
      </p:sp>
      <p:sp>
        <p:nvSpPr>
          <p:cNvPr id="114" name="Rectangle 113"/>
          <p:cNvSpPr/>
          <p:nvPr/>
        </p:nvSpPr>
        <p:spPr>
          <a:xfrm>
            <a:off x="1674940" y="3927347"/>
            <a:ext cx="685800"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1711516" y="3954779"/>
            <a:ext cx="630936" cy="230832"/>
          </a:xfrm>
          <a:prstGeom prst="rect">
            <a:avLst/>
          </a:prstGeom>
          <a:noFill/>
        </p:spPr>
        <p:txBody>
          <a:bodyPr wrap="square">
            <a:spAutoFit/>
          </a:bodyPr>
          <a:lstStyle/>
          <a:p>
            <a:pPr algn="l"/>
            <a:r>
              <a:rPr sz="900">
                <a:solidFill>
                  <a:srgbClr val="333333"/>
                </a:solidFill>
              </a:rPr>
              <a:t>1,169</a:t>
            </a:r>
          </a:p>
        </p:txBody>
      </p:sp>
      <p:sp>
        <p:nvSpPr>
          <p:cNvPr id="116" name="Rectangle 115"/>
          <p:cNvSpPr/>
          <p:nvPr/>
        </p:nvSpPr>
        <p:spPr>
          <a:xfrm>
            <a:off x="2360740" y="3927347"/>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2397316" y="3954779"/>
            <a:ext cx="566928" cy="230832"/>
          </a:xfrm>
          <a:prstGeom prst="rect">
            <a:avLst/>
          </a:prstGeom>
          <a:noFill/>
        </p:spPr>
        <p:txBody>
          <a:bodyPr wrap="square">
            <a:spAutoFit/>
          </a:bodyPr>
          <a:lstStyle/>
          <a:p>
            <a:pPr algn="l"/>
            <a:r>
              <a:rPr sz="900">
                <a:solidFill>
                  <a:srgbClr val="333333"/>
                </a:solidFill>
              </a:rPr>
              <a:t>555</a:t>
            </a:r>
          </a:p>
        </p:txBody>
      </p:sp>
      <p:sp>
        <p:nvSpPr>
          <p:cNvPr id="118" name="Rectangle 117"/>
          <p:cNvSpPr/>
          <p:nvPr/>
        </p:nvSpPr>
        <p:spPr>
          <a:xfrm>
            <a:off x="2982532" y="3927347"/>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3019108" y="3954779"/>
            <a:ext cx="566928" cy="230832"/>
          </a:xfrm>
          <a:prstGeom prst="rect">
            <a:avLst/>
          </a:prstGeom>
          <a:noFill/>
        </p:spPr>
        <p:txBody>
          <a:bodyPr wrap="square">
            <a:spAutoFit/>
          </a:bodyPr>
          <a:lstStyle/>
          <a:p>
            <a:pPr algn="l"/>
            <a:r>
              <a:rPr sz="900">
                <a:solidFill>
                  <a:srgbClr val="333333"/>
                </a:solidFill>
              </a:rPr>
              <a:t>989</a:t>
            </a:r>
          </a:p>
        </p:txBody>
      </p:sp>
      <p:sp>
        <p:nvSpPr>
          <p:cNvPr id="120" name="Rectangle 119"/>
          <p:cNvSpPr/>
          <p:nvPr/>
        </p:nvSpPr>
        <p:spPr>
          <a:xfrm>
            <a:off x="3604324" y="3927347"/>
            <a:ext cx="542544"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3640900" y="3954779"/>
            <a:ext cx="487680" cy="230832"/>
          </a:xfrm>
          <a:prstGeom prst="rect">
            <a:avLst/>
          </a:prstGeom>
          <a:noFill/>
        </p:spPr>
        <p:txBody>
          <a:bodyPr wrap="square">
            <a:spAutoFit/>
          </a:bodyPr>
          <a:lstStyle/>
          <a:p>
            <a:pPr algn="l"/>
            <a:r>
              <a:rPr sz="900">
                <a:solidFill>
                  <a:srgbClr val="333333"/>
                </a:solidFill>
              </a:rPr>
              <a:t>0.3s</a:t>
            </a:r>
          </a:p>
        </p:txBody>
      </p:sp>
      <p:sp>
        <p:nvSpPr>
          <p:cNvPr id="122" name="Rectangle 121"/>
          <p:cNvSpPr/>
          <p:nvPr/>
        </p:nvSpPr>
        <p:spPr>
          <a:xfrm>
            <a:off x="4274884" y="1426465"/>
            <a:ext cx="3642360" cy="260603"/>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4311460" y="1463040"/>
            <a:ext cx="1115568" cy="230832"/>
          </a:xfrm>
          <a:prstGeom prst="rect">
            <a:avLst/>
          </a:prstGeom>
          <a:noFill/>
        </p:spPr>
        <p:txBody>
          <a:bodyPr wrap="square">
            <a:spAutoFit/>
          </a:bodyPr>
          <a:lstStyle/>
          <a:p>
            <a:pPr algn="l"/>
            <a:r>
              <a:rPr sz="900" b="1">
                <a:solidFill>
                  <a:srgbClr val="FFFFFF"/>
                </a:solidFill>
              </a:rPr>
              <a:t>Date</a:t>
            </a:r>
          </a:p>
        </p:txBody>
      </p:sp>
      <p:sp>
        <p:nvSpPr>
          <p:cNvPr id="124" name="TextBox 123"/>
          <p:cNvSpPr txBox="1"/>
          <p:nvPr/>
        </p:nvSpPr>
        <p:spPr>
          <a:xfrm>
            <a:off x="5481892" y="1463040"/>
            <a:ext cx="630936" cy="230832"/>
          </a:xfrm>
          <a:prstGeom prst="rect">
            <a:avLst/>
          </a:prstGeom>
          <a:noFill/>
        </p:spPr>
        <p:txBody>
          <a:bodyPr wrap="square">
            <a:spAutoFit/>
          </a:bodyPr>
          <a:lstStyle/>
          <a:p>
            <a:pPr algn="l"/>
            <a:r>
              <a:rPr sz="900" b="1">
                <a:solidFill>
                  <a:srgbClr val="FFFFFF"/>
                </a:solidFill>
              </a:rPr>
              <a:t>Inserts</a:t>
            </a:r>
          </a:p>
        </p:txBody>
      </p:sp>
      <p:sp>
        <p:nvSpPr>
          <p:cNvPr id="125" name="TextBox 124"/>
          <p:cNvSpPr txBox="1"/>
          <p:nvPr/>
        </p:nvSpPr>
        <p:spPr>
          <a:xfrm>
            <a:off x="6167692" y="1463040"/>
            <a:ext cx="566928" cy="230832"/>
          </a:xfrm>
          <a:prstGeom prst="rect">
            <a:avLst/>
          </a:prstGeom>
          <a:noFill/>
        </p:spPr>
        <p:txBody>
          <a:bodyPr wrap="square">
            <a:spAutoFit/>
          </a:bodyPr>
          <a:lstStyle/>
          <a:p>
            <a:pPr algn="l"/>
            <a:r>
              <a:rPr sz="900" b="1">
                <a:solidFill>
                  <a:srgbClr val="FFFFFF"/>
                </a:solidFill>
              </a:rPr>
              <a:t>Txns</a:t>
            </a:r>
          </a:p>
        </p:txBody>
      </p:sp>
      <p:sp>
        <p:nvSpPr>
          <p:cNvPr id="126" name="TextBox 125"/>
          <p:cNvSpPr txBox="1"/>
          <p:nvPr/>
        </p:nvSpPr>
        <p:spPr>
          <a:xfrm>
            <a:off x="6789484" y="1463040"/>
            <a:ext cx="566928" cy="369332"/>
          </a:xfrm>
          <a:prstGeom prst="rect">
            <a:avLst/>
          </a:prstGeom>
          <a:noFill/>
        </p:spPr>
        <p:txBody>
          <a:bodyPr wrap="square">
            <a:spAutoFit/>
          </a:bodyPr>
          <a:lstStyle/>
          <a:p>
            <a:pPr algn="l"/>
            <a:r>
              <a:rPr sz="900" b="1">
                <a:solidFill>
                  <a:srgbClr val="FFFFFF"/>
                </a:solidFill>
              </a:rPr>
              <a:t>Updates</a:t>
            </a:r>
          </a:p>
        </p:txBody>
      </p:sp>
      <p:sp>
        <p:nvSpPr>
          <p:cNvPr id="127" name="TextBox 126"/>
          <p:cNvSpPr txBox="1"/>
          <p:nvPr/>
        </p:nvSpPr>
        <p:spPr>
          <a:xfrm>
            <a:off x="7411276" y="1463040"/>
            <a:ext cx="487680" cy="230832"/>
          </a:xfrm>
          <a:prstGeom prst="rect">
            <a:avLst/>
          </a:prstGeom>
          <a:noFill/>
        </p:spPr>
        <p:txBody>
          <a:bodyPr wrap="square">
            <a:spAutoFit/>
          </a:bodyPr>
          <a:lstStyle/>
          <a:p>
            <a:pPr algn="l"/>
            <a:r>
              <a:rPr sz="900" b="1">
                <a:solidFill>
                  <a:srgbClr val="FFFFFF"/>
                </a:solidFill>
              </a:rPr>
              <a:t>Dur</a:t>
            </a:r>
          </a:p>
        </p:txBody>
      </p:sp>
      <p:sp>
        <p:nvSpPr>
          <p:cNvPr id="128" name="Rectangle 127"/>
          <p:cNvSpPr/>
          <p:nvPr/>
        </p:nvSpPr>
        <p:spPr>
          <a:xfrm>
            <a:off x="4274884" y="1687067"/>
            <a:ext cx="117043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128"/>
          <p:cNvSpPr txBox="1"/>
          <p:nvPr/>
        </p:nvSpPr>
        <p:spPr>
          <a:xfrm>
            <a:off x="4311460" y="1714499"/>
            <a:ext cx="1115568" cy="230832"/>
          </a:xfrm>
          <a:prstGeom prst="rect">
            <a:avLst/>
          </a:prstGeom>
          <a:noFill/>
        </p:spPr>
        <p:txBody>
          <a:bodyPr wrap="square">
            <a:spAutoFit/>
          </a:bodyPr>
          <a:lstStyle/>
          <a:p>
            <a:pPr algn="l"/>
            <a:r>
              <a:rPr sz="900">
                <a:solidFill>
                  <a:srgbClr val="333333"/>
                </a:solidFill>
              </a:rPr>
              <a:t>2026-04-11</a:t>
            </a:r>
          </a:p>
        </p:txBody>
      </p:sp>
      <p:sp>
        <p:nvSpPr>
          <p:cNvPr id="130" name="Rectangle 129"/>
          <p:cNvSpPr/>
          <p:nvPr/>
        </p:nvSpPr>
        <p:spPr>
          <a:xfrm>
            <a:off x="5445316" y="1687067"/>
            <a:ext cx="685800"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5481892" y="1714499"/>
            <a:ext cx="630936" cy="230832"/>
          </a:xfrm>
          <a:prstGeom prst="rect">
            <a:avLst/>
          </a:prstGeom>
          <a:noFill/>
        </p:spPr>
        <p:txBody>
          <a:bodyPr wrap="square">
            <a:spAutoFit/>
          </a:bodyPr>
          <a:lstStyle/>
          <a:p>
            <a:pPr algn="l"/>
            <a:r>
              <a:rPr sz="900">
                <a:solidFill>
                  <a:srgbClr val="333333"/>
                </a:solidFill>
              </a:rPr>
              <a:t>1,240</a:t>
            </a:r>
          </a:p>
        </p:txBody>
      </p:sp>
      <p:sp>
        <p:nvSpPr>
          <p:cNvPr id="132" name="Rectangle 131"/>
          <p:cNvSpPr/>
          <p:nvPr/>
        </p:nvSpPr>
        <p:spPr>
          <a:xfrm>
            <a:off x="6131116" y="1687067"/>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6167692" y="1714499"/>
            <a:ext cx="566928" cy="230832"/>
          </a:xfrm>
          <a:prstGeom prst="rect">
            <a:avLst/>
          </a:prstGeom>
          <a:noFill/>
        </p:spPr>
        <p:txBody>
          <a:bodyPr wrap="square">
            <a:spAutoFit/>
          </a:bodyPr>
          <a:lstStyle/>
          <a:p>
            <a:pPr algn="l"/>
            <a:r>
              <a:rPr sz="900">
                <a:solidFill>
                  <a:srgbClr val="333333"/>
                </a:solidFill>
              </a:rPr>
              <a:t>580</a:t>
            </a:r>
          </a:p>
        </p:txBody>
      </p:sp>
      <p:sp>
        <p:nvSpPr>
          <p:cNvPr id="134" name="Rectangle 133"/>
          <p:cNvSpPr/>
          <p:nvPr/>
        </p:nvSpPr>
        <p:spPr>
          <a:xfrm>
            <a:off x="6752908" y="1687067"/>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6789484" y="1714499"/>
            <a:ext cx="566928" cy="230832"/>
          </a:xfrm>
          <a:prstGeom prst="rect">
            <a:avLst/>
          </a:prstGeom>
          <a:noFill/>
        </p:spPr>
        <p:txBody>
          <a:bodyPr wrap="square">
            <a:spAutoFit/>
          </a:bodyPr>
          <a:lstStyle/>
          <a:p>
            <a:pPr algn="l"/>
            <a:r>
              <a:rPr sz="900">
                <a:solidFill>
                  <a:srgbClr val="333333"/>
                </a:solidFill>
              </a:rPr>
              <a:t>988</a:t>
            </a:r>
          </a:p>
        </p:txBody>
      </p:sp>
      <p:sp>
        <p:nvSpPr>
          <p:cNvPr id="136" name="Rectangle 135"/>
          <p:cNvSpPr/>
          <p:nvPr/>
        </p:nvSpPr>
        <p:spPr>
          <a:xfrm>
            <a:off x="7374700" y="1687067"/>
            <a:ext cx="542544"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7411276" y="1714499"/>
            <a:ext cx="487680" cy="230832"/>
          </a:xfrm>
          <a:prstGeom prst="rect">
            <a:avLst/>
          </a:prstGeom>
          <a:noFill/>
        </p:spPr>
        <p:txBody>
          <a:bodyPr wrap="square">
            <a:spAutoFit/>
          </a:bodyPr>
          <a:lstStyle/>
          <a:p>
            <a:pPr algn="l"/>
            <a:r>
              <a:rPr sz="900">
                <a:solidFill>
                  <a:srgbClr val="333333"/>
                </a:solidFill>
              </a:rPr>
              <a:t>0.3s</a:t>
            </a:r>
          </a:p>
        </p:txBody>
      </p:sp>
      <p:sp>
        <p:nvSpPr>
          <p:cNvPr id="138" name="Rectangle 137"/>
          <p:cNvSpPr/>
          <p:nvPr/>
        </p:nvSpPr>
        <p:spPr>
          <a:xfrm>
            <a:off x="4274884" y="1911095"/>
            <a:ext cx="117043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4311460" y="1938527"/>
            <a:ext cx="1115568" cy="230832"/>
          </a:xfrm>
          <a:prstGeom prst="rect">
            <a:avLst/>
          </a:prstGeom>
          <a:noFill/>
        </p:spPr>
        <p:txBody>
          <a:bodyPr wrap="square">
            <a:spAutoFit/>
          </a:bodyPr>
          <a:lstStyle/>
          <a:p>
            <a:pPr algn="l"/>
            <a:r>
              <a:rPr sz="900">
                <a:solidFill>
                  <a:srgbClr val="333333"/>
                </a:solidFill>
              </a:rPr>
              <a:t>2026-04-12</a:t>
            </a:r>
          </a:p>
        </p:txBody>
      </p:sp>
      <p:sp>
        <p:nvSpPr>
          <p:cNvPr id="140" name="Rectangle 139"/>
          <p:cNvSpPr/>
          <p:nvPr/>
        </p:nvSpPr>
        <p:spPr>
          <a:xfrm>
            <a:off x="5445316" y="1911095"/>
            <a:ext cx="685800"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140"/>
          <p:cNvSpPr txBox="1"/>
          <p:nvPr/>
        </p:nvSpPr>
        <p:spPr>
          <a:xfrm>
            <a:off x="5481892" y="1938527"/>
            <a:ext cx="630936" cy="230832"/>
          </a:xfrm>
          <a:prstGeom prst="rect">
            <a:avLst/>
          </a:prstGeom>
          <a:noFill/>
        </p:spPr>
        <p:txBody>
          <a:bodyPr wrap="square">
            <a:spAutoFit/>
          </a:bodyPr>
          <a:lstStyle/>
          <a:p>
            <a:pPr algn="l"/>
            <a:r>
              <a:rPr sz="900">
                <a:solidFill>
                  <a:srgbClr val="333333"/>
                </a:solidFill>
              </a:rPr>
              <a:t>1,317</a:t>
            </a:r>
          </a:p>
        </p:txBody>
      </p:sp>
      <p:sp>
        <p:nvSpPr>
          <p:cNvPr id="142" name="Rectangle 141"/>
          <p:cNvSpPr/>
          <p:nvPr/>
        </p:nvSpPr>
        <p:spPr>
          <a:xfrm>
            <a:off x="6131116" y="1911095"/>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142"/>
          <p:cNvSpPr txBox="1"/>
          <p:nvPr/>
        </p:nvSpPr>
        <p:spPr>
          <a:xfrm>
            <a:off x="6167692" y="1938527"/>
            <a:ext cx="566928" cy="230832"/>
          </a:xfrm>
          <a:prstGeom prst="rect">
            <a:avLst/>
          </a:prstGeom>
          <a:noFill/>
        </p:spPr>
        <p:txBody>
          <a:bodyPr wrap="square">
            <a:spAutoFit/>
          </a:bodyPr>
          <a:lstStyle/>
          <a:p>
            <a:pPr algn="l"/>
            <a:r>
              <a:rPr sz="900">
                <a:solidFill>
                  <a:srgbClr val="333333"/>
                </a:solidFill>
              </a:rPr>
              <a:t>618</a:t>
            </a:r>
          </a:p>
        </p:txBody>
      </p:sp>
      <p:sp>
        <p:nvSpPr>
          <p:cNvPr id="144" name="Rectangle 143"/>
          <p:cNvSpPr/>
          <p:nvPr/>
        </p:nvSpPr>
        <p:spPr>
          <a:xfrm>
            <a:off x="6752908" y="1911095"/>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p:cNvSpPr txBox="1"/>
          <p:nvPr/>
        </p:nvSpPr>
        <p:spPr>
          <a:xfrm>
            <a:off x="6789484" y="1938527"/>
            <a:ext cx="566928" cy="230832"/>
          </a:xfrm>
          <a:prstGeom prst="rect">
            <a:avLst/>
          </a:prstGeom>
          <a:noFill/>
        </p:spPr>
        <p:txBody>
          <a:bodyPr wrap="square">
            <a:spAutoFit/>
          </a:bodyPr>
          <a:lstStyle/>
          <a:p>
            <a:pPr algn="l"/>
            <a:r>
              <a:rPr sz="900">
                <a:solidFill>
                  <a:srgbClr val="333333"/>
                </a:solidFill>
              </a:rPr>
              <a:t>993</a:t>
            </a:r>
          </a:p>
        </p:txBody>
      </p:sp>
      <p:sp>
        <p:nvSpPr>
          <p:cNvPr id="146" name="Rectangle 145"/>
          <p:cNvSpPr/>
          <p:nvPr/>
        </p:nvSpPr>
        <p:spPr>
          <a:xfrm>
            <a:off x="7374700" y="1911095"/>
            <a:ext cx="542544"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7411276" y="1938527"/>
            <a:ext cx="487680" cy="230832"/>
          </a:xfrm>
          <a:prstGeom prst="rect">
            <a:avLst/>
          </a:prstGeom>
          <a:noFill/>
        </p:spPr>
        <p:txBody>
          <a:bodyPr wrap="square">
            <a:spAutoFit/>
          </a:bodyPr>
          <a:lstStyle/>
          <a:p>
            <a:pPr algn="l"/>
            <a:r>
              <a:rPr sz="900">
                <a:solidFill>
                  <a:srgbClr val="333333"/>
                </a:solidFill>
              </a:rPr>
              <a:t>0.4s</a:t>
            </a:r>
          </a:p>
        </p:txBody>
      </p:sp>
      <p:sp>
        <p:nvSpPr>
          <p:cNvPr id="148" name="Rectangle 147"/>
          <p:cNvSpPr/>
          <p:nvPr/>
        </p:nvSpPr>
        <p:spPr>
          <a:xfrm>
            <a:off x="4274884" y="2135123"/>
            <a:ext cx="117043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4311460" y="2162555"/>
            <a:ext cx="1115568" cy="230832"/>
          </a:xfrm>
          <a:prstGeom prst="rect">
            <a:avLst/>
          </a:prstGeom>
          <a:noFill/>
        </p:spPr>
        <p:txBody>
          <a:bodyPr wrap="square">
            <a:spAutoFit/>
          </a:bodyPr>
          <a:lstStyle/>
          <a:p>
            <a:pPr algn="l"/>
            <a:r>
              <a:rPr sz="900">
                <a:solidFill>
                  <a:srgbClr val="333333"/>
                </a:solidFill>
              </a:rPr>
              <a:t>2026-04-13</a:t>
            </a:r>
          </a:p>
        </p:txBody>
      </p:sp>
      <p:sp>
        <p:nvSpPr>
          <p:cNvPr id="150" name="Rectangle 149"/>
          <p:cNvSpPr/>
          <p:nvPr/>
        </p:nvSpPr>
        <p:spPr>
          <a:xfrm>
            <a:off x="5445316" y="2135123"/>
            <a:ext cx="685800"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5481892" y="2162555"/>
            <a:ext cx="630936" cy="230832"/>
          </a:xfrm>
          <a:prstGeom prst="rect">
            <a:avLst/>
          </a:prstGeom>
          <a:noFill/>
        </p:spPr>
        <p:txBody>
          <a:bodyPr wrap="square">
            <a:spAutoFit/>
          </a:bodyPr>
          <a:lstStyle/>
          <a:p>
            <a:pPr algn="l"/>
            <a:r>
              <a:rPr sz="900">
                <a:solidFill>
                  <a:srgbClr val="333333"/>
                </a:solidFill>
              </a:rPr>
              <a:t>1,272</a:t>
            </a:r>
          </a:p>
        </p:txBody>
      </p:sp>
      <p:sp>
        <p:nvSpPr>
          <p:cNvPr id="152" name="Rectangle 151"/>
          <p:cNvSpPr/>
          <p:nvPr/>
        </p:nvSpPr>
        <p:spPr>
          <a:xfrm>
            <a:off x="6131116" y="2135123"/>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152"/>
          <p:cNvSpPr txBox="1"/>
          <p:nvPr/>
        </p:nvSpPr>
        <p:spPr>
          <a:xfrm>
            <a:off x="6167692" y="2162555"/>
            <a:ext cx="566928" cy="230832"/>
          </a:xfrm>
          <a:prstGeom prst="rect">
            <a:avLst/>
          </a:prstGeom>
          <a:noFill/>
        </p:spPr>
        <p:txBody>
          <a:bodyPr wrap="square">
            <a:spAutoFit/>
          </a:bodyPr>
          <a:lstStyle/>
          <a:p>
            <a:pPr algn="l"/>
            <a:r>
              <a:rPr sz="900">
                <a:solidFill>
                  <a:srgbClr val="333333"/>
                </a:solidFill>
              </a:rPr>
              <a:t>592</a:t>
            </a:r>
          </a:p>
        </p:txBody>
      </p:sp>
      <p:sp>
        <p:nvSpPr>
          <p:cNvPr id="154" name="Rectangle 153"/>
          <p:cNvSpPr/>
          <p:nvPr/>
        </p:nvSpPr>
        <p:spPr>
          <a:xfrm>
            <a:off x="6752908" y="2135123"/>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p:cNvSpPr txBox="1"/>
          <p:nvPr/>
        </p:nvSpPr>
        <p:spPr>
          <a:xfrm>
            <a:off x="6789484" y="2162555"/>
            <a:ext cx="566928" cy="230832"/>
          </a:xfrm>
          <a:prstGeom prst="rect">
            <a:avLst/>
          </a:prstGeom>
          <a:noFill/>
        </p:spPr>
        <p:txBody>
          <a:bodyPr wrap="square">
            <a:spAutoFit/>
          </a:bodyPr>
          <a:lstStyle/>
          <a:p>
            <a:pPr algn="l"/>
            <a:r>
              <a:rPr sz="900">
                <a:solidFill>
                  <a:srgbClr val="333333"/>
                </a:solidFill>
              </a:rPr>
              <a:t>993</a:t>
            </a:r>
          </a:p>
        </p:txBody>
      </p:sp>
      <p:sp>
        <p:nvSpPr>
          <p:cNvPr id="156" name="Rectangle 155"/>
          <p:cNvSpPr/>
          <p:nvPr/>
        </p:nvSpPr>
        <p:spPr>
          <a:xfrm>
            <a:off x="7374700" y="2135123"/>
            <a:ext cx="542544"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TextBox 156"/>
          <p:cNvSpPr txBox="1"/>
          <p:nvPr/>
        </p:nvSpPr>
        <p:spPr>
          <a:xfrm>
            <a:off x="7411276" y="2162555"/>
            <a:ext cx="487680" cy="230832"/>
          </a:xfrm>
          <a:prstGeom prst="rect">
            <a:avLst/>
          </a:prstGeom>
          <a:noFill/>
        </p:spPr>
        <p:txBody>
          <a:bodyPr wrap="square">
            <a:spAutoFit/>
          </a:bodyPr>
          <a:lstStyle/>
          <a:p>
            <a:pPr algn="l"/>
            <a:r>
              <a:rPr sz="900">
                <a:solidFill>
                  <a:srgbClr val="333333"/>
                </a:solidFill>
              </a:rPr>
              <a:t>0.3s</a:t>
            </a:r>
          </a:p>
        </p:txBody>
      </p:sp>
      <p:sp>
        <p:nvSpPr>
          <p:cNvPr id="158" name="Rectangle 157"/>
          <p:cNvSpPr/>
          <p:nvPr/>
        </p:nvSpPr>
        <p:spPr>
          <a:xfrm>
            <a:off x="4274884" y="2359151"/>
            <a:ext cx="117043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TextBox 158"/>
          <p:cNvSpPr txBox="1"/>
          <p:nvPr/>
        </p:nvSpPr>
        <p:spPr>
          <a:xfrm>
            <a:off x="4311460" y="2386583"/>
            <a:ext cx="1115568" cy="230832"/>
          </a:xfrm>
          <a:prstGeom prst="rect">
            <a:avLst/>
          </a:prstGeom>
          <a:noFill/>
        </p:spPr>
        <p:txBody>
          <a:bodyPr wrap="square">
            <a:spAutoFit/>
          </a:bodyPr>
          <a:lstStyle/>
          <a:p>
            <a:pPr algn="l"/>
            <a:r>
              <a:rPr sz="900">
                <a:solidFill>
                  <a:srgbClr val="333333"/>
                </a:solidFill>
              </a:rPr>
              <a:t>2026-04-14</a:t>
            </a:r>
          </a:p>
        </p:txBody>
      </p:sp>
      <p:sp>
        <p:nvSpPr>
          <p:cNvPr id="160" name="Rectangle 159"/>
          <p:cNvSpPr/>
          <p:nvPr/>
        </p:nvSpPr>
        <p:spPr>
          <a:xfrm>
            <a:off x="5445316" y="2359151"/>
            <a:ext cx="685800"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TextBox 160"/>
          <p:cNvSpPr txBox="1"/>
          <p:nvPr/>
        </p:nvSpPr>
        <p:spPr>
          <a:xfrm>
            <a:off x="5481892" y="2386583"/>
            <a:ext cx="630936" cy="230832"/>
          </a:xfrm>
          <a:prstGeom prst="rect">
            <a:avLst/>
          </a:prstGeom>
          <a:noFill/>
        </p:spPr>
        <p:txBody>
          <a:bodyPr wrap="square">
            <a:spAutoFit/>
          </a:bodyPr>
          <a:lstStyle/>
          <a:p>
            <a:pPr algn="l"/>
            <a:r>
              <a:rPr sz="900">
                <a:solidFill>
                  <a:srgbClr val="333333"/>
                </a:solidFill>
              </a:rPr>
              <a:t>1,264</a:t>
            </a:r>
          </a:p>
        </p:txBody>
      </p:sp>
      <p:sp>
        <p:nvSpPr>
          <p:cNvPr id="162" name="Rectangle 161"/>
          <p:cNvSpPr/>
          <p:nvPr/>
        </p:nvSpPr>
        <p:spPr>
          <a:xfrm>
            <a:off x="6131116" y="2359151"/>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TextBox 162"/>
          <p:cNvSpPr txBox="1"/>
          <p:nvPr/>
        </p:nvSpPr>
        <p:spPr>
          <a:xfrm>
            <a:off x="6167692" y="2386583"/>
            <a:ext cx="566928" cy="230832"/>
          </a:xfrm>
          <a:prstGeom prst="rect">
            <a:avLst/>
          </a:prstGeom>
          <a:noFill/>
        </p:spPr>
        <p:txBody>
          <a:bodyPr wrap="square">
            <a:spAutoFit/>
          </a:bodyPr>
          <a:lstStyle/>
          <a:p>
            <a:pPr algn="l"/>
            <a:r>
              <a:rPr sz="900">
                <a:solidFill>
                  <a:srgbClr val="333333"/>
                </a:solidFill>
              </a:rPr>
              <a:t>598</a:t>
            </a:r>
          </a:p>
        </p:txBody>
      </p:sp>
      <p:sp>
        <p:nvSpPr>
          <p:cNvPr id="164" name="Rectangle 163"/>
          <p:cNvSpPr/>
          <p:nvPr/>
        </p:nvSpPr>
        <p:spPr>
          <a:xfrm>
            <a:off x="6752908" y="2359151"/>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TextBox 164"/>
          <p:cNvSpPr txBox="1"/>
          <p:nvPr/>
        </p:nvSpPr>
        <p:spPr>
          <a:xfrm>
            <a:off x="6789484" y="2386583"/>
            <a:ext cx="566928" cy="230832"/>
          </a:xfrm>
          <a:prstGeom prst="rect">
            <a:avLst/>
          </a:prstGeom>
          <a:noFill/>
        </p:spPr>
        <p:txBody>
          <a:bodyPr wrap="square">
            <a:spAutoFit/>
          </a:bodyPr>
          <a:lstStyle/>
          <a:p>
            <a:pPr algn="l"/>
            <a:r>
              <a:rPr sz="900">
                <a:solidFill>
                  <a:srgbClr val="333333"/>
                </a:solidFill>
              </a:rPr>
              <a:t>993</a:t>
            </a:r>
          </a:p>
        </p:txBody>
      </p:sp>
      <p:sp>
        <p:nvSpPr>
          <p:cNvPr id="166" name="Rectangle 165"/>
          <p:cNvSpPr/>
          <p:nvPr/>
        </p:nvSpPr>
        <p:spPr>
          <a:xfrm>
            <a:off x="7374700" y="2359151"/>
            <a:ext cx="542544"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TextBox 166"/>
          <p:cNvSpPr txBox="1"/>
          <p:nvPr/>
        </p:nvSpPr>
        <p:spPr>
          <a:xfrm>
            <a:off x="7411276" y="2386583"/>
            <a:ext cx="487680" cy="230832"/>
          </a:xfrm>
          <a:prstGeom prst="rect">
            <a:avLst/>
          </a:prstGeom>
          <a:noFill/>
        </p:spPr>
        <p:txBody>
          <a:bodyPr wrap="square">
            <a:spAutoFit/>
          </a:bodyPr>
          <a:lstStyle/>
          <a:p>
            <a:pPr algn="l"/>
            <a:r>
              <a:rPr sz="900">
                <a:solidFill>
                  <a:srgbClr val="333333"/>
                </a:solidFill>
              </a:rPr>
              <a:t>0.4s</a:t>
            </a:r>
          </a:p>
        </p:txBody>
      </p:sp>
      <p:sp>
        <p:nvSpPr>
          <p:cNvPr id="168" name="Rectangle 167"/>
          <p:cNvSpPr/>
          <p:nvPr/>
        </p:nvSpPr>
        <p:spPr>
          <a:xfrm>
            <a:off x="4274884" y="2583179"/>
            <a:ext cx="117043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TextBox 168"/>
          <p:cNvSpPr txBox="1"/>
          <p:nvPr/>
        </p:nvSpPr>
        <p:spPr>
          <a:xfrm>
            <a:off x="4311460" y="2610611"/>
            <a:ext cx="1115568" cy="230832"/>
          </a:xfrm>
          <a:prstGeom prst="rect">
            <a:avLst/>
          </a:prstGeom>
          <a:noFill/>
        </p:spPr>
        <p:txBody>
          <a:bodyPr wrap="square">
            <a:spAutoFit/>
          </a:bodyPr>
          <a:lstStyle/>
          <a:p>
            <a:pPr algn="l"/>
            <a:r>
              <a:rPr sz="900">
                <a:solidFill>
                  <a:srgbClr val="333333"/>
                </a:solidFill>
              </a:rPr>
              <a:t>2026-04-15</a:t>
            </a:r>
          </a:p>
        </p:txBody>
      </p:sp>
      <p:sp>
        <p:nvSpPr>
          <p:cNvPr id="170" name="Rectangle 169"/>
          <p:cNvSpPr/>
          <p:nvPr/>
        </p:nvSpPr>
        <p:spPr>
          <a:xfrm>
            <a:off x="5445316" y="2583179"/>
            <a:ext cx="685800"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TextBox 170"/>
          <p:cNvSpPr txBox="1"/>
          <p:nvPr/>
        </p:nvSpPr>
        <p:spPr>
          <a:xfrm>
            <a:off x="5481892" y="2610611"/>
            <a:ext cx="630936" cy="230832"/>
          </a:xfrm>
          <a:prstGeom prst="rect">
            <a:avLst/>
          </a:prstGeom>
          <a:noFill/>
        </p:spPr>
        <p:txBody>
          <a:bodyPr wrap="square">
            <a:spAutoFit/>
          </a:bodyPr>
          <a:lstStyle/>
          <a:p>
            <a:pPr algn="l"/>
            <a:r>
              <a:rPr sz="900">
                <a:solidFill>
                  <a:srgbClr val="333333"/>
                </a:solidFill>
              </a:rPr>
              <a:t>1,196</a:t>
            </a:r>
          </a:p>
        </p:txBody>
      </p:sp>
      <p:sp>
        <p:nvSpPr>
          <p:cNvPr id="172" name="Rectangle 171"/>
          <p:cNvSpPr/>
          <p:nvPr/>
        </p:nvSpPr>
        <p:spPr>
          <a:xfrm>
            <a:off x="6131116" y="2583179"/>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TextBox 172"/>
          <p:cNvSpPr txBox="1"/>
          <p:nvPr/>
        </p:nvSpPr>
        <p:spPr>
          <a:xfrm>
            <a:off x="6167692" y="2610611"/>
            <a:ext cx="566928" cy="230832"/>
          </a:xfrm>
          <a:prstGeom prst="rect">
            <a:avLst/>
          </a:prstGeom>
          <a:noFill/>
        </p:spPr>
        <p:txBody>
          <a:bodyPr wrap="square">
            <a:spAutoFit/>
          </a:bodyPr>
          <a:lstStyle/>
          <a:p>
            <a:pPr algn="l"/>
            <a:r>
              <a:rPr sz="900">
                <a:solidFill>
                  <a:srgbClr val="333333"/>
                </a:solidFill>
              </a:rPr>
              <a:t>562</a:t>
            </a:r>
          </a:p>
        </p:txBody>
      </p:sp>
      <p:sp>
        <p:nvSpPr>
          <p:cNvPr id="174" name="Rectangle 173"/>
          <p:cNvSpPr/>
          <p:nvPr/>
        </p:nvSpPr>
        <p:spPr>
          <a:xfrm>
            <a:off x="6752908" y="2583179"/>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TextBox 174"/>
          <p:cNvSpPr txBox="1"/>
          <p:nvPr/>
        </p:nvSpPr>
        <p:spPr>
          <a:xfrm>
            <a:off x="6789484" y="2610611"/>
            <a:ext cx="566928" cy="230832"/>
          </a:xfrm>
          <a:prstGeom prst="rect">
            <a:avLst/>
          </a:prstGeom>
          <a:noFill/>
        </p:spPr>
        <p:txBody>
          <a:bodyPr wrap="square">
            <a:spAutoFit/>
          </a:bodyPr>
          <a:lstStyle/>
          <a:p>
            <a:pPr algn="l"/>
            <a:r>
              <a:rPr sz="900">
                <a:solidFill>
                  <a:srgbClr val="333333"/>
                </a:solidFill>
              </a:rPr>
              <a:t>994</a:t>
            </a:r>
          </a:p>
        </p:txBody>
      </p:sp>
      <p:sp>
        <p:nvSpPr>
          <p:cNvPr id="176" name="Rectangle 175"/>
          <p:cNvSpPr/>
          <p:nvPr/>
        </p:nvSpPr>
        <p:spPr>
          <a:xfrm>
            <a:off x="7374700" y="2583179"/>
            <a:ext cx="542544"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TextBox 176"/>
          <p:cNvSpPr txBox="1"/>
          <p:nvPr/>
        </p:nvSpPr>
        <p:spPr>
          <a:xfrm>
            <a:off x="7411276" y="2610611"/>
            <a:ext cx="487680" cy="230832"/>
          </a:xfrm>
          <a:prstGeom prst="rect">
            <a:avLst/>
          </a:prstGeom>
          <a:noFill/>
        </p:spPr>
        <p:txBody>
          <a:bodyPr wrap="square">
            <a:spAutoFit/>
          </a:bodyPr>
          <a:lstStyle/>
          <a:p>
            <a:pPr algn="l"/>
            <a:r>
              <a:rPr sz="900">
                <a:solidFill>
                  <a:srgbClr val="333333"/>
                </a:solidFill>
              </a:rPr>
              <a:t>0.3s</a:t>
            </a:r>
          </a:p>
        </p:txBody>
      </p:sp>
      <p:sp>
        <p:nvSpPr>
          <p:cNvPr id="178" name="Rectangle 177"/>
          <p:cNvSpPr/>
          <p:nvPr/>
        </p:nvSpPr>
        <p:spPr>
          <a:xfrm>
            <a:off x="4274884" y="2807207"/>
            <a:ext cx="117043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TextBox 178"/>
          <p:cNvSpPr txBox="1"/>
          <p:nvPr/>
        </p:nvSpPr>
        <p:spPr>
          <a:xfrm>
            <a:off x="4311460" y="2834639"/>
            <a:ext cx="1115568" cy="230832"/>
          </a:xfrm>
          <a:prstGeom prst="rect">
            <a:avLst/>
          </a:prstGeom>
          <a:noFill/>
        </p:spPr>
        <p:txBody>
          <a:bodyPr wrap="square">
            <a:spAutoFit/>
          </a:bodyPr>
          <a:lstStyle/>
          <a:p>
            <a:pPr algn="l"/>
            <a:r>
              <a:rPr sz="900">
                <a:solidFill>
                  <a:srgbClr val="333333"/>
                </a:solidFill>
              </a:rPr>
              <a:t>2026-04-16</a:t>
            </a:r>
          </a:p>
        </p:txBody>
      </p:sp>
      <p:sp>
        <p:nvSpPr>
          <p:cNvPr id="180" name="Rectangle 179"/>
          <p:cNvSpPr/>
          <p:nvPr/>
        </p:nvSpPr>
        <p:spPr>
          <a:xfrm>
            <a:off x="5445316" y="2807207"/>
            <a:ext cx="685800"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TextBox 180"/>
          <p:cNvSpPr txBox="1"/>
          <p:nvPr/>
        </p:nvSpPr>
        <p:spPr>
          <a:xfrm>
            <a:off x="5481892" y="2834639"/>
            <a:ext cx="630936" cy="230832"/>
          </a:xfrm>
          <a:prstGeom prst="rect">
            <a:avLst/>
          </a:prstGeom>
          <a:noFill/>
        </p:spPr>
        <p:txBody>
          <a:bodyPr wrap="square">
            <a:spAutoFit/>
          </a:bodyPr>
          <a:lstStyle/>
          <a:p>
            <a:pPr algn="l"/>
            <a:r>
              <a:rPr sz="900">
                <a:solidFill>
                  <a:srgbClr val="333333"/>
                </a:solidFill>
              </a:rPr>
              <a:t>1,240</a:t>
            </a:r>
          </a:p>
        </p:txBody>
      </p:sp>
      <p:sp>
        <p:nvSpPr>
          <p:cNvPr id="182" name="Rectangle 181"/>
          <p:cNvSpPr/>
          <p:nvPr/>
        </p:nvSpPr>
        <p:spPr>
          <a:xfrm>
            <a:off x="6131116" y="2807207"/>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TextBox 182"/>
          <p:cNvSpPr txBox="1"/>
          <p:nvPr/>
        </p:nvSpPr>
        <p:spPr>
          <a:xfrm>
            <a:off x="6167692" y="2834639"/>
            <a:ext cx="566928" cy="230832"/>
          </a:xfrm>
          <a:prstGeom prst="rect">
            <a:avLst/>
          </a:prstGeom>
          <a:noFill/>
        </p:spPr>
        <p:txBody>
          <a:bodyPr wrap="square">
            <a:spAutoFit/>
          </a:bodyPr>
          <a:lstStyle/>
          <a:p>
            <a:pPr algn="l"/>
            <a:r>
              <a:rPr sz="900">
                <a:solidFill>
                  <a:srgbClr val="333333"/>
                </a:solidFill>
              </a:rPr>
              <a:t>585</a:t>
            </a:r>
          </a:p>
        </p:txBody>
      </p:sp>
      <p:sp>
        <p:nvSpPr>
          <p:cNvPr id="184" name="Rectangle 183"/>
          <p:cNvSpPr/>
          <p:nvPr/>
        </p:nvSpPr>
        <p:spPr>
          <a:xfrm>
            <a:off x="6752908" y="2807207"/>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TextBox 184"/>
          <p:cNvSpPr txBox="1"/>
          <p:nvPr/>
        </p:nvSpPr>
        <p:spPr>
          <a:xfrm>
            <a:off x="6789484" y="2834639"/>
            <a:ext cx="566928" cy="230832"/>
          </a:xfrm>
          <a:prstGeom prst="rect">
            <a:avLst/>
          </a:prstGeom>
          <a:noFill/>
        </p:spPr>
        <p:txBody>
          <a:bodyPr wrap="square">
            <a:spAutoFit/>
          </a:bodyPr>
          <a:lstStyle/>
          <a:p>
            <a:pPr algn="l"/>
            <a:r>
              <a:rPr sz="900">
                <a:solidFill>
                  <a:srgbClr val="333333"/>
                </a:solidFill>
              </a:rPr>
              <a:t>994</a:t>
            </a:r>
          </a:p>
        </p:txBody>
      </p:sp>
      <p:sp>
        <p:nvSpPr>
          <p:cNvPr id="186" name="Rectangle 185"/>
          <p:cNvSpPr/>
          <p:nvPr/>
        </p:nvSpPr>
        <p:spPr>
          <a:xfrm>
            <a:off x="7374700" y="2807207"/>
            <a:ext cx="542544"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186"/>
          <p:cNvSpPr txBox="1"/>
          <p:nvPr/>
        </p:nvSpPr>
        <p:spPr>
          <a:xfrm>
            <a:off x="7411276" y="2834639"/>
            <a:ext cx="487680" cy="230832"/>
          </a:xfrm>
          <a:prstGeom prst="rect">
            <a:avLst/>
          </a:prstGeom>
          <a:noFill/>
        </p:spPr>
        <p:txBody>
          <a:bodyPr wrap="square">
            <a:spAutoFit/>
          </a:bodyPr>
          <a:lstStyle/>
          <a:p>
            <a:pPr algn="l"/>
            <a:r>
              <a:rPr sz="900">
                <a:solidFill>
                  <a:srgbClr val="333333"/>
                </a:solidFill>
              </a:rPr>
              <a:t>0.4s</a:t>
            </a:r>
          </a:p>
        </p:txBody>
      </p:sp>
      <p:sp>
        <p:nvSpPr>
          <p:cNvPr id="188" name="Rectangle 187"/>
          <p:cNvSpPr/>
          <p:nvPr/>
        </p:nvSpPr>
        <p:spPr>
          <a:xfrm>
            <a:off x="4274884" y="3031235"/>
            <a:ext cx="117043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TextBox 188"/>
          <p:cNvSpPr txBox="1"/>
          <p:nvPr/>
        </p:nvSpPr>
        <p:spPr>
          <a:xfrm>
            <a:off x="4311460" y="3058667"/>
            <a:ext cx="1115568" cy="230832"/>
          </a:xfrm>
          <a:prstGeom prst="rect">
            <a:avLst/>
          </a:prstGeom>
          <a:noFill/>
        </p:spPr>
        <p:txBody>
          <a:bodyPr wrap="square">
            <a:spAutoFit/>
          </a:bodyPr>
          <a:lstStyle/>
          <a:p>
            <a:pPr algn="l"/>
            <a:r>
              <a:rPr sz="900">
                <a:solidFill>
                  <a:srgbClr val="333333"/>
                </a:solidFill>
              </a:rPr>
              <a:t>2026-04-17</a:t>
            </a:r>
          </a:p>
        </p:txBody>
      </p:sp>
      <p:sp>
        <p:nvSpPr>
          <p:cNvPr id="190" name="Rectangle 189"/>
          <p:cNvSpPr/>
          <p:nvPr/>
        </p:nvSpPr>
        <p:spPr>
          <a:xfrm>
            <a:off x="5445316" y="3031235"/>
            <a:ext cx="685800"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TextBox 190"/>
          <p:cNvSpPr txBox="1"/>
          <p:nvPr/>
        </p:nvSpPr>
        <p:spPr>
          <a:xfrm>
            <a:off x="5481892" y="3058667"/>
            <a:ext cx="630936" cy="230832"/>
          </a:xfrm>
          <a:prstGeom prst="rect">
            <a:avLst/>
          </a:prstGeom>
          <a:noFill/>
        </p:spPr>
        <p:txBody>
          <a:bodyPr wrap="square">
            <a:spAutoFit/>
          </a:bodyPr>
          <a:lstStyle/>
          <a:p>
            <a:pPr algn="l"/>
            <a:r>
              <a:rPr sz="900">
                <a:solidFill>
                  <a:srgbClr val="333333"/>
                </a:solidFill>
              </a:rPr>
              <a:t>1,241</a:t>
            </a:r>
          </a:p>
        </p:txBody>
      </p:sp>
      <p:sp>
        <p:nvSpPr>
          <p:cNvPr id="192" name="Rectangle 191"/>
          <p:cNvSpPr/>
          <p:nvPr/>
        </p:nvSpPr>
        <p:spPr>
          <a:xfrm>
            <a:off x="6131116" y="3031235"/>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TextBox 192"/>
          <p:cNvSpPr txBox="1"/>
          <p:nvPr/>
        </p:nvSpPr>
        <p:spPr>
          <a:xfrm>
            <a:off x="6167692" y="3058667"/>
            <a:ext cx="566928" cy="230832"/>
          </a:xfrm>
          <a:prstGeom prst="rect">
            <a:avLst/>
          </a:prstGeom>
          <a:noFill/>
        </p:spPr>
        <p:txBody>
          <a:bodyPr wrap="square">
            <a:spAutoFit/>
          </a:bodyPr>
          <a:lstStyle/>
          <a:p>
            <a:pPr algn="l"/>
            <a:r>
              <a:rPr sz="900">
                <a:solidFill>
                  <a:srgbClr val="333333"/>
                </a:solidFill>
              </a:rPr>
              <a:t>580</a:t>
            </a:r>
          </a:p>
        </p:txBody>
      </p:sp>
      <p:sp>
        <p:nvSpPr>
          <p:cNvPr id="194" name="Rectangle 193"/>
          <p:cNvSpPr/>
          <p:nvPr/>
        </p:nvSpPr>
        <p:spPr>
          <a:xfrm>
            <a:off x="6752908" y="3031235"/>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TextBox 194"/>
          <p:cNvSpPr txBox="1"/>
          <p:nvPr/>
        </p:nvSpPr>
        <p:spPr>
          <a:xfrm>
            <a:off x="6789484" y="3058667"/>
            <a:ext cx="566928" cy="230832"/>
          </a:xfrm>
          <a:prstGeom prst="rect">
            <a:avLst/>
          </a:prstGeom>
          <a:noFill/>
        </p:spPr>
        <p:txBody>
          <a:bodyPr wrap="square">
            <a:spAutoFit/>
          </a:bodyPr>
          <a:lstStyle/>
          <a:p>
            <a:pPr algn="l"/>
            <a:r>
              <a:rPr sz="900">
                <a:solidFill>
                  <a:srgbClr val="333333"/>
                </a:solidFill>
              </a:rPr>
              <a:t>997</a:t>
            </a:r>
          </a:p>
        </p:txBody>
      </p:sp>
      <p:sp>
        <p:nvSpPr>
          <p:cNvPr id="196" name="Rectangle 195"/>
          <p:cNvSpPr/>
          <p:nvPr/>
        </p:nvSpPr>
        <p:spPr>
          <a:xfrm>
            <a:off x="7374700" y="3031235"/>
            <a:ext cx="542544"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TextBox 196"/>
          <p:cNvSpPr txBox="1"/>
          <p:nvPr/>
        </p:nvSpPr>
        <p:spPr>
          <a:xfrm>
            <a:off x="7411276" y="3058667"/>
            <a:ext cx="487680" cy="230832"/>
          </a:xfrm>
          <a:prstGeom prst="rect">
            <a:avLst/>
          </a:prstGeom>
          <a:noFill/>
        </p:spPr>
        <p:txBody>
          <a:bodyPr wrap="square">
            <a:spAutoFit/>
          </a:bodyPr>
          <a:lstStyle/>
          <a:p>
            <a:pPr algn="l"/>
            <a:r>
              <a:rPr sz="900">
                <a:solidFill>
                  <a:srgbClr val="333333"/>
                </a:solidFill>
              </a:rPr>
              <a:t>0.4s</a:t>
            </a:r>
          </a:p>
        </p:txBody>
      </p:sp>
      <p:sp>
        <p:nvSpPr>
          <p:cNvPr id="198" name="Rectangle 197"/>
          <p:cNvSpPr/>
          <p:nvPr/>
        </p:nvSpPr>
        <p:spPr>
          <a:xfrm>
            <a:off x="4274884" y="3255263"/>
            <a:ext cx="117043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TextBox 198"/>
          <p:cNvSpPr txBox="1"/>
          <p:nvPr/>
        </p:nvSpPr>
        <p:spPr>
          <a:xfrm>
            <a:off x="4311460" y="3282695"/>
            <a:ext cx="1115568" cy="230832"/>
          </a:xfrm>
          <a:prstGeom prst="rect">
            <a:avLst/>
          </a:prstGeom>
          <a:noFill/>
        </p:spPr>
        <p:txBody>
          <a:bodyPr wrap="square">
            <a:spAutoFit/>
          </a:bodyPr>
          <a:lstStyle/>
          <a:p>
            <a:pPr algn="l"/>
            <a:r>
              <a:rPr sz="900">
                <a:solidFill>
                  <a:srgbClr val="333333"/>
                </a:solidFill>
              </a:rPr>
              <a:t>2026-04-18</a:t>
            </a:r>
          </a:p>
        </p:txBody>
      </p:sp>
      <p:sp>
        <p:nvSpPr>
          <p:cNvPr id="200" name="Rectangle 199"/>
          <p:cNvSpPr/>
          <p:nvPr/>
        </p:nvSpPr>
        <p:spPr>
          <a:xfrm>
            <a:off x="5445316" y="3255263"/>
            <a:ext cx="685800"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TextBox 200"/>
          <p:cNvSpPr txBox="1"/>
          <p:nvPr/>
        </p:nvSpPr>
        <p:spPr>
          <a:xfrm>
            <a:off x="5481892" y="3282695"/>
            <a:ext cx="630936" cy="230832"/>
          </a:xfrm>
          <a:prstGeom prst="rect">
            <a:avLst/>
          </a:prstGeom>
          <a:noFill/>
        </p:spPr>
        <p:txBody>
          <a:bodyPr wrap="square">
            <a:spAutoFit/>
          </a:bodyPr>
          <a:lstStyle/>
          <a:p>
            <a:pPr algn="l"/>
            <a:r>
              <a:rPr sz="900">
                <a:solidFill>
                  <a:srgbClr val="333333"/>
                </a:solidFill>
              </a:rPr>
              <a:t>1,255</a:t>
            </a:r>
          </a:p>
        </p:txBody>
      </p:sp>
      <p:sp>
        <p:nvSpPr>
          <p:cNvPr id="202" name="Rectangle 201"/>
          <p:cNvSpPr/>
          <p:nvPr/>
        </p:nvSpPr>
        <p:spPr>
          <a:xfrm>
            <a:off x="6131116" y="3255263"/>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TextBox 202"/>
          <p:cNvSpPr txBox="1"/>
          <p:nvPr/>
        </p:nvSpPr>
        <p:spPr>
          <a:xfrm>
            <a:off x="6167692" y="3282695"/>
            <a:ext cx="566928" cy="230832"/>
          </a:xfrm>
          <a:prstGeom prst="rect">
            <a:avLst/>
          </a:prstGeom>
          <a:noFill/>
        </p:spPr>
        <p:txBody>
          <a:bodyPr wrap="square">
            <a:spAutoFit/>
          </a:bodyPr>
          <a:lstStyle/>
          <a:p>
            <a:pPr algn="l"/>
            <a:r>
              <a:rPr sz="900">
                <a:solidFill>
                  <a:srgbClr val="333333"/>
                </a:solidFill>
              </a:rPr>
              <a:t>598</a:t>
            </a:r>
          </a:p>
        </p:txBody>
      </p:sp>
      <p:sp>
        <p:nvSpPr>
          <p:cNvPr id="204" name="Rectangle 203"/>
          <p:cNvSpPr/>
          <p:nvPr/>
        </p:nvSpPr>
        <p:spPr>
          <a:xfrm>
            <a:off x="6752908" y="3255263"/>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TextBox 204"/>
          <p:cNvSpPr txBox="1"/>
          <p:nvPr/>
        </p:nvSpPr>
        <p:spPr>
          <a:xfrm>
            <a:off x="6789484" y="3282695"/>
            <a:ext cx="566928" cy="230832"/>
          </a:xfrm>
          <a:prstGeom prst="rect">
            <a:avLst/>
          </a:prstGeom>
          <a:noFill/>
        </p:spPr>
        <p:txBody>
          <a:bodyPr wrap="square">
            <a:spAutoFit/>
          </a:bodyPr>
          <a:lstStyle/>
          <a:p>
            <a:pPr algn="l"/>
            <a:r>
              <a:rPr sz="900">
                <a:solidFill>
                  <a:srgbClr val="333333"/>
                </a:solidFill>
              </a:rPr>
              <a:t>999</a:t>
            </a:r>
          </a:p>
        </p:txBody>
      </p:sp>
      <p:sp>
        <p:nvSpPr>
          <p:cNvPr id="206" name="Rectangle 205"/>
          <p:cNvSpPr/>
          <p:nvPr/>
        </p:nvSpPr>
        <p:spPr>
          <a:xfrm>
            <a:off x="7374700" y="3255263"/>
            <a:ext cx="542544"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TextBox 206"/>
          <p:cNvSpPr txBox="1"/>
          <p:nvPr/>
        </p:nvSpPr>
        <p:spPr>
          <a:xfrm>
            <a:off x="7411276" y="3282695"/>
            <a:ext cx="487680" cy="230832"/>
          </a:xfrm>
          <a:prstGeom prst="rect">
            <a:avLst/>
          </a:prstGeom>
          <a:noFill/>
        </p:spPr>
        <p:txBody>
          <a:bodyPr wrap="square">
            <a:spAutoFit/>
          </a:bodyPr>
          <a:lstStyle/>
          <a:p>
            <a:pPr algn="l"/>
            <a:r>
              <a:rPr sz="900">
                <a:solidFill>
                  <a:srgbClr val="333333"/>
                </a:solidFill>
              </a:rPr>
              <a:t>0.4s</a:t>
            </a:r>
          </a:p>
        </p:txBody>
      </p:sp>
      <p:sp>
        <p:nvSpPr>
          <p:cNvPr id="208" name="Rectangle 207"/>
          <p:cNvSpPr/>
          <p:nvPr/>
        </p:nvSpPr>
        <p:spPr>
          <a:xfrm>
            <a:off x="4274884" y="3479291"/>
            <a:ext cx="117043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TextBox 208"/>
          <p:cNvSpPr txBox="1"/>
          <p:nvPr/>
        </p:nvSpPr>
        <p:spPr>
          <a:xfrm>
            <a:off x="4311460" y="3506723"/>
            <a:ext cx="1115568" cy="230832"/>
          </a:xfrm>
          <a:prstGeom prst="rect">
            <a:avLst/>
          </a:prstGeom>
          <a:noFill/>
        </p:spPr>
        <p:txBody>
          <a:bodyPr wrap="square">
            <a:spAutoFit/>
          </a:bodyPr>
          <a:lstStyle/>
          <a:p>
            <a:pPr algn="l"/>
            <a:r>
              <a:rPr sz="900">
                <a:solidFill>
                  <a:srgbClr val="333333"/>
                </a:solidFill>
              </a:rPr>
              <a:t>2026-04-19</a:t>
            </a:r>
          </a:p>
        </p:txBody>
      </p:sp>
      <p:sp>
        <p:nvSpPr>
          <p:cNvPr id="210" name="Rectangle 209"/>
          <p:cNvSpPr/>
          <p:nvPr/>
        </p:nvSpPr>
        <p:spPr>
          <a:xfrm>
            <a:off x="5445316" y="3479291"/>
            <a:ext cx="685800"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TextBox 210"/>
          <p:cNvSpPr txBox="1"/>
          <p:nvPr/>
        </p:nvSpPr>
        <p:spPr>
          <a:xfrm>
            <a:off x="5481892" y="3506723"/>
            <a:ext cx="630936" cy="230832"/>
          </a:xfrm>
          <a:prstGeom prst="rect">
            <a:avLst/>
          </a:prstGeom>
          <a:noFill/>
        </p:spPr>
        <p:txBody>
          <a:bodyPr wrap="square">
            <a:spAutoFit/>
          </a:bodyPr>
          <a:lstStyle/>
          <a:p>
            <a:pPr algn="l"/>
            <a:r>
              <a:rPr sz="900">
                <a:solidFill>
                  <a:srgbClr val="333333"/>
                </a:solidFill>
              </a:rPr>
              <a:t>1,260</a:t>
            </a:r>
          </a:p>
        </p:txBody>
      </p:sp>
      <p:sp>
        <p:nvSpPr>
          <p:cNvPr id="212" name="Rectangle 211"/>
          <p:cNvSpPr/>
          <p:nvPr/>
        </p:nvSpPr>
        <p:spPr>
          <a:xfrm>
            <a:off x="6131116" y="3479291"/>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TextBox 212"/>
          <p:cNvSpPr txBox="1"/>
          <p:nvPr/>
        </p:nvSpPr>
        <p:spPr>
          <a:xfrm>
            <a:off x="6167692" y="3506723"/>
            <a:ext cx="566928" cy="230832"/>
          </a:xfrm>
          <a:prstGeom prst="rect">
            <a:avLst/>
          </a:prstGeom>
          <a:noFill/>
        </p:spPr>
        <p:txBody>
          <a:bodyPr wrap="square">
            <a:spAutoFit/>
          </a:bodyPr>
          <a:lstStyle/>
          <a:p>
            <a:pPr algn="l"/>
            <a:r>
              <a:rPr sz="900">
                <a:solidFill>
                  <a:srgbClr val="333333"/>
                </a:solidFill>
              </a:rPr>
              <a:t>594</a:t>
            </a:r>
          </a:p>
        </p:txBody>
      </p:sp>
      <p:sp>
        <p:nvSpPr>
          <p:cNvPr id="214" name="Rectangle 213"/>
          <p:cNvSpPr/>
          <p:nvPr/>
        </p:nvSpPr>
        <p:spPr>
          <a:xfrm>
            <a:off x="6752908" y="3479291"/>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TextBox 214"/>
          <p:cNvSpPr txBox="1"/>
          <p:nvPr/>
        </p:nvSpPr>
        <p:spPr>
          <a:xfrm>
            <a:off x="6789484" y="3506723"/>
            <a:ext cx="566928" cy="230832"/>
          </a:xfrm>
          <a:prstGeom prst="rect">
            <a:avLst/>
          </a:prstGeom>
          <a:noFill/>
        </p:spPr>
        <p:txBody>
          <a:bodyPr wrap="square">
            <a:spAutoFit/>
          </a:bodyPr>
          <a:lstStyle/>
          <a:p>
            <a:pPr algn="l"/>
            <a:r>
              <a:rPr sz="900">
                <a:solidFill>
                  <a:srgbClr val="333333"/>
                </a:solidFill>
              </a:rPr>
              <a:t>996</a:t>
            </a:r>
          </a:p>
        </p:txBody>
      </p:sp>
      <p:sp>
        <p:nvSpPr>
          <p:cNvPr id="216" name="Rectangle 215"/>
          <p:cNvSpPr/>
          <p:nvPr/>
        </p:nvSpPr>
        <p:spPr>
          <a:xfrm>
            <a:off x="7374700" y="3479291"/>
            <a:ext cx="542544"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TextBox 216"/>
          <p:cNvSpPr txBox="1"/>
          <p:nvPr/>
        </p:nvSpPr>
        <p:spPr>
          <a:xfrm>
            <a:off x="7411276" y="3506723"/>
            <a:ext cx="487680" cy="230832"/>
          </a:xfrm>
          <a:prstGeom prst="rect">
            <a:avLst/>
          </a:prstGeom>
          <a:noFill/>
        </p:spPr>
        <p:txBody>
          <a:bodyPr wrap="square">
            <a:spAutoFit/>
          </a:bodyPr>
          <a:lstStyle/>
          <a:p>
            <a:pPr algn="l"/>
            <a:r>
              <a:rPr sz="900">
                <a:solidFill>
                  <a:srgbClr val="333333"/>
                </a:solidFill>
              </a:rPr>
              <a:t>0.4s</a:t>
            </a:r>
          </a:p>
        </p:txBody>
      </p:sp>
      <p:sp>
        <p:nvSpPr>
          <p:cNvPr id="218" name="Rectangle 217"/>
          <p:cNvSpPr/>
          <p:nvPr/>
        </p:nvSpPr>
        <p:spPr>
          <a:xfrm>
            <a:off x="4274884" y="3703319"/>
            <a:ext cx="117043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TextBox 218"/>
          <p:cNvSpPr txBox="1"/>
          <p:nvPr/>
        </p:nvSpPr>
        <p:spPr>
          <a:xfrm>
            <a:off x="4311460" y="3730751"/>
            <a:ext cx="1115568" cy="230832"/>
          </a:xfrm>
          <a:prstGeom prst="rect">
            <a:avLst/>
          </a:prstGeom>
          <a:noFill/>
        </p:spPr>
        <p:txBody>
          <a:bodyPr wrap="square">
            <a:spAutoFit/>
          </a:bodyPr>
          <a:lstStyle/>
          <a:p>
            <a:pPr algn="l"/>
            <a:r>
              <a:rPr sz="900">
                <a:solidFill>
                  <a:srgbClr val="333333"/>
                </a:solidFill>
              </a:rPr>
              <a:t>2026-04-20</a:t>
            </a:r>
          </a:p>
        </p:txBody>
      </p:sp>
      <p:sp>
        <p:nvSpPr>
          <p:cNvPr id="220" name="Rectangle 219"/>
          <p:cNvSpPr/>
          <p:nvPr/>
        </p:nvSpPr>
        <p:spPr>
          <a:xfrm>
            <a:off x="5445316" y="3703319"/>
            <a:ext cx="685800"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TextBox 220"/>
          <p:cNvSpPr txBox="1"/>
          <p:nvPr/>
        </p:nvSpPr>
        <p:spPr>
          <a:xfrm>
            <a:off x="5481892" y="3730751"/>
            <a:ext cx="630936" cy="230832"/>
          </a:xfrm>
          <a:prstGeom prst="rect">
            <a:avLst/>
          </a:prstGeom>
          <a:noFill/>
        </p:spPr>
        <p:txBody>
          <a:bodyPr wrap="square">
            <a:spAutoFit/>
          </a:bodyPr>
          <a:lstStyle/>
          <a:p>
            <a:pPr algn="l"/>
            <a:r>
              <a:rPr sz="900">
                <a:solidFill>
                  <a:srgbClr val="333333"/>
                </a:solidFill>
              </a:rPr>
              <a:t>1,154</a:t>
            </a:r>
          </a:p>
        </p:txBody>
      </p:sp>
      <p:sp>
        <p:nvSpPr>
          <p:cNvPr id="222" name="Rectangle 221"/>
          <p:cNvSpPr/>
          <p:nvPr/>
        </p:nvSpPr>
        <p:spPr>
          <a:xfrm>
            <a:off x="6131116" y="3703319"/>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TextBox 222"/>
          <p:cNvSpPr txBox="1"/>
          <p:nvPr/>
        </p:nvSpPr>
        <p:spPr>
          <a:xfrm>
            <a:off x="6167692" y="3730751"/>
            <a:ext cx="566928" cy="230832"/>
          </a:xfrm>
          <a:prstGeom prst="rect">
            <a:avLst/>
          </a:prstGeom>
          <a:noFill/>
        </p:spPr>
        <p:txBody>
          <a:bodyPr wrap="square">
            <a:spAutoFit/>
          </a:bodyPr>
          <a:lstStyle/>
          <a:p>
            <a:pPr algn="l"/>
            <a:r>
              <a:rPr sz="900">
                <a:solidFill>
                  <a:srgbClr val="333333"/>
                </a:solidFill>
              </a:rPr>
              <a:t>545</a:t>
            </a:r>
          </a:p>
        </p:txBody>
      </p:sp>
      <p:sp>
        <p:nvSpPr>
          <p:cNvPr id="224" name="Rectangle 223"/>
          <p:cNvSpPr/>
          <p:nvPr/>
        </p:nvSpPr>
        <p:spPr>
          <a:xfrm>
            <a:off x="6752908" y="3703319"/>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TextBox 224"/>
          <p:cNvSpPr txBox="1"/>
          <p:nvPr/>
        </p:nvSpPr>
        <p:spPr>
          <a:xfrm>
            <a:off x="6789484" y="3730751"/>
            <a:ext cx="566928" cy="230832"/>
          </a:xfrm>
          <a:prstGeom prst="rect">
            <a:avLst/>
          </a:prstGeom>
          <a:noFill/>
        </p:spPr>
        <p:txBody>
          <a:bodyPr wrap="square">
            <a:spAutoFit/>
          </a:bodyPr>
          <a:lstStyle/>
          <a:p>
            <a:pPr algn="l"/>
            <a:r>
              <a:rPr sz="900">
                <a:solidFill>
                  <a:srgbClr val="333333"/>
                </a:solidFill>
              </a:rPr>
              <a:t>996</a:t>
            </a:r>
          </a:p>
        </p:txBody>
      </p:sp>
      <p:sp>
        <p:nvSpPr>
          <p:cNvPr id="226" name="Rectangle 225"/>
          <p:cNvSpPr/>
          <p:nvPr/>
        </p:nvSpPr>
        <p:spPr>
          <a:xfrm>
            <a:off x="7374700" y="3703319"/>
            <a:ext cx="542544"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TextBox 226"/>
          <p:cNvSpPr txBox="1"/>
          <p:nvPr/>
        </p:nvSpPr>
        <p:spPr>
          <a:xfrm>
            <a:off x="7411276" y="3730751"/>
            <a:ext cx="487680" cy="230832"/>
          </a:xfrm>
          <a:prstGeom prst="rect">
            <a:avLst/>
          </a:prstGeom>
          <a:noFill/>
        </p:spPr>
        <p:txBody>
          <a:bodyPr wrap="square">
            <a:spAutoFit/>
          </a:bodyPr>
          <a:lstStyle/>
          <a:p>
            <a:pPr algn="l"/>
            <a:r>
              <a:rPr sz="900">
                <a:solidFill>
                  <a:srgbClr val="333333"/>
                </a:solidFill>
              </a:rPr>
              <a:t>0.4s</a:t>
            </a:r>
          </a:p>
        </p:txBody>
      </p:sp>
      <p:sp>
        <p:nvSpPr>
          <p:cNvPr id="228" name="Rectangle 227"/>
          <p:cNvSpPr/>
          <p:nvPr/>
        </p:nvSpPr>
        <p:spPr>
          <a:xfrm>
            <a:off x="8045260" y="1426465"/>
            <a:ext cx="3642360" cy="260603"/>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TextBox 228"/>
          <p:cNvSpPr txBox="1"/>
          <p:nvPr/>
        </p:nvSpPr>
        <p:spPr>
          <a:xfrm>
            <a:off x="8081836" y="1463040"/>
            <a:ext cx="1115568" cy="230832"/>
          </a:xfrm>
          <a:prstGeom prst="rect">
            <a:avLst/>
          </a:prstGeom>
          <a:noFill/>
        </p:spPr>
        <p:txBody>
          <a:bodyPr wrap="square">
            <a:spAutoFit/>
          </a:bodyPr>
          <a:lstStyle/>
          <a:p>
            <a:pPr algn="l"/>
            <a:r>
              <a:rPr sz="900" b="1">
                <a:solidFill>
                  <a:srgbClr val="FFFFFF"/>
                </a:solidFill>
              </a:rPr>
              <a:t>Date</a:t>
            </a:r>
          </a:p>
        </p:txBody>
      </p:sp>
      <p:sp>
        <p:nvSpPr>
          <p:cNvPr id="230" name="TextBox 229"/>
          <p:cNvSpPr txBox="1"/>
          <p:nvPr/>
        </p:nvSpPr>
        <p:spPr>
          <a:xfrm>
            <a:off x="9252268" y="1463040"/>
            <a:ext cx="630936" cy="230832"/>
          </a:xfrm>
          <a:prstGeom prst="rect">
            <a:avLst/>
          </a:prstGeom>
          <a:noFill/>
        </p:spPr>
        <p:txBody>
          <a:bodyPr wrap="square">
            <a:spAutoFit/>
          </a:bodyPr>
          <a:lstStyle/>
          <a:p>
            <a:pPr algn="l"/>
            <a:r>
              <a:rPr sz="900" b="1">
                <a:solidFill>
                  <a:srgbClr val="FFFFFF"/>
                </a:solidFill>
              </a:rPr>
              <a:t>Inserts</a:t>
            </a:r>
          </a:p>
        </p:txBody>
      </p:sp>
      <p:sp>
        <p:nvSpPr>
          <p:cNvPr id="231" name="TextBox 230"/>
          <p:cNvSpPr txBox="1"/>
          <p:nvPr/>
        </p:nvSpPr>
        <p:spPr>
          <a:xfrm>
            <a:off x="9938068" y="1463040"/>
            <a:ext cx="566928" cy="230832"/>
          </a:xfrm>
          <a:prstGeom prst="rect">
            <a:avLst/>
          </a:prstGeom>
          <a:noFill/>
        </p:spPr>
        <p:txBody>
          <a:bodyPr wrap="square">
            <a:spAutoFit/>
          </a:bodyPr>
          <a:lstStyle/>
          <a:p>
            <a:pPr algn="l"/>
            <a:r>
              <a:rPr sz="900" b="1">
                <a:solidFill>
                  <a:srgbClr val="FFFFFF"/>
                </a:solidFill>
              </a:rPr>
              <a:t>Txns</a:t>
            </a:r>
          </a:p>
        </p:txBody>
      </p:sp>
      <p:sp>
        <p:nvSpPr>
          <p:cNvPr id="232" name="TextBox 231"/>
          <p:cNvSpPr txBox="1"/>
          <p:nvPr/>
        </p:nvSpPr>
        <p:spPr>
          <a:xfrm>
            <a:off x="10559860" y="1463040"/>
            <a:ext cx="566928" cy="369332"/>
          </a:xfrm>
          <a:prstGeom prst="rect">
            <a:avLst/>
          </a:prstGeom>
          <a:noFill/>
        </p:spPr>
        <p:txBody>
          <a:bodyPr wrap="square">
            <a:spAutoFit/>
          </a:bodyPr>
          <a:lstStyle/>
          <a:p>
            <a:pPr algn="l"/>
            <a:r>
              <a:rPr sz="900" b="1">
                <a:solidFill>
                  <a:srgbClr val="FFFFFF"/>
                </a:solidFill>
              </a:rPr>
              <a:t>Updates</a:t>
            </a:r>
          </a:p>
        </p:txBody>
      </p:sp>
      <p:sp>
        <p:nvSpPr>
          <p:cNvPr id="233" name="TextBox 232"/>
          <p:cNvSpPr txBox="1"/>
          <p:nvPr/>
        </p:nvSpPr>
        <p:spPr>
          <a:xfrm>
            <a:off x="11181652" y="1463040"/>
            <a:ext cx="487680" cy="230832"/>
          </a:xfrm>
          <a:prstGeom prst="rect">
            <a:avLst/>
          </a:prstGeom>
          <a:noFill/>
        </p:spPr>
        <p:txBody>
          <a:bodyPr wrap="square">
            <a:spAutoFit/>
          </a:bodyPr>
          <a:lstStyle/>
          <a:p>
            <a:pPr algn="l"/>
            <a:r>
              <a:rPr sz="900" b="1">
                <a:solidFill>
                  <a:srgbClr val="FFFFFF"/>
                </a:solidFill>
              </a:rPr>
              <a:t>Dur</a:t>
            </a:r>
          </a:p>
        </p:txBody>
      </p:sp>
      <p:sp>
        <p:nvSpPr>
          <p:cNvPr id="234" name="Rectangle 233"/>
          <p:cNvSpPr/>
          <p:nvPr/>
        </p:nvSpPr>
        <p:spPr>
          <a:xfrm>
            <a:off x="8045260" y="1687067"/>
            <a:ext cx="117043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TextBox 234"/>
          <p:cNvSpPr txBox="1"/>
          <p:nvPr/>
        </p:nvSpPr>
        <p:spPr>
          <a:xfrm>
            <a:off x="8081836" y="1714499"/>
            <a:ext cx="1115568" cy="230832"/>
          </a:xfrm>
          <a:prstGeom prst="rect">
            <a:avLst/>
          </a:prstGeom>
          <a:noFill/>
        </p:spPr>
        <p:txBody>
          <a:bodyPr wrap="square">
            <a:spAutoFit/>
          </a:bodyPr>
          <a:lstStyle/>
          <a:p>
            <a:pPr algn="l"/>
            <a:r>
              <a:rPr sz="900">
                <a:solidFill>
                  <a:srgbClr val="333333"/>
                </a:solidFill>
              </a:rPr>
              <a:t>2026-04-21</a:t>
            </a:r>
          </a:p>
        </p:txBody>
      </p:sp>
      <p:sp>
        <p:nvSpPr>
          <p:cNvPr id="236" name="Rectangle 235"/>
          <p:cNvSpPr/>
          <p:nvPr/>
        </p:nvSpPr>
        <p:spPr>
          <a:xfrm>
            <a:off x="9215692" y="1687067"/>
            <a:ext cx="685800"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TextBox 236"/>
          <p:cNvSpPr txBox="1"/>
          <p:nvPr/>
        </p:nvSpPr>
        <p:spPr>
          <a:xfrm>
            <a:off x="9252268" y="1714499"/>
            <a:ext cx="630936" cy="230832"/>
          </a:xfrm>
          <a:prstGeom prst="rect">
            <a:avLst/>
          </a:prstGeom>
          <a:noFill/>
        </p:spPr>
        <p:txBody>
          <a:bodyPr wrap="square">
            <a:spAutoFit/>
          </a:bodyPr>
          <a:lstStyle/>
          <a:p>
            <a:pPr algn="l"/>
            <a:r>
              <a:rPr sz="900">
                <a:solidFill>
                  <a:srgbClr val="333333"/>
                </a:solidFill>
              </a:rPr>
              <a:t>1,319</a:t>
            </a:r>
          </a:p>
        </p:txBody>
      </p:sp>
      <p:sp>
        <p:nvSpPr>
          <p:cNvPr id="238" name="Rectangle 237"/>
          <p:cNvSpPr/>
          <p:nvPr/>
        </p:nvSpPr>
        <p:spPr>
          <a:xfrm>
            <a:off x="9901492" y="1687067"/>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TextBox 238"/>
          <p:cNvSpPr txBox="1"/>
          <p:nvPr/>
        </p:nvSpPr>
        <p:spPr>
          <a:xfrm>
            <a:off x="9938068" y="1714499"/>
            <a:ext cx="566928" cy="230832"/>
          </a:xfrm>
          <a:prstGeom prst="rect">
            <a:avLst/>
          </a:prstGeom>
          <a:noFill/>
        </p:spPr>
        <p:txBody>
          <a:bodyPr wrap="square">
            <a:spAutoFit/>
          </a:bodyPr>
          <a:lstStyle/>
          <a:p>
            <a:pPr algn="l"/>
            <a:r>
              <a:rPr sz="900">
                <a:solidFill>
                  <a:srgbClr val="333333"/>
                </a:solidFill>
              </a:rPr>
              <a:t>622</a:t>
            </a:r>
          </a:p>
        </p:txBody>
      </p:sp>
      <p:sp>
        <p:nvSpPr>
          <p:cNvPr id="240" name="Rectangle 239"/>
          <p:cNvSpPr/>
          <p:nvPr/>
        </p:nvSpPr>
        <p:spPr>
          <a:xfrm>
            <a:off x="10523284" y="1687067"/>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TextBox 240"/>
          <p:cNvSpPr txBox="1"/>
          <p:nvPr/>
        </p:nvSpPr>
        <p:spPr>
          <a:xfrm>
            <a:off x="10559860" y="1714499"/>
            <a:ext cx="566928" cy="230832"/>
          </a:xfrm>
          <a:prstGeom prst="rect">
            <a:avLst/>
          </a:prstGeom>
          <a:noFill/>
        </p:spPr>
        <p:txBody>
          <a:bodyPr wrap="square">
            <a:spAutoFit/>
          </a:bodyPr>
          <a:lstStyle/>
          <a:p>
            <a:pPr algn="l"/>
            <a:r>
              <a:rPr sz="900">
                <a:solidFill>
                  <a:srgbClr val="333333"/>
                </a:solidFill>
              </a:rPr>
              <a:t>999</a:t>
            </a:r>
          </a:p>
        </p:txBody>
      </p:sp>
      <p:sp>
        <p:nvSpPr>
          <p:cNvPr id="242" name="Rectangle 241"/>
          <p:cNvSpPr/>
          <p:nvPr/>
        </p:nvSpPr>
        <p:spPr>
          <a:xfrm>
            <a:off x="11145076" y="1687067"/>
            <a:ext cx="542544"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TextBox 242"/>
          <p:cNvSpPr txBox="1"/>
          <p:nvPr/>
        </p:nvSpPr>
        <p:spPr>
          <a:xfrm>
            <a:off x="11181652" y="1714499"/>
            <a:ext cx="487680" cy="230832"/>
          </a:xfrm>
          <a:prstGeom prst="rect">
            <a:avLst/>
          </a:prstGeom>
          <a:noFill/>
        </p:spPr>
        <p:txBody>
          <a:bodyPr wrap="square">
            <a:spAutoFit/>
          </a:bodyPr>
          <a:lstStyle/>
          <a:p>
            <a:pPr algn="l"/>
            <a:r>
              <a:rPr sz="900">
                <a:solidFill>
                  <a:srgbClr val="333333"/>
                </a:solidFill>
              </a:rPr>
              <a:t>0.4s</a:t>
            </a:r>
          </a:p>
        </p:txBody>
      </p:sp>
      <p:sp>
        <p:nvSpPr>
          <p:cNvPr id="244" name="Rectangle 243"/>
          <p:cNvSpPr/>
          <p:nvPr/>
        </p:nvSpPr>
        <p:spPr>
          <a:xfrm>
            <a:off x="8045260" y="1911095"/>
            <a:ext cx="117043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TextBox 244"/>
          <p:cNvSpPr txBox="1"/>
          <p:nvPr/>
        </p:nvSpPr>
        <p:spPr>
          <a:xfrm>
            <a:off x="8081836" y="1938527"/>
            <a:ext cx="1115568" cy="230832"/>
          </a:xfrm>
          <a:prstGeom prst="rect">
            <a:avLst/>
          </a:prstGeom>
          <a:noFill/>
        </p:spPr>
        <p:txBody>
          <a:bodyPr wrap="square">
            <a:spAutoFit/>
          </a:bodyPr>
          <a:lstStyle/>
          <a:p>
            <a:pPr algn="l"/>
            <a:r>
              <a:rPr sz="900">
                <a:solidFill>
                  <a:srgbClr val="333333"/>
                </a:solidFill>
              </a:rPr>
              <a:t>2026-04-22</a:t>
            </a:r>
          </a:p>
        </p:txBody>
      </p:sp>
      <p:sp>
        <p:nvSpPr>
          <p:cNvPr id="246" name="Rectangle 245"/>
          <p:cNvSpPr/>
          <p:nvPr/>
        </p:nvSpPr>
        <p:spPr>
          <a:xfrm>
            <a:off x="9215692" y="1911095"/>
            <a:ext cx="685800"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TextBox 246"/>
          <p:cNvSpPr txBox="1"/>
          <p:nvPr/>
        </p:nvSpPr>
        <p:spPr>
          <a:xfrm>
            <a:off x="9252268" y="1938527"/>
            <a:ext cx="630936" cy="230832"/>
          </a:xfrm>
          <a:prstGeom prst="rect">
            <a:avLst/>
          </a:prstGeom>
          <a:noFill/>
        </p:spPr>
        <p:txBody>
          <a:bodyPr wrap="square">
            <a:spAutoFit/>
          </a:bodyPr>
          <a:lstStyle/>
          <a:p>
            <a:pPr algn="l"/>
            <a:r>
              <a:rPr sz="900">
                <a:solidFill>
                  <a:srgbClr val="333333"/>
                </a:solidFill>
              </a:rPr>
              <a:t>1,223</a:t>
            </a:r>
          </a:p>
        </p:txBody>
      </p:sp>
      <p:sp>
        <p:nvSpPr>
          <p:cNvPr id="248" name="Rectangle 247"/>
          <p:cNvSpPr/>
          <p:nvPr/>
        </p:nvSpPr>
        <p:spPr>
          <a:xfrm>
            <a:off x="9901492" y="1911095"/>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TextBox 248"/>
          <p:cNvSpPr txBox="1"/>
          <p:nvPr/>
        </p:nvSpPr>
        <p:spPr>
          <a:xfrm>
            <a:off x="9938068" y="1938527"/>
            <a:ext cx="566928" cy="230832"/>
          </a:xfrm>
          <a:prstGeom prst="rect">
            <a:avLst/>
          </a:prstGeom>
          <a:noFill/>
        </p:spPr>
        <p:txBody>
          <a:bodyPr wrap="square">
            <a:spAutoFit/>
          </a:bodyPr>
          <a:lstStyle/>
          <a:p>
            <a:pPr algn="l"/>
            <a:r>
              <a:rPr sz="900">
                <a:solidFill>
                  <a:srgbClr val="333333"/>
                </a:solidFill>
              </a:rPr>
              <a:t>576</a:t>
            </a:r>
          </a:p>
        </p:txBody>
      </p:sp>
      <p:sp>
        <p:nvSpPr>
          <p:cNvPr id="250" name="Rectangle 249"/>
          <p:cNvSpPr/>
          <p:nvPr/>
        </p:nvSpPr>
        <p:spPr>
          <a:xfrm>
            <a:off x="10523284" y="1911095"/>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TextBox 250"/>
          <p:cNvSpPr txBox="1"/>
          <p:nvPr/>
        </p:nvSpPr>
        <p:spPr>
          <a:xfrm>
            <a:off x="10559860" y="1938527"/>
            <a:ext cx="566928" cy="230832"/>
          </a:xfrm>
          <a:prstGeom prst="rect">
            <a:avLst/>
          </a:prstGeom>
          <a:noFill/>
        </p:spPr>
        <p:txBody>
          <a:bodyPr wrap="square">
            <a:spAutoFit/>
          </a:bodyPr>
          <a:lstStyle/>
          <a:p>
            <a:pPr algn="l"/>
            <a:r>
              <a:rPr sz="900">
                <a:solidFill>
                  <a:srgbClr val="333333"/>
                </a:solidFill>
              </a:rPr>
              <a:t>999</a:t>
            </a:r>
          </a:p>
        </p:txBody>
      </p:sp>
      <p:sp>
        <p:nvSpPr>
          <p:cNvPr id="252" name="Rectangle 251"/>
          <p:cNvSpPr/>
          <p:nvPr/>
        </p:nvSpPr>
        <p:spPr>
          <a:xfrm>
            <a:off x="11145076" y="1911095"/>
            <a:ext cx="542544"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TextBox 252"/>
          <p:cNvSpPr txBox="1"/>
          <p:nvPr/>
        </p:nvSpPr>
        <p:spPr>
          <a:xfrm>
            <a:off x="11181652" y="1938527"/>
            <a:ext cx="487680" cy="230832"/>
          </a:xfrm>
          <a:prstGeom prst="rect">
            <a:avLst/>
          </a:prstGeom>
          <a:noFill/>
        </p:spPr>
        <p:txBody>
          <a:bodyPr wrap="square">
            <a:spAutoFit/>
          </a:bodyPr>
          <a:lstStyle/>
          <a:p>
            <a:pPr algn="l"/>
            <a:r>
              <a:rPr sz="900">
                <a:solidFill>
                  <a:srgbClr val="333333"/>
                </a:solidFill>
              </a:rPr>
              <a:t>0.4s</a:t>
            </a:r>
          </a:p>
        </p:txBody>
      </p:sp>
      <p:sp>
        <p:nvSpPr>
          <p:cNvPr id="254" name="Rectangle 253"/>
          <p:cNvSpPr/>
          <p:nvPr/>
        </p:nvSpPr>
        <p:spPr>
          <a:xfrm>
            <a:off x="8045260" y="2135123"/>
            <a:ext cx="117043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TextBox 254"/>
          <p:cNvSpPr txBox="1"/>
          <p:nvPr/>
        </p:nvSpPr>
        <p:spPr>
          <a:xfrm>
            <a:off x="8081836" y="2162555"/>
            <a:ext cx="1115568" cy="230832"/>
          </a:xfrm>
          <a:prstGeom prst="rect">
            <a:avLst/>
          </a:prstGeom>
          <a:noFill/>
        </p:spPr>
        <p:txBody>
          <a:bodyPr wrap="square">
            <a:spAutoFit/>
          </a:bodyPr>
          <a:lstStyle/>
          <a:p>
            <a:pPr algn="l"/>
            <a:r>
              <a:rPr sz="900">
                <a:solidFill>
                  <a:srgbClr val="333333"/>
                </a:solidFill>
              </a:rPr>
              <a:t>2026-04-23</a:t>
            </a:r>
          </a:p>
        </p:txBody>
      </p:sp>
      <p:sp>
        <p:nvSpPr>
          <p:cNvPr id="256" name="Rectangle 255"/>
          <p:cNvSpPr/>
          <p:nvPr/>
        </p:nvSpPr>
        <p:spPr>
          <a:xfrm>
            <a:off x="9215692" y="2135123"/>
            <a:ext cx="685800"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TextBox 256"/>
          <p:cNvSpPr txBox="1"/>
          <p:nvPr/>
        </p:nvSpPr>
        <p:spPr>
          <a:xfrm>
            <a:off x="9252268" y="2162555"/>
            <a:ext cx="630936" cy="230832"/>
          </a:xfrm>
          <a:prstGeom prst="rect">
            <a:avLst/>
          </a:prstGeom>
          <a:noFill/>
        </p:spPr>
        <p:txBody>
          <a:bodyPr wrap="square">
            <a:spAutoFit/>
          </a:bodyPr>
          <a:lstStyle/>
          <a:p>
            <a:pPr algn="l"/>
            <a:r>
              <a:rPr sz="900">
                <a:solidFill>
                  <a:srgbClr val="333333"/>
                </a:solidFill>
              </a:rPr>
              <a:t>1,188</a:t>
            </a:r>
          </a:p>
        </p:txBody>
      </p:sp>
      <p:sp>
        <p:nvSpPr>
          <p:cNvPr id="258" name="Rectangle 257"/>
          <p:cNvSpPr/>
          <p:nvPr/>
        </p:nvSpPr>
        <p:spPr>
          <a:xfrm>
            <a:off x="9901492" y="2135123"/>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TextBox 258"/>
          <p:cNvSpPr txBox="1"/>
          <p:nvPr/>
        </p:nvSpPr>
        <p:spPr>
          <a:xfrm>
            <a:off x="9938068" y="2162555"/>
            <a:ext cx="566928" cy="230832"/>
          </a:xfrm>
          <a:prstGeom prst="rect">
            <a:avLst/>
          </a:prstGeom>
          <a:noFill/>
        </p:spPr>
        <p:txBody>
          <a:bodyPr wrap="square">
            <a:spAutoFit/>
          </a:bodyPr>
          <a:lstStyle/>
          <a:p>
            <a:pPr algn="l"/>
            <a:r>
              <a:rPr sz="900">
                <a:solidFill>
                  <a:srgbClr val="333333"/>
                </a:solidFill>
              </a:rPr>
              <a:t>565</a:t>
            </a:r>
          </a:p>
        </p:txBody>
      </p:sp>
      <p:sp>
        <p:nvSpPr>
          <p:cNvPr id="260" name="Rectangle 259"/>
          <p:cNvSpPr/>
          <p:nvPr/>
        </p:nvSpPr>
        <p:spPr>
          <a:xfrm>
            <a:off x="10523284" y="2135123"/>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TextBox 260"/>
          <p:cNvSpPr txBox="1"/>
          <p:nvPr/>
        </p:nvSpPr>
        <p:spPr>
          <a:xfrm>
            <a:off x="10559860" y="2162555"/>
            <a:ext cx="566928" cy="230832"/>
          </a:xfrm>
          <a:prstGeom prst="rect">
            <a:avLst/>
          </a:prstGeom>
          <a:noFill/>
        </p:spPr>
        <p:txBody>
          <a:bodyPr wrap="square">
            <a:spAutoFit/>
          </a:bodyPr>
          <a:lstStyle/>
          <a:p>
            <a:pPr algn="l"/>
            <a:r>
              <a:rPr sz="900">
                <a:solidFill>
                  <a:srgbClr val="333333"/>
                </a:solidFill>
              </a:rPr>
              <a:t>995</a:t>
            </a:r>
          </a:p>
        </p:txBody>
      </p:sp>
      <p:sp>
        <p:nvSpPr>
          <p:cNvPr id="262" name="Rectangle 261"/>
          <p:cNvSpPr/>
          <p:nvPr/>
        </p:nvSpPr>
        <p:spPr>
          <a:xfrm>
            <a:off x="11145076" y="2135123"/>
            <a:ext cx="542544"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TextBox 262"/>
          <p:cNvSpPr txBox="1"/>
          <p:nvPr/>
        </p:nvSpPr>
        <p:spPr>
          <a:xfrm>
            <a:off x="11181652" y="2162555"/>
            <a:ext cx="487680" cy="230832"/>
          </a:xfrm>
          <a:prstGeom prst="rect">
            <a:avLst/>
          </a:prstGeom>
          <a:noFill/>
        </p:spPr>
        <p:txBody>
          <a:bodyPr wrap="square">
            <a:spAutoFit/>
          </a:bodyPr>
          <a:lstStyle/>
          <a:p>
            <a:pPr algn="l"/>
            <a:r>
              <a:rPr sz="900">
                <a:solidFill>
                  <a:srgbClr val="333333"/>
                </a:solidFill>
              </a:rPr>
              <a:t>0.4s</a:t>
            </a:r>
          </a:p>
        </p:txBody>
      </p:sp>
      <p:sp>
        <p:nvSpPr>
          <p:cNvPr id="264" name="Rectangle 263"/>
          <p:cNvSpPr/>
          <p:nvPr/>
        </p:nvSpPr>
        <p:spPr>
          <a:xfrm>
            <a:off x="8045260" y="2359151"/>
            <a:ext cx="117043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264"/>
          <p:cNvSpPr txBox="1"/>
          <p:nvPr/>
        </p:nvSpPr>
        <p:spPr>
          <a:xfrm>
            <a:off x="8081836" y="2386583"/>
            <a:ext cx="1115568" cy="230832"/>
          </a:xfrm>
          <a:prstGeom prst="rect">
            <a:avLst/>
          </a:prstGeom>
          <a:noFill/>
        </p:spPr>
        <p:txBody>
          <a:bodyPr wrap="square">
            <a:spAutoFit/>
          </a:bodyPr>
          <a:lstStyle/>
          <a:p>
            <a:pPr algn="l"/>
            <a:r>
              <a:rPr sz="900">
                <a:solidFill>
                  <a:srgbClr val="333333"/>
                </a:solidFill>
              </a:rPr>
              <a:t>2026-04-24</a:t>
            </a:r>
          </a:p>
        </p:txBody>
      </p:sp>
      <p:sp>
        <p:nvSpPr>
          <p:cNvPr id="266" name="Rectangle 265"/>
          <p:cNvSpPr/>
          <p:nvPr/>
        </p:nvSpPr>
        <p:spPr>
          <a:xfrm>
            <a:off x="9215692" y="2359151"/>
            <a:ext cx="685800"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TextBox 266"/>
          <p:cNvSpPr txBox="1"/>
          <p:nvPr/>
        </p:nvSpPr>
        <p:spPr>
          <a:xfrm>
            <a:off x="9252268" y="2386583"/>
            <a:ext cx="630936" cy="230832"/>
          </a:xfrm>
          <a:prstGeom prst="rect">
            <a:avLst/>
          </a:prstGeom>
          <a:noFill/>
        </p:spPr>
        <p:txBody>
          <a:bodyPr wrap="square">
            <a:spAutoFit/>
          </a:bodyPr>
          <a:lstStyle/>
          <a:p>
            <a:pPr algn="l"/>
            <a:r>
              <a:rPr sz="900">
                <a:solidFill>
                  <a:srgbClr val="333333"/>
                </a:solidFill>
              </a:rPr>
              <a:t>1,195</a:t>
            </a:r>
          </a:p>
        </p:txBody>
      </p:sp>
      <p:sp>
        <p:nvSpPr>
          <p:cNvPr id="268" name="Rectangle 267"/>
          <p:cNvSpPr/>
          <p:nvPr/>
        </p:nvSpPr>
        <p:spPr>
          <a:xfrm>
            <a:off x="9901492" y="2359151"/>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268"/>
          <p:cNvSpPr txBox="1"/>
          <p:nvPr/>
        </p:nvSpPr>
        <p:spPr>
          <a:xfrm>
            <a:off x="9938068" y="2386583"/>
            <a:ext cx="566928" cy="230832"/>
          </a:xfrm>
          <a:prstGeom prst="rect">
            <a:avLst/>
          </a:prstGeom>
          <a:noFill/>
        </p:spPr>
        <p:txBody>
          <a:bodyPr wrap="square">
            <a:spAutoFit/>
          </a:bodyPr>
          <a:lstStyle/>
          <a:p>
            <a:pPr algn="l"/>
            <a:r>
              <a:rPr sz="900">
                <a:solidFill>
                  <a:srgbClr val="333333"/>
                </a:solidFill>
              </a:rPr>
              <a:t>552</a:t>
            </a:r>
          </a:p>
        </p:txBody>
      </p:sp>
      <p:sp>
        <p:nvSpPr>
          <p:cNvPr id="270" name="Rectangle 269"/>
          <p:cNvSpPr/>
          <p:nvPr/>
        </p:nvSpPr>
        <p:spPr>
          <a:xfrm>
            <a:off x="10523284" y="2359151"/>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TextBox 270"/>
          <p:cNvSpPr txBox="1"/>
          <p:nvPr/>
        </p:nvSpPr>
        <p:spPr>
          <a:xfrm>
            <a:off x="10559860" y="2386583"/>
            <a:ext cx="566928" cy="230832"/>
          </a:xfrm>
          <a:prstGeom prst="rect">
            <a:avLst/>
          </a:prstGeom>
          <a:noFill/>
        </p:spPr>
        <p:txBody>
          <a:bodyPr wrap="square">
            <a:spAutoFit/>
          </a:bodyPr>
          <a:lstStyle/>
          <a:p>
            <a:pPr algn="l"/>
            <a:r>
              <a:rPr sz="900">
                <a:solidFill>
                  <a:srgbClr val="333333"/>
                </a:solidFill>
              </a:rPr>
              <a:t>991</a:t>
            </a:r>
          </a:p>
        </p:txBody>
      </p:sp>
      <p:sp>
        <p:nvSpPr>
          <p:cNvPr id="272" name="Rectangle 271"/>
          <p:cNvSpPr/>
          <p:nvPr/>
        </p:nvSpPr>
        <p:spPr>
          <a:xfrm>
            <a:off x="11145076" y="2359151"/>
            <a:ext cx="542544"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TextBox 272"/>
          <p:cNvSpPr txBox="1"/>
          <p:nvPr/>
        </p:nvSpPr>
        <p:spPr>
          <a:xfrm>
            <a:off x="11181652" y="2386583"/>
            <a:ext cx="487680" cy="230832"/>
          </a:xfrm>
          <a:prstGeom prst="rect">
            <a:avLst/>
          </a:prstGeom>
          <a:noFill/>
        </p:spPr>
        <p:txBody>
          <a:bodyPr wrap="square">
            <a:spAutoFit/>
          </a:bodyPr>
          <a:lstStyle/>
          <a:p>
            <a:pPr algn="l"/>
            <a:r>
              <a:rPr sz="900">
                <a:solidFill>
                  <a:srgbClr val="333333"/>
                </a:solidFill>
              </a:rPr>
              <a:t>0.3s</a:t>
            </a:r>
          </a:p>
        </p:txBody>
      </p:sp>
      <p:sp>
        <p:nvSpPr>
          <p:cNvPr id="274" name="Rectangle 273"/>
          <p:cNvSpPr/>
          <p:nvPr/>
        </p:nvSpPr>
        <p:spPr>
          <a:xfrm>
            <a:off x="8045260" y="2583179"/>
            <a:ext cx="117043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TextBox 274"/>
          <p:cNvSpPr txBox="1"/>
          <p:nvPr/>
        </p:nvSpPr>
        <p:spPr>
          <a:xfrm>
            <a:off x="8081836" y="2610611"/>
            <a:ext cx="1115568" cy="230832"/>
          </a:xfrm>
          <a:prstGeom prst="rect">
            <a:avLst/>
          </a:prstGeom>
          <a:noFill/>
        </p:spPr>
        <p:txBody>
          <a:bodyPr wrap="square">
            <a:spAutoFit/>
          </a:bodyPr>
          <a:lstStyle/>
          <a:p>
            <a:pPr algn="l"/>
            <a:r>
              <a:rPr sz="900">
                <a:solidFill>
                  <a:srgbClr val="333333"/>
                </a:solidFill>
              </a:rPr>
              <a:t>2026-04-25</a:t>
            </a:r>
          </a:p>
        </p:txBody>
      </p:sp>
      <p:sp>
        <p:nvSpPr>
          <p:cNvPr id="276" name="Rectangle 275"/>
          <p:cNvSpPr/>
          <p:nvPr/>
        </p:nvSpPr>
        <p:spPr>
          <a:xfrm>
            <a:off x="9215692" y="2583179"/>
            <a:ext cx="685800"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TextBox 276"/>
          <p:cNvSpPr txBox="1"/>
          <p:nvPr/>
        </p:nvSpPr>
        <p:spPr>
          <a:xfrm>
            <a:off x="9252268" y="2610611"/>
            <a:ext cx="630936" cy="230832"/>
          </a:xfrm>
          <a:prstGeom prst="rect">
            <a:avLst/>
          </a:prstGeom>
          <a:noFill/>
        </p:spPr>
        <p:txBody>
          <a:bodyPr wrap="square">
            <a:spAutoFit/>
          </a:bodyPr>
          <a:lstStyle/>
          <a:p>
            <a:pPr algn="l"/>
            <a:r>
              <a:rPr sz="900">
                <a:solidFill>
                  <a:srgbClr val="333333"/>
                </a:solidFill>
              </a:rPr>
              <a:t>1,273</a:t>
            </a:r>
          </a:p>
        </p:txBody>
      </p:sp>
      <p:sp>
        <p:nvSpPr>
          <p:cNvPr id="278" name="Rectangle 277"/>
          <p:cNvSpPr/>
          <p:nvPr/>
        </p:nvSpPr>
        <p:spPr>
          <a:xfrm>
            <a:off x="9901492" y="2583179"/>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TextBox 278"/>
          <p:cNvSpPr txBox="1"/>
          <p:nvPr/>
        </p:nvSpPr>
        <p:spPr>
          <a:xfrm>
            <a:off x="9938068" y="2610611"/>
            <a:ext cx="566928" cy="230832"/>
          </a:xfrm>
          <a:prstGeom prst="rect">
            <a:avLst/>
          </a:prstGeom>
          <a:noFill/>
        </p:spPr>
        <p:txBody>
          <a:bodyPr wrap="square">
            <a:spAutoFit/>
          </a:bodyPr>
          <a:lstStyle/>
          <a:p>
            <a:pPr algn="l"/>
            <a:r>
              <a:rPr sz="900">
                <a:solidFill>
                  <a:srgbClr val="333333"/>
                </a:solidFill>
              </a:rPr>
              <a:t>601</a:t>
            </a:r>
          </a:p>
        </p:txBody>
      </p:sp>
      <p:sp>
        <p:nvSpPr>
          <p:cNvPr id="280" name="Rectangle 279"/>
          <p:cNvSpPr/>
          <p:nvPr/>
        </p:nvSpPr>
        <p:spPr>
          <a:xfrm>
            <a:off x="10523284" y="2583179"/>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TextBox 280"/>
          <p:cNvSpPr txBox="1"/>
          <p:nvPr/>
        </p:nvSpPr>
        <p:spPr>
          <a:xfrm>
            <a:off x="10559860" y="2610611"/>
            <a:ext cx="566928" cy="230832"/>
          </a:xfrm>
          <a:prstGeom prst="rect">
            <a:avLst/>
          </a:prstGeom>
          <a:noFill/>
        </p:spPr>
        <p:txBody>
          <a:bodyPr wrap="square">
            <a:spAutoFit/>
          </a:bodyPr>
          <a:lstStyle/>
          <a:p>
            <a:pPr algn="l"/>
            <a:r>
              <a:rPr sz="900">
                <a:solidFill>
                  <a:srgbClr val="333333"/>
                </a:solidFill>
              </a:rPr>
              <a:t>992</a:t>
            </a:r>
          </a:p>
        </p:txBody>
      </p:sp>
      <p:sp>
        <p:nvSpPr>
          <p:cNvPr id="282" name="Rectangle 281"/>
          <p:cNvSpPr/>
          <p:nvPr/>
        </p:nvSpPr>
        <p:spPr>
          <a:xfrm>
            <a:off x="11145076" y="2583179"/>
            <a:ext cx="542544"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TextBox 282"/>
          <p:cNvSpPr txBox="1"/>
          <p:nvPr/>
        </p:nvSpPr>
        <p:spPr>
          <a:xfrm>
            <a:off x="11181652" y="2610611"/>
            <a:ext cx="487680" cy="230832"/>
          </a:xfrm>
          <a:prstGeom prst="rect">
            <a:avLst/>
          </a:prstGeom>
          <a:noFill/>
        </p:spPr>
        <p:txBody>
          <a:bodyPr wrap="square">
            <a:spAutoFit/>
          </a:bodyPr>
          <a:lstStyle/>
          <a:p>
            <a:pPr algn="l"/>
            <a:r>
              <a:rPr sz="900">
                <a:solidFill>
                  <a:srgbClr val="333333"/>
                </a:solidFill>
              </a:rPr>
              <a:t>0.3s</a:t>
            </a:r>
          </a:p>
        </p:txBody>
      </p:sp>
      <p:sp>
        <p:nvSpPr>
          <p:cNvPr id="284" name="Rectangle 283"/>
          <p:cNvSpPr/>
          <p:nvPr/>
        </p:nvSpPr>
        <p:spPr>
          <a:xfrm>
            <a:off x="8045260" y="2807207"/>
            <a:ext cx="117043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TextBox 284"/>
          <p:cNvSpPr txBox="1"/>
          <p:nvPr/>
        </p:nvSpPr>
        <p:spPr>
          <a:xfrm>
            <a:off x="8081836" y="2834639"/>
            <a:ext cx="1115568" cy="230832"/>
          </a:xfrm>
          <a:prstGeom prst="rect">
            <a:avLst/>
          </a:prstGeom>
          <a:noFill/>
        </p:spPr>
        <p:txBody>
          <a:bodyPr wrap="square">
            <a:spAutoFit/>
          </a:bodyPr>
          <a:lstStyle/>
          <a:p>
            <a:pPr algn="l"/>
            <a:r>
              <a:rPr sz="900">
                <a:solidFill>
                  <a:srgbClr val="333333"/>
                </a:solidFill>
              </a:rPr>
              <a:t>2026-04-26</a:t>
            </a:r>
          </a:p>
        </p:txBody>
      </p:sp>
      <p:sp>
        <p:nvSpPr>
          <p:cNvPr id="286" name="Rectangle 285"/>
          <p:cNvSpPr/>
          <p:nvPr/>
        </p:nvSpPr>
        <p:spPr>
          <a:xfrm>
            <a:off x="9215692" y="2807207"/>
            <a:ext cx="685800"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TextBox 286"/>
          <p:cNvSpPr txBox="1"/>
          <p:nvPr/>
        </p:nvSpPr>
        <p:spPr>
          <a:xfrm>
            <a:off x="9252268" y="2834639"/>
            <a:ext cx="630936" cy="230832"/>
          </a:xfrm>
          <a:prstGeom prst="rect">
            <a:avLst/>
          </a:prstGeom>
          <a:noFill/>
        </p:spPr>
        <p:txBody>
          <a:bodyPr wrap="square">
            <a:spAutoFit/>
          </a:bodyPr>
          <a:lstStyle/>
          <a:p>
            <a:pPr algn="l"/>
            <a:r>
              <a:rPr sz="900">
                <a:solidFill>
                  <a:srgbClr val="333333"/>
                </a:solidFill>
              </a:rPr>
              <a:t>1,285</a:t>
            </a:r>
          </a:p>
        </p:txBody>
      </p:sp>
      <p:sp>
        <p:nvSpPr>
          <p:cNvPr id="288" name="Rectangle 287"/>
          <p:cNvSpPr/>
          <p:nvPr/>
        </p:nvSpPr>
        <p:spPr>
          <a:xfrm>
            <a:off x="9901492" y="2807207"/>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TextBox 288"/>
          <p:cNvSpPr txBox="1"/>
          <p:nvPr/>
        </p:nvSpPr>
        <p:spPr>
          <a:xfrm>
            <a:off x="9938068" y="2834639"/>
            <a:ext cx="566928" cy="230832"/>
          </a:xfrm>
          <a:prstGeom prst="rect">
            <a:avLst/>
          </a:prstGeom>
          <a:noFill/>
        </p:spPr>
        <p:txBody>
          <a:bodyPr wrap="square">
            <a:spAutoFit/>
          </a:bodyPr>
          <a:lstStyle/>
          <a:p>
            <a:pPr algn="l"/>
            <a:r>
              <a:rPr sz="900">
                <a:solidFill>
                  <a:srgbClr val="333333"/>
                </a:solidFill>
              </a:rPr>
              <a:t>607</a:t>
            </a:r>
          </a:p>
        </p:txBody>
      </p:sp>
      <p:sp>
        <p:nvSpPr>
          <p:cNvPr id="290" name="Rectangle 289"/>
          <p:cNvSpPr/>
          <p:nvPr/>
        </p:nvSpPr>
        <p:spPr>
          <a:xfrm>
            <a:off x="10523284" y="2807207"/>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 name="TextBox 290"/>
          <p:cNvSpPr txBox="1"/>
          <p:nvPr/>
        </p:nvSpPr>
        <p:spPr>
          <a:xfrm>
            <a:off x="10559860" y="2834639"/>
            <a:ext cx="566928" cy="230832"/>
          </a:xfrm>
          <a:prstGeom prst="rect">
            <a:avLst/>
          </a:prstGeom>
          <a:noFill/>
        </p:spPr>
        <p:txBody>
          <a:bodyPr wrap="square">
            <a:spAutoFit/>
          </a:bodyPr>
          <a:lstStyle/>
          <a:p>
            <a:pPr algn="l"/>
            <a:r>
              <a:rPr sz="900">
                <a:solidFill>
                  <a:srgbClr val="333333"/>
                </a:solidFill>
              </a:rPr>
              <a:t>988</a:t>
            </a:r>
          </a:p>
        </p:txBody>
      </p:sp>
      <p:sp>
        <p:nvSpPr>
          <p:cNvPr id="292" name="Rectangle 291"/>
          <p:cNvSpPr/>
          <p:nvPr/>
        </p:nvSpPr>
        <p:spPr>
          <a:xfrm>
            <a:off x="11145076" y="2807207"/>
            <a:ext cx="542544"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TextBox 292"/>
          <p:cNvSpPr txBox="1"/>
          <p:nvPr/>
        </p:nvSpPr>
        <p:spPr>
          <a:xfrm>
            <a:off x="11181652" y="2834639"/>
            <a:ext cx="487680" cy="230832"/>
          </a:xfrm>
          <a:prstGeom prst="rect">
            <a:avLst/>
          </a:prstGeom>
          <a:noFill/>
        </p:spPr>
        <p:txBody>
          <a:bodyPr wrap="square">
            <a:spAutoFit/>
          </a:bodyPr>
          <a:lstStyle/>
          <a:p>
            <a:pPr algn="l"/>
            <a:r>
              <a:rPr sz="900">
                <a:solidFill>
                  <a:srgbClr val="333333"/>
                </a:solidFill>
              </a:rPr>
              <a:t>0.4s</a:t>
            </a:r>
          </a:p>
        </p:txBody>
      </p:sp>
      <p:sp>
        <p:nvSpPr>
          <p:cNvPr id="294" name="Rectangle 293"/>
          <p:cNvSpPr/>
          <p:nvPr/>
        </p:nvSpPr>
        <p:spPr>
          <a:xfrm>
            <a:off x="8045260" y="3031235"/>
            <a:ext cx="117043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TextBox 294"/>
          <p:cNvSpPr txBox="1"/>
          <p:nvPr/>
        </p:nvSpPr>
        <p:spPr>
          <a:xfrm>
            <a:off x="8081836" y="3058667"/>
            <a:ext cx="1115568" cy="230832"/>
          </a:xfrm>
          <a:prstGeom prst="rect">
            <a:avLst/>
          </a:prstGeom>
          <a:noFill/>
        </p:spPr>
        <p:txBody>
          <a:bodyPr wrap="square">
            <a:spAutoFit/>
          </a:bodyPr>
          <a:lstStyle/>
          <a:p>
            <a:pPr algn="l"/>
            <a:r>
              <a:rPr sz="900">
                <a:solidFill>
                  <a:srgbClr val="333333"/>
                </a:solidFill>
              </a:rPr>
              <a:t>2026-04-27</a:t>
            </a:r>
          </a:p>
        </p:txBody>
      </p:sp>
      <p:sp>
        <p:nvSpPr>
          <p:cNvPr id="296" name="Rectangle 295"/>
          <p:cNvSpPr/>
          <p:nvPr/>
        </p:nvSpPr>
        <p:spPr>
          <a:xfrm>
            <a:off x="9215692" y="3031235"/>
            <a:ext cx="685800"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 name="TextBox 296"/>
          <p:cNvSpPr txBox="1"/>
          <p:nvPr/>
        </p:nvSpPr>
        <p:spPr>
          <a:xfrm>
            <a:off x="9252268" y="3058667"/>
            <a:ext cx="630936" cy="230832"/>
          </a:xfrm>
          <a:prstGeom prst="rect">
            <a:avLst/>
          </a:prstGeom>
          <a:noFill/>
        </p:spPr>
        <p:txBody>
          <a:bodyPr wrap="square">
            <a:spAutoFit/>
          </a:bodyPr>
          <a:lstStyle/>
          <a:p>
            <a:pPr algn="l"/>
            <a:r>
              <a:rPr sz="900">
                <a:solidFill>
                  <a:srgbClr val="333333"/>
                </a:solidFill>
              </a:rPr>
              <a:t>1,228</a:t>
            </a:r>
          </a:p>
        </p:txBody>
      </p:sp>
      <p:sp>
        <p:nvSpPr>
          <p:cNvPr id="298" name="Rectangle 297"/>
          <p:cNvSpPr/>
          <p:nvPr/>
        </p:nvSpPr>
        <p:spPr>
          <a:xfrm>
            <a:off x="9901492" y="3031235"/>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TextBox 298"/>
          <p:cNvSpPr txBox="1"/>
          <p:nvPr/>
        </p:nvSpPr>
        <p:spPr>
          <a:xfrm>
            <a:off x="9938068" y="3058667"/>
            <a:ext cx="566928" cy="230832"/>
          </a:xfrm>
          <a:prstGeom prst="rect">
            <a:avLst/>
          </a:prstGeom>
          <a:noFill/>
        </p:spPr>
        <p:txBody>
          <a:bodyPr wrap="square">
            <a:spAutoFit/>
          </a:bodyPr>
          <a:lstStyle/>
          <a:p>
            <a:pPr algn="l"/>
            <a:r>
              <a:rPr sz="900">
                <a:solidFill>
                  <a:srgbClr val="333333"/>
                </a:solidFill>
              </a:rPr>
              <a:t>576</a:t>
            </a:r>
          </a:p>
        </p:txBody>
      </p:sp>
      <p:sp>
        <p:nvSpPr>
          <p:cNvPr id="300" name="Rectangle 299"/>
          <p:cNvSpPr/>
          <p:nvPr/>
        </p:nvSpPr>
        <p:spPr>
          <a:xfrm>
            <a:off x="10523284" y="3031235"/>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TextBox 300"/>
          <p:cNvSpPr txBox="1"/>
          <p:nvPr/>
        </p:nvSpPr>
        <p:spPr>
          <a:xfrm>
            <a:off x="10559860" y="3058667"/>
            <a:ext cx="566928" cy="230832"/>
          </a:xfrm>
          <a:prstGeom prst="rect">
            <a:avLst/>
          </a:prstGeom>
          <a:noFill/>
        </p:spPr>
        <p:txBody>
          <a:bodyPr wrap="square">
            <a:spAutoFit/>
          </a:bodyPr>
          <a:lstStyle/>
          <a:p>
            <a:pPr algn="l"/>
            <a:r>
              <a:rPr sz="900">
                <a:solidFill>
                  <a:srgbClr val="333333"/>
                </a:solidFill>
              </a:rPr>
              <a:t>994</a:t>
            </a:r>
          </a:p>
        </p:txBody>
      </p:sp>
      <p:sp>
        <p:nvSpPr>
          <p:cNvPr id="302" name="Rectangle 301"/>
          <p:cNvSpPr/>
          <p:nvPr/>
        </p:nvSpPr>
        <p:spPr>
          <a:xfrm>
            <a:off x="11145076" y="3031235"/>
            <a:ext cx="542544"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TextBox 302"/>
          <p:cNvSpPr txBox="1"/>
          <p:nvPr/>
        </p:nvSpPr>
        <p:spPr>
          <a:xfrm>
            <a:off x="11181652" y="3058667"/>
            <a:ext cx="487680" cy="230832"/>
          </a:xfrm>
          <a:prstGeom prst="rect">
            <a:avLst/>
          </a:prstGeom>
          <a:noFill/>
        </p:spPr>
        <p:txBody>
          <a:bodyPr wrap="square">
            <a:spAutoFit/>
          </a:bodyPr>
          <a:lstStyle/>
          <a:p>
            <a:pPr algn="l"/>
            <a:r>
              <a:rPr sz="900">
                <a:solidFill>
                  <a:srgbClr val="333333"/>
                </a:solidFill>
              </a:rPr>
              <a:t>0.4s</a:t>
            </a:r>
          </a:p>
        </p:txBody>
      </p:sp>
      <p:sp>
        <p:nvSpPr>
          <p:cNvPr id="304" name="Rectangle 303"/>
          <p:cNvSpPr/>
          <p:nvPr/>
        </p:nvSpPr>
        <p:spPr>
          <a:xfrm>
            <a:off x="8045260" y="3255263"/>
            <a:ext cx="117043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TextBox 304"/>
          <p:cNvSpPr txBox="1"/>
          <p:nvPr/>
        </p:nvSpPr>
        <p:spPr>
          <a:xfrm>
            <a:off x="8081836" y="3282695"/>
            <a:ext cx="1115568" cy="230832"/>
          </a:xfrm>
          <a:prstGeom prst="rect">
            <a:avLst/>
          </a:prstGeom>
          <a:noFill/>
        </p:spPr>
        <p:txBody>
          <a:bodyPr wrap="square">
            <a:spAutoFit/>
          </a:bodyPr>
          <a:lstStyle/>
          <a:p>
            <a:pPr algn="l"/>
            <a:r>
              <a:rPr sz="900">
                <a:solidFill>
                  <a:srgbClr val="333333"/>
                </a:solidFill>
              </a:rPr>
              <a:t>2026-04-28</a:t>
            </a:r>
          </a:p>
        </p:txBody>
      </p:sp>
      <p:sp>
        <p:nvSpPr>
          <p:cNvPr id="306" name="Rectangle 305"/>
          <p:cNvSpPr/>
          <p:nvPr/>
        </p:nvSpPr>
        <p:spPr>
          <a:xfrm>
            <a:off x="9215692" y="3255263"/>
            <a:ext cx="685800"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 name="TextBox 306"/>
          <p:cNvSpPr txBox="1"/>
          <p:nvPr/>
        </p:nvSpPr>
        <p:spPr>
          <a:xfrm>
            <a:off x="9252268" y="3282695"/>
            <a:ext cx="630936" cy="230832"/>
          </a:xfrm>
          <a:prstGeom prst="rect">
            <a:avLst/>
          </a:prstGeom>
          <a:noFill/>
        </p:spPr>
        <p:txBody>
          <a:bodyPr wrap="square">
            <a:spAutoFit/>
          </a:bodyPr>
          <a:lstStyle/>
          <a:p>
            <a:pPr algn="l"/>
            <a:r>
              <a:rPr sz="900">
                <a:solidFill>
                  <a:srgbClr val="333333"/>
                </a:solidFill>
              </a:rPr>
              <a:t>1,187</a:t>
            </a:r>
          </a:p>
        </p:txBody>
      </p:sp>
      <p:sp>
        <p:nvSpPr>
          <p:cNvPr id="308" name="Rectangle 307"/>
          <p:cNvSpPr/>
          <p:nvPr/>
        </p:nvSpPr>
        <p:spPr>
          <a:xfrm>
            <a:off x="9901492" y="3255263"/>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TextBox 308"/>
          <p:cNvSpPr txBox="1"/>
          <p:nvPr/>
        </p:nvSpPr>
        <p:spPr>
          <a:xfrm>
            <a:off x="9938068" y="3282695"/>
            <a:ext cx="566928" cy="230832"/>
          </a:xfrm>
          <a:prstGeom prst="rect">
            <a:avLst/>
          </a:prstGeom>
          <a:noFill/>
        </p:spPr>
        <p:txBody>
          <a:bodyPr wrap="square">
            <a:spAutoFit/>
          </a:bodyPr>
          <a:lstStyle/>
          <a:p>
            <a:pPr algn="l"/>
            <a:r>
              <a:rPr sz="900">
                <a:solidFill>
                  <a:srgbClr val="333333"/>
                </a:solidFill>
              </a:rPr>
              <a:t>553</a:t>
            </a:r>
          </a:p>
        </p:txBody>
      </p:sp>
      <p:sp>
        <p:nvSpPr>
          <p:cNvPr id="310" name="Rectangle 309"/>
          <p:cNvSpPr/>
          <p:nvPr/>
        </p:nvSpPr>
        <p:spPr>
          <a:xfrm>
            <a:off x="10523284" y="3255263"/>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TextBox 310"/>
          <p:cNvSpPr txBox="1"/>
          <p:nvPr/>
        </p:nvSpPr>
        <p:spPr>
          <a:xfrm>
            <a:off x="10559860" y="3282695"/>
            <a:ext cx="566928" cy="230832"/>
          </a:xfrm>
          <a:prstGeom prst="rect">
            <a:avLst/>
          </a:prstGeom>
          <a:noFill/>
        </p:spPr>
        <p:txBody>
          <a:bodyPr wrap="square">
            <a:spAutoFit/>
          </a:bodyPr>
          <a:lstStyle/>
          <a:p>
            <a:pPr algn="l"/>
            <a:r>
              <a:rPr sz="900">
                <a:solidFill>
                  <a:srgbClr val="333333"/>
                </a:solidFill>
              </a:rPr>
              <a:t>994</a:t>
            </a:r>
          </a:p>
        </p:txBody>
      </p:sp>
      <p:sp>
        <p:nvSpPr>
          <p:cNvPr id="312" name="Rectangle 311"/>
          <p:cNvSpPr/>
          <p:nvPr/>
        </p:nvSpPr>
        <p:spPr>
          <a:xfrm>
            <a:off x="11145076" y="3255263"/>
            <a:ext cx="542544"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TextBox 312"/>
          <p:cNvSpPr txBox="1"/>
          <p:nvPr/>
        </p:nvSpPr>
        <p:spPr>
          <a:xfrm>
            <a:off x="11181652" y="3282695"/>
            <a:ext cx="487680" cy="230832"/>
          </a:xfrm>
          <a:prstGeom prst="rect">
            <a:avLst/>
          </a:prstGeom>
          <a:noFill/>
        </p:spPr>
        <p:txBody>
          <a:bodyPr wrap="square">
            <a:spAutoFit/>
          </a:bodyPr>
          <a:lstStyle/>
          <a:p>
            <a:pPr algn="l"/>
            <a:r>
              <a:rPr sz="900">
                <a:solidFill>
                  <a:srgbClr val="333333"/>
                </a:solidFill>
              </a:rPr>
              <a:t>0.4s</a:t>
            </a:r>
          </a:p>
        </p:txBody>
      </p:sp>
      <p:sp>
        <p:nvSpPr>
          <p:cNvPr id="314" name="Rectangle 313"/>
          <p:cNvSpPr/>
          <p:nvPr/>
        </p:nvSpPr>
        <p:spPr>
          <a:xfrm>
            <a:off x="8045260" y="3479291"/>
            <a:ext cx="117043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TextBox 314"/>
          <p:cNvSpPr txBox="1"/>
          <p:nvPr/>
        </p:nvSpPr>
        <p:spPr>
          <a:xfrm>
            <a:off x="8081836" y="3506723"/>
            <a:ext cx="1115568" cy="230832"/>
          </a:xfrm>
          <a:prstGeom prst="rect">
            <a:avLst/>
          </a:prstGeom>
          <a:noFill/>
        </p:spPr>
        <p:txBody>
          <a:bodyPr wrap="square">
            <a:spAutoFit/>
          </a:bodyPr>
          <a:lstStyle/>
          <a:p>
            <a:pPr algn="l"/>
            <a:r>
              <a:rPr sz="900">
                <a:solidFill>
                  <a:srgbClr val="333333"/>
                </a:solidFill>
              </a:rPr>
              <a:t>2026-04-29</a:t>
            </a:r>
          </a:p>
        </p:txBody>
      </p:sp>
      <p:sp>
        <p:nvSpPr>
          <p:cNvPr id="316" name="Rectangle 315"/>
          <p:cNvSpPr/>
          <p:nvPr/>
        </p:nvSpPr>
        <p:spPr>
          <a:xfrm>
            <a:off x="9215692" y="3479291"/>
            <a:ext cx="685800"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TextBox 316"/>
          <p:cNvSpPr txBox="1"/>
          <p:nvPr/>
        </p:nvSpPr>
        <p:spPr>
          <a:xfrm>
            <a:off x="9252268" y="3506723"/>
            <a:ext cx="630936" cy="230832"/>
          </a:xfrm>
          <a:prstGeom prst="rect">
            <a:avLst/>
          </a:prstGeom>
          <a:noFill/>
        </p:spPr>
        <p:txBody>
          <a:bodyPr wrap="square">
            <a:spAutoFit/>
          </a:bodyPr>
          <a:lstStyle/>
          <a:p>
            <a:pPr algn="l"/>
            <a:r>
              <a:rPr sz="900">
                <a:solidFill>
                  <a:srgbClr val="333333"/>
                </a:solidFill>
              </a:rPr>
              <a:t>1,289</a:t>
            </a:r>
          </a:p>
        </p:txBody>
      </p:sp>
      <p:sp>
        <p:nvSpPr>
          <p:cNvPr id="318" name="Rectangle 317"/>
          <p:cNvSpPr/>
          <p:nvPr/>
        </p:nvSpPr>
        <p:spPr>
          <a:xfrm>
            <a:off x="9901492" y="3479291"/>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TextBox 318"/>
          <p:cNvSpPr txBox="1"/>
          <p:nvPr/>
        </p:nvSpPr>
        <p:spPr>
          <a:xfrm>
            <a:off x="9938068" y="3506723"/>
            <a:ext cx="566928" cy="230832"/>
          </a:xfrm>
          <a:prstGeom prst="rect">
            <a:avLst/>
          </a:prstGeom>
          <a:noFill/>
        </p:spPr>
        <p:txBody>
          <a:bodyPr wrap="square">
            <a:spAutoFit/>
          </a:bodyPr>
          <a:lstStyle/>
          <a:p>
            <a:pPr algn="l"/>
            <a:r>
              <a:rPr sz="900">
                <a:solidFill>
                  <a:srgbClr val="333333"/>
                </a:solidFill>
              </a:rPr>
              <a:t>621</a:t>
            </a:r>
          </a:p>
        </p:txBody>
      </p:sp>
      <p:sp>
        <p:nvSpPr>
          <p:cNvPr id="320" name="Rectangle 319"/>
          <p:cNvSpPr/>
          <p:nvPr/>
        </p:nvSpPr>
        <p:spPr>
          <a:xfrm>
            <a:off x="10523284" y="3479291"/>
            <a:ext cx="621792"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TextBox 320"/>
          <p:cNvSpPr txBox="1"/>
          <p:nvPr/>
        </p:nvSpPr>
        <p:spPr>
          <a:xfrm>
            <a:off x="10559860" y="3506723"/>
            <a:ext cx="566928" cy="230832"/>
          </a:xfrm>
          <a:prstGeom prst="rect">
            <a:avLst/>
          </a:prstGeom>
          <a:noFill/>
        </p:spPr>
        <p:txBody>
          <a:bodyPr wrap="square">
            <a:spAutoFit/>
          </a:bodyPr>
          <a:lstStyle/>
          <a:p>
            <a:pPr algn="l"/>
            <a:r>
              <a:rPr sz="900">
                <a:solidFill>
                  <a:srgbClr val="333333"/>
                </a:solidFill>
              </a:rPr>
              <a:t>995</a:t>
            </a:r>
          </a:p>
        </p:txBody>
      </p:sp>
      <p:sp>
        <p:nvSpPr>
          <p:cNvPr id="322" name="Rectangle 321"/>
          <p:cNvSpPr/>
          <p:nvPr/>
        </p:nvSpPr>
        <p:spPr>
          <a:xfrm>
            <a:off x="11145076" y="3479291"/>
            <a:ext cx="542544" cy="2240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TextBox 322"/>
          <p:cNvSpPr txBox="1"/>
          <p:nvPr/>
        </p:nvSpPr>
        <p:spPr>
          <a:xfrm>
            <a:off x="11181652" y="3506723"/>
            <a:ext cx="487680" cy="230832"/>
          </a:xfrm>
          <a:prstGeom prst="rect">
            <a:avLst/>
          </a:prstGeom>
          <a:noFill/>
        </p:spPr>
        <p:txBody>
          <a:bodyPr wrap="square">
            <a:spAutoFit/>
          </a:bodyPr>
          <a:lstStyle/>
          <a:p>
            <a:pPr algn="l"/>
            <a:r>
              <a:rPr sz="900">
                <a:solidFill>
                  <a:srgbClr val="333333"/>
                </a:solidFill>
              </a:rPr>
              <a:t>0.4s</a:t>
            </a:r>
          </a:p>
        </p:txBody>
      </p:sp>
      <p:sp>
        <p:nvSpPr>
          <p:cNvPr id="324" name="Rectangle 323"/>
          <p:cNvSpPr/>
          <p:nvPr/>
        </p:nvSpPr>
        <p:spPr>
          <a:xfrm>
            <a:off x="8045260" y="3703319"/>
            <a:ext cx="117043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TextBox 324"/>
          <p:cNvSpPr txBox="1"/>
          <p:nvPr/>
        </p:nvSpPr>
        <p:spPr>
          <a:xfrm>
            <a:off x="8081836" y="3730751"/>
            <a:ext cx="1115568" cy="230832"/>
          </a:xfrm>
          <a:prstGeom prst="rect">
            <a:avLst/>
          </a:prstGeom>
          <a:noFill/>
        </p:spPr>
        <p:txBody>
          <a:bodyPr wrap="square">
            <a:spAutoFit/>
          </a:bodyPr>
          <a:lstStyle/>
          <a:p>
            <a:pPr algn="l"/>
            <a:r>
              <a:rPr sz="900">
                <a:solidFill>
                  <a:srgbClr val="333333"/>
                </a:solidFill>
              </a:rPr>
              <a:t>2026-04-30</a:t>
            </a:r>
          </a:p>
        </p:txBody>
      </p:sp>
      <p:sp>
        <p:nvSpPr>
          <p:cNvPr id="326" name="Rectangle 325"/>
          <p:cNvSpPr/>
          <p:nvPr/>
        </p:nvSpPr>
        <p:spPr>
          <a:xfrm>
            <a:off x="9215692" y="3703319"/>
            <a:ext cx="685800"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TextBox 326"/>
          <p:cNvSpPr txBox="1"/>
          <p:nvPr/>
        </p:nvSpPr>
        <p:spPr>
          <a:xfrm>
            <a:off x="9252268" y="3730751"/>
            <a:ext cx="630936" cy="230832"/>
          </a:xfrm>
          <a:prstGeom prst="rect">
            <a:avLst/>
          </a:prstGeom>
          <a:noFill/>
        </p:spPr>
        <p:txBody>
          <a:bodyPr wrap="square">
            <a:spAutoFit/>
          </a:bodyPr>
          <a:lstStyle/>
          <a:p>
            <a:pPr algn="l"/>
            <a:r>
              <a:rPr sz="900">
                <a:solidFill>
                  <a:srgbClr val="333333"/>
                </a:solidFill>
              </a:rPr>
              <a:t>1,191</a:t>
            </a:r>
          </a:p>
        </p:txBody>
      </p:sp>
      <p:sp>
        <p:nvSpPr>
          <p:cNvPr id="328" name="Rectangle 327"/>
          <p:cNvSpPr/>
          <p:nvPr/>
        </p:nvSpPr>
        <p:spPr>
          <a:xfrm>
            <a:off x="9901492" y="3703319"/>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TextBox 328"/>
          <p:cNvSpPr txBox="1"/>
          <p:nvPr/>
        </p:nvSpPr>
        <p:spPr>
          <a:xfrm>
            <a:off x="9938068" y="3730751"/>
            <a:ext cx="566928" cy="230832"/>
          </a:xfrm>
          <a:prstGeom prst="rect">
            <a:avLst/>
          </a:prstGeom>
          <a:noFill/>
        </p:spPr>
        <p:txBody>
          <a:bodyPr wrap="square">
            <a:spAutoFit/>
          </a:bodyPr>
          <a:lstStyle/>
          <a:p>
            <a:pPr algn="l"/>
            <a:r>
              <a:rPr sz="900">
                <a:solidFill>
                  <a:srgbClr val="333333"/>
                </a:solidFill>
              </a:rPr>
              <a:t>568</a:t>
            </a:r>
          </a:p>
        </p:txBody>
      </p:sp>
      <p:sp>
        <p:nvSpPr>
          <p:cNvPr id="330" name="Rectangle 329"/>
          <p:cNvSpPr/>
          <p:nvPr/>
        </p:nvSpPr>
        <p:spPr>
          <a:xfrm>
            <a:off x="10523284" y="3703319"/>
            <a:ext cx="621792"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TextBox 330"/>
          <p:cNvSpPr txBox="1"/>
          <p:nvPr/>
        </p:nvSpPr>
        <p:spPr>
          <a:xfrm>
            <a:off x="10559860" y="3730751"/>
            <a:ext cx="566928" cy="230832"/>
          </a:xfrm>
          <a:prstGeom prst="rect">
            <a:avLst/>
          </a:prstGeom>
          <a:noFill/>
        </p:spPr>
        <p:txBody>
          <a:bodyPr wrap="square">
            <a:spAutoFit/>
          </a:bodyPr>
          <a:lstStyle/>
          <a:p>
            <a:pPr algn="l"/>
            <a:r>
              <a:rPr sz="900">
                <a:solidFill>
                  <a:srgbClr val="333333"/>
                </a:solidFill>
              </a:rPr>
              <a:t>994</a:t>
            </a:r>
          </a:p>
        </p:txBody>
      </p:sp>
      <p:sp>
        <p:nvSpPr>
          <p:cNvPr id="332" name="Rectangle 331"/>
          <p:cNvSpPr/>
          <p:nvPr/>
        </p:nvSpPr>
        <p:spPr>
          <a:xfrm>
            <a:off x="11145076" y="3703319"/>
            <a:ext cx="542544" cy="2240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TextBox 332"/>
          <p:cNvSpPr txBox="1"/>
          <p:nvPr/>
        </p:nvSpPr>
        <p:spPr>
          <a:xfrm>
            <a:off x="11181652" y="3730751"/>
            <a:ext cx="487680" cy="230832"/>
          </a:xfrm>
          <a:prstGeom prst="rect">
            <a:avLst/>
          </a:prstGeom>
          <a:noFill/>
        </p:spPr>
        <p:txBody>
          <a:bodyPr wrap="square">
            <a:spAutoFit/>
          </a:bodyPr>
          <a:lstStyle/>
          <a:p>
            <a:pPr algn="l"/>
            <a:r>
              <a:rPr sz="900">
                <a:solidFill>
                  <a:srgbClr val="333333"/>
                </a:solidFill>
              </a:rPr>
              <a:t>0.4s</a:t>
            </a:r>
          </a:p>
        </p:txBody>
      </p:sp>
      <p:sp>
        <p:nvSpPr>
          <p:cNvPr id="334" name="TextBox 333"/>
          <p:cNvSpPr txBox="1"/>
          <p:nvPr/>
        </p:nvSpPr>
        <p:spPr>
          <a:xfrm>
            <a:off x="504508" y="4297680"/>
            <a:ext cx="11183112" cy="246221"/>
          </a:xfrm>
          <a:prstGeom prst="rect">
            <a:avLst/>
          </a:prstGeom>
          <a:noFill/>
        </p:spPr>
        <p:txBody>
          <a:bodyPr wrap="square">
            <a:spAutoFit/>
          </a:bodyPr>
          <a:lstStyle/>
          <a:p>
            <a:pPr algn="l"/>
            <a:r>
              <a:rPr sz="1000" b="1">
                <a:solidFill>
                  <a:srgbClr val="E4002B"/>
                </a:solidFill>
              </a:rPr>
              <a:t>CUMULATIVE STATE  (Day 30  —  2026-04-30)</a:t>
            </a:r>
          </a:p>
        </p:txBody>
      </p:sp>
      <p:sp>
        <p:nvSpPr>
          <p:cNvPr id="335" name="Rectangle 334"/>
          <p:cNvSpPr/>
          <p:nvPr/>
        </p:nvSpPr>
        <p:spPr>
          <a:xfrm>
            <a:off x="504508" y="4535423"/>
            <a:ext cx="3642360" cy="2560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 name="TextBox 335"/>
          <p:cNvSpPr txBox="1"/>
          <p:nvPr/>
        </p:nvSpPr>
        <p:spPr>
          <a:xfrm>
            <a:off x="559372" y="4571999"/>
            <a:ext cx="2929128" cy="230832"/>
          </a:xfrm>
          <a:prstGeom prst="rect">
            <a:avLst/>
          </a:prstGeom>
          <a:noFill/>
        </p:spPr>
        <p:txBody>
          <a:bodyPr wrap="square">
            <a:spAutoFit/>
          </a:bodyPr>
          <a:lstStyle/>
          <a:p>
            <a:pPr algn="l"/>
            <a:r>
              <a:rPr sz="900" b="1">
                <a:solidFill>
                  <a:srgbClr val="FFFFFF"/>
                </a:solidFill>
              </a:rPr>
              <a:t>Table</a:t>
            </a:r>
          </a:p>
        </p:txBody>
      </p:sp>
      <p:sp>
        <p:nvSpPr>
          <p:cNvPr id="337" name="TextBox 336"/>
          <p:cNvSpPr txBox="1"/>
          <p:nvPr/>
        </p:nvSpPr>
        <p:spPr>
          <a:xfrm>
            <a:off x="3433636" y="4571999"/>
            <a:ext cx="658368" cy="230832"/>
          </a:xfrm>
          <a:prstGeom prst="rect">
            <a:avLst/>
          </a:prstGeom>
          <a:noFill/>
        </p:spPr>
        <p:txBody>
          <a:bodyPr wrap="square">
            <a:spAutoFit/>
          </a:bodyPr>
          <a:lstStyle/>
          <a:p>
            <a:pPr algn="r"/>
            <a:r>
              <a:rPr sz="900" b="1">
                <a:solidFill>
                  <a:srgbClr val="FFFFFF"/>
                </a:solidFill>
              </a:rPr>
              <a:t>Rows</a:t>
            </a:r>
          </a:p>
        </p:txBody>
      </p:sp>
      <p:sp>
        <p:nvSpPr>
          <p:cNvPr id="338" name="Rectangle 337"/>
          <p:cNvSpPr/>
          <p:nvPr/>
        </p:nvSpPr>
        <p:spPr>
          <a:xfrm>
            <a:off x="504508" y="4791455"/>
            <a:ext cx="3642360" cy="23317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TextBox 338"/>
          <p:cNvSpPr txBox="1"/>
          <p:nvPr/>
        </p:nvSpPr>
        <p:spPr>
          <a:xfrm>
            <a:off x="559372" y="4818887"/>
            <a:ext cx="2874264" cy="230832"/>
          </a:xfrm>
          <a:prstGeom prst="rect">
            <a:avLst/>
          </a:prstGeom>
          <a:noFill/>
        </p:spPr>
        <p:txBody>
          <a:bodyPr wrap="square">
            <a:spAutoFit/>
          </a:bodyPr>
          <a:lstStyle/>
          <a:p>
            <a:pPr algn="l"/>
            <a:r>
              <a:rPr sz="900">
                <a:solidFill>
                  <a:srgbClr val="333333"/>
                </a:solidFill>
              </a:rPr>
              <a:t>AUTHORIZATION</a:t>
            </a:r>
          </a:p>
        </p:txBody>
      </p:sp>
      <p:sp>
        <p:nvSpPr>
          <p:cNvPr id="340" name="TextBox 339"/>
          <p:cNvSpPr txBox="1"/>
          <p:nvPr/>
        </p:nvSpPr>
        <p:spPr>
          <a:xfrm>
            <a:off x="3433636" y="4818887"/>
            <a:ext cx="640080" cy="230832"/>
          </a:xfrm>
          <a:prstGeom prst="rect">
            <a:avLst/>
          </a:prstGeom>
          <a:noFill/>
        </p:spPr>
        <p:txBody>
          <a:bodyPr wrap="square">
            <a:spAutoFit/>
          </a:bodyPr>
          <a:lstStyle/>
          <a:p>
            <a:pPr algn="r"/>
            <a:r>
              <a:rPr sz="900">
                <a:solidFill>
                  <a:srgbClr val="333333"/>
                </a:solidFill>
              </a:rPr>
              <a:t>19,003</a:t>
            </a:r>
          </a:p>
        </p:txBody>
      </p:sp>
      <p:sp>
        <p:nvSpPr>
          <p:cNvPr id="341" name="Rectangle 340"/>
          <p:cNvSpPr/>
          <p:nvPr/>
        </p:nvSpPr>
        <p:spPr>
          <a:xfrm>
            <a:off x="504508" y="5024627"/>
            <a:ext cx="3642360" cy="2331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TextBox 341"/>
          <p:cNvSpPr txBox="1"/>
          <p:nvPr/>
        </p:nvSpPr>
        <p:spPr>
          <a:xfrm>
            <a:off x="559372" y="5052059"/>
            <a:ext cx="2874264" cy="230832"/>
          </a:xfrm>
          <a:prstGeom prst="rect">
            <a:avLst/>
          </a:prstGeom>
          <a:noFill/>
        </p:spPr>
        <p:txBody>
          <a:bodyPr wrap="square">
            <a:spAutoFit/>
          </a:bodyPr>
          <a:lstStyle/>
          <a:p>
            <a:pPr algn="l"/>
            <a:r>
              <a:rPr sz="900">
                <a:solidFill>
                  <a:srgbClr val="333333"/>
                </a:solidFill>
              </a:rPr>
              <a:t>TRANSACTION</a:t>
            </a:r>
          </a:p>
        </p:txBody>
      </p:sp>
      <p:sp>
        <p:nvSpPr>
          <p:cNvPr id="343" name="TextBox 342"/>
          <p:cNvSpPr txBox="1"/>
          <p:nvPr/>
        </p:nvSpPr>
        <p:spPr>
          <a:xfrm>
            <a:off x="3433636" y="5052059"/>
            <a:ext cx="640080" cy="230832"/>
          </a:xfrm>
          <a:prstGeom prst="rect">
            <a:avLst/>
          </a:prstGeom>
          <a:noFill/>
        </p:spPr>
        <p:txBody>
          <a:bodyPr wrap="square">
            <a:spAutoFit/>
          </a:bodyPr>
          <a:lstStyle/>
          <a:p>
            <a:pPr algn="r"/>
            <a:r>
              <a:rPr sz="900">
                <a:solidFill>
                  <a:srgbClr val="333333"/>
                </a:solidFill>
              </a:rPr>
              <a:t>17,420</a:t>
            </a:r>
          </a:p>
        </p:txBody>
      </p:sp>
      <p:sp>
        <p:nvSpPr>
          <p:cNvPr id="344" name="Rectangle 343"/>
          <p:cNvSpPr/>
          <p:nvPr/>
        </p:nvSpPr>
        <p:spPr>
          <a:xfrm>
            <a:off x="504508" y="5257799"/>
            <a:ext cx="3642360" cy="23317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 name="TextBox 344"/>
          <p:cNvSpPr txBox="1"/>
          <p:nvPr/>
        </p:nvSpPr>
        <p:spPr>
          <a:xfrm>
            <a:off x="559372" y="5285231"/>
            <a:ext cx="2874264" cy="230832"/>
          </a:xfrm>
          <a:prstGeom prst="rect">
            <a:avLst/>
          </a:prstGeom>
          <a:noFill/>
        </p:spPr>
        <p:txBody>
          <a:bodyPr wrap="square">
            <a:spAutoFit/>
          </a:bodyPr>
          <a:lstStyle/>
          <a:p>
            <a:pPr algn="l"/>
            <a:r>
              <a:rPr sz="900">
                <a:solidFill>
                  <a:srgbClr val="333333"/>
                </a:solidFill>
              </a:rPr>
              <a:t>ACCOUNT</a:t>
            </a:r>
          </a:p>
        </p:txBody>
      </p:sp>
      <p:sp>
        <p:nvSpPr>
          <p:cNvPr id="346" name="TextBox 345"/>
          <p:cNvSpPr txBox="1"/>
          <p:nvPr/>
        </p:nvSpPr>
        <p:spPr>
          <a:xfrm>
            <a:off x="3433636" y="5285231"/>
            <a:ext cx="640080" cy="230832"/>
          </a:xfrm>
          <a:prstGeom prst="rect">
            <a:avLst/>
          </a:prstGeom>
          <a:noFill/>
        </p:spPr>
        <p:txBody>
          <a:bodyPr wrap="square">
            <a:spAutoFit/>
          </a:bodyPr>
          <a:lstStyle/>
          <a:p>
            <a:pPr algn="r"/>
            <a:r>
              <a:rPr sz="900">
                <a:solidFill>
                  <a:srgbClr val="333333"/>
                </a:solidFill>
              </a:rPr>
              <a:t>500</a:t>
            </a:r>
          </a:p>
        </p:txBody>
      </p:sp>
      <p:sp>
        <p:nvSpPr>
          <p:cNvPr id="347" name="Rectangle 346"/>
          <p:cNvSpPr/>
          <p:nvPr/>
        </p:nvSpPr>
        <p:spPr>
          <a:xfrm>
            <a:off x="504508" y="5490971"/>
            <a:ext cx="3642360" cy="2331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TextBox 347"/>
          <p:cNvSpPr txBox="1"/>
          <p:nvPr/>
        </p:nvSpPr>
        <p:spPr>
          <a:xfrm>
            <a:off x="559372" y="5518403"/>
            <a:ext cx="2874264" cy="230832"/>
          </a:xfrm>
          <a:prstGeom prst="rect">
            <a:avLst/>
          </a:prstGeom>
          <a:noFill/>
        </p:spPr>
        <p:txBody>
          <a:bodyPr wrap="square">
            <a:spAutoFit/>
          </a:bodyPr>
          <a:lstStyle/>
          <a:p>
            <a:pPr algn="l"/>
            <a:r>
              <a:rPr sz="900">
                <a:solidFill>
                  <a:srgbClr val="333333"/>
                </a:solidFill>
              </a:rPr>
              <a:t>CUSTOMER</a:t>
            </a:r>
          </a:p>
        </p:txBody>
      </p:sp>
      <p:sp>
        <p:nvSpPr>
          <p:cNvPr id="349" name="TextBox 348"/>
          <p:cNvSpPr txBox="1"/>
          <p:nvPr/>
        </p:nvSpPr>
        <p:spPr>
          <a:xfrm>
            <a:off x="3433636" y="5518403"/>
            <a:ext cx="640080" cy="230832"/>
          </a:xfrm>
          <a:prstGeom prst="rect">
            <a:avLst/>
          </a:prstGeom>
          <a:noFill/>
        </p:spPr>
        <p:txBody>
          <a:bodyPr wrap="square">
            <a:spAutoFit/>
          </a:bodyPr>
          <a:lstStyle/>
          <a:p>
            <a:pPr algn="r"/>
            <a:r>
              <a:rPr sz="900">
                <a:solidFill>
                  <a:srgbClr val="333333"/>
                </a:solidFill>
              </a:rPr>
              <a:t>500</a:t>
            </a:r>
          </a:p>
        </p:txBody>
      </p:sp>
      <p:sp>
        <p:nvSpPr>
          <p:cNvPr id="350" name="Rectangle 349"/>
          <p:cNvSpPr/>
          <p:nvPr/>
        </p:nvSpPr>
        <p:spPr>
          <a:xfrm>
            <a:off x="504508" y="5724143"/>
            <a:ext cx="3642360" cy="23317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TextBox 350"/>
          <p:cNvSpPr txBox="1"/>
          <p:nvPr/>
        </p:nvSpPr>
        <p:spPr>
          <a:xfrm>
            <a:off x="559372" y="5751575"/>
            <a:ext cx="2874264" cy="230832"/>
          </a:xfrm>
          <a:prstGeom prst="rect">
            <a:avLst/>
          </a:prstGeom>
          <a:noFill/>
        </p:spPr>
        <p:txBody>
          <a:bodyPr wrap="square">
            <a:spAutoFit/>
          </a:bodyPr>
          <a:lstStyle/>
          <a:p>
            <a:pPr algn="l"/>
            <a:r>
              <a:rPr sz="900">
                <a:solidFill>
                  <a:srgbClr val="333333"/>
                </a:solidFill>
              </a:rPr>
              <a:t>CARD</a:t>
            </a:r>
          </a:p>
        </p:txBody>
      </p:sp>
      <p:sp>
        <p:nvSpPr>
          <p:cNvPr id="352" name="TextBox 351"/>
          <p:cNvSpPr txBox="1"/>
          <p:nvPr/>
        </p:nvSpPr>
        <p:spPr>
          <a:xfrm>
            <a:off x="3433636" y="5751575"/>
            <a:ext cx="640080" cy="230832"/>
          </a:xfrm>
          <a:prstGeom prst="rect">
            <a:avLst/>
          </a:prstGeom>
          <a:noFill/>
        </p:spPr>
        <p:txBody>
          <a:bodyPr wrap="square">
            <a:spAutoFit/>
          </a:bodyPr>
          <a:lstStyle/>
          <a:p>
            <a:pPr algn="r"/>
            <a:r>
              <a:rPr sz="900">
                <a:solidFill>
                  <a:srgbClr val="333333"/>
                </a:solidFill>
              </a:rPr>
              <a:t>500</a:t>
            </a:r>
          </a:p>
        </p:txBody>
      </p:sp>
      <p:sp>
        <p:nvSpPr>
          <p:cNvPr id="353" name="Rectangle 352"/>
          <p:cNvSpPr/>
          <p:nvPr/>
        </p:nvSpPr>
        <p:spPr>
          <a:xfrm>
            <a:off x="4274884" y="4535423"/>
            <a:ext cx="3642360" cy="2560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TextBox 353"/>
          <p:cNvSpPr txBox="1"/>
          <p:nvPr/>
        </p:nvSpPr>
        <p:spPr>
          <a:xfrm>
            <a:off x="4329748" y="4571999"/>
            <a:ext cx="2929128" cy="230832"/>
          </a:xfrm>
          <a:prstGeom prst="rect">
            <a:avLst/>
          </a:prstGeom>
          <a:noFill/>
        </p:spPr>
        <p:txBody>
          <a:bodyPr wrap="square">
            <a:spAutoFit/>
          </a:bodyPr>
          <a:lstStyle/>
          <a:p>
            <a:pPr algn="l"/>
            <a:r>
              <a:rPr sz="900" b="1">
                <a:solidFill>
                  <a:srgbClr val="FFFFFF"/>
                </a:solidFill>
              </a:rPr>
              <a:t>Table</a:t>
            </a:r>
          </a:p>
        </p:txBody>
      </p:sp>
      <p:sp>
        <p:nvSpPr>
          <p:cNvPr id="355" name="TextBox 354"/>
          <p:cNvSpPr txBox="1"/>
          <p:nvPr/>
        </p:nvSpPr>
        <p:spPr>
          <a:xfrm>
            <a:off x="7204012" y="4571999"/>
            <a:ext cx="658368" cy="230832"/>
          </a:xfrm>
          <a:prstGeom prst="rect">
            <a:avLst/>
          </a:prstGeom>
          <a:noFill/>
        </p:spPr>
        <p:txBody>
          <a:bodyPr wrap="square">
            <a:spAutoFit/>
          </a:bodyPr>
          <a:lstStyle/>
          <a:p>
            <a:pPr algn="r"/>
            <a:r>
              <a:rPr sz="900" b="1">
                <a:solidFill>
                  <a:srgbClr val="FFFFFF"/>
                </a:solidFill>
              </a:rPr>
              <a:t>Rows</a:t>
            </a:r>
          </a:p>
        </p:txBody>
      </p:sp>
      <p:sp>
        <p:nvSpPr>
          <p:cNvPr id="356" name="Rectangle 355"/>
          <p:cNvSpPr/>
          <p:nvPr/>
        </p:nvSpPr>
        <p:spPr>
          <a:xfrm>
            <a:off x="4274884" y="4791455"/>
            <a:ext cx="3642360" cy="23317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 name="TextBox 356"/>
          <p:cNvSpPr txBox="1"/>
          <p:nvPr/>
        </p:nvSpPr>
        <p:spPr>
          <a:xfrm>
            <a:off x="4329748" y="4818887"/>
            <a:ext cx="2874264" cy="230832"/>
          </a:xfrm>
          <a:prstGeom prst="rect">
            <a:avLst/>
          </a:prstGeom>
          <a:noFill/>
        </p:spPr>
        <p:txBody>
          <a:bodyPr wrap="square">
            <a:spAutoFit/>
          </a:bodyPr>
          <a:lstStyle/>
          <a:p>
            <a:pPr algn="l"/>
            <a:r>
              <a:rPr sz="900">
                <a:solidFill>
                  <a:srgbClr val="333333"/>
                </a:solidFill>
              </a:rPr>
              <a:t>STATEMENT</a:t>
            </a:r>
          </a:p>
        </p:txBody>
      </p:sp>
      <p:sp>
        <p:nvSpPr>
          <p:cNvPr id="358" name="TextBox 357"/>
          <p:cNvSpPr txBox="1"/>
          <p:nvPr/>
        </p:nvSpPr>
        <p:spPr>
          <a:xfrm>
            <a:off x="7204012" y="4818887"/>
            <a:ext cx="640080" cy="230832"/>
          </a:xfrm>
          <a:prstGeom prst="rect">
            <a:avLst/>
          </a:prstGeom>
          <a:noFill/>
        </p:spPr>
        <p:txBody>
          <a:bodyPr wrap="square">
            <a:spAutoFit/>
          </a:bodyPr>
          <a:lstStyle/>
          <a:p>
            <a:pPr algn="r"/>
            <a:r>
              <a:rPr sz="900">
                <a:solidFill>
                  <a:srgbClr val="333333"/>
                </a:solidFill>
              </a:rPr>
              <a:t>494</a:t>
            </a:r>
          </a:p>
        </p:txBody>
      </p:sp>
      <p:sp>
        <p:nvSpPr>
          <p:cNvPr id="359" name="Rectangle 358"/>
          <p:cNvSpPr/>
          <p:nvPr/>
        </p:nvSpPr>
        <p:spPr>
          <a:xfrm>
            <a:off x="4274884" y="5024627"/>
            <a:ext cx="3642360" cy="2331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TextBox 359"/>
          <p:cNvSpPr txBox="1"/>
          <p:nvPr/>
        </p:nvSpPr>
        <p:spPr>
          <a:xfrm>
            <a:off x="4329748" y="5052059"/>
            <a:ext cx="2874264" cy="230832"/>
          </a:xfrm>
          <a:prstGeom prst="rect">
            <a:avLst/>
          </a:prstGeom>
          <a:noFill/>
        </p:spPr>
        <p:txBody>
          <a:bodyPr wrap="square">
            <a:spAutoFit/>
          </a:bodyPr>
          <a:lstStyle/>
          <a:p>
            <a:pPr algn="l"/>
            <a:r>
              <a:rPr sz="900">
                <a:solidFill>
                  <a:srgbClr val="333333"/>
                </a:solidFill>
              </a:rPr>
              <a:t>SCORE_RECORD</a:t>
            </a:r>
          </a:p>
        </p:txBody>
      </p:sp>
      <p:sp>
        <p:nvSpPr>
          <p:cNvPr id="361" name="TextBox 360"/>
          <p:cNvSpPr txBox="1"/>
          <p:nvPr/>
        </p:nvSpPr>
        <p:spPr>
          <a:xfrm>
            <a:off x="7204012" y="5052059"/>
            <a:ext cx="640080" cy="230832"/>
          </a:xfrm>
          <a:prstGeom prst="rect">
            <a:avLst/>
          </a:prstGeom>
          <a:noFill/>
        </p:spPr>
        <p:txBody>
          <a:bodyPr wrap="square">
            <a:spAutoFit/>
          </a:bodyPr>
          <a:lstStyle/>
          <a:p>
            <a:pPr algn="r"/>
            <a:r>
              <a:rPr sz="900">
                <a:solidFill>
                  <a:srgbClr val="333333"/>
                </a:solidFill>
              </a:rPr>
              <a:t>494</a:t>
            </a:r>
          </a:p>
        </p:txBody>
      </p:sp>
      <p:sp>
        <p:nvSpPr>
          <p:cNvPr id="362" name="Rectangle 361"/>
          <p:cNvSpPr/>
          <p:nvPr/>
        </p:nvSpPr>
        <p:spPr>
          <a:xfrm>
            <a:off x="4274884" y="5257799"/>
            <a:ext cx="3642360" cy="23317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TextBox 362"/>
          <p:cNvSpPr txBox="1"/>
          <p:nvPr/>
        </p:nvSpPr>
        <p:spPr>
          <a:xfrm>
            <a:off x="4329748" y="5285231"/>
            <a:ext cx="2874264" cy="230832"/>
          </a:xfrm>
          <a:prstGeom prst="rect">
            <a:avLst/>
          </a:prstGeom>
          <a:noFill/>
        </p:spPr>
        <p:txBody>
          <a:bodyPr wrap="square">
            <a:spAutoFit/>
          </a:bodyPr>
          <a:lstStyle/>
          <a:p>
            <a:pPr algn="l"/>
            <a:r>
              <a:rPr sz="900">
                <a:solidFill>
                  <a:srgbClr val="333333"/>
                </a:solidFill>
              </a:rPr>
              <a:t>MERCHANT</a:t>
            </a:r>
          </a:p>
        </p:txBody>
      </p:sp>
      <p:sp>
        <p:nvSpPr>
          <p:cNvPr id="364" name="TextBox 363"/>
          <p:cNvSpPr txBox="1"/>
          <p:nvPr/>
        </p:nvSpPr>
        <p:spPr>
          <a:xfrm>
            <a:off x="7204012" y="5285231"/>
            <a:ext cx="640080" cy="230832"/>
          </a:xfrm>
          <a:prstGeom prst="rect">
            <a:avLst/>
          </a:prstGeom>
          <a:noFill/>
        </p:spPr>
        <p:txBody>
          <a:bodyPr wrap="square">
            <a:spAutoFit/>
          </a:bodyPr>
          <a:lstStyle/>
          <a:p>
            <a:pPr algn="r"/>
            <a:r>
              <a:rPr sz="900">
                <a:solidFill>
                  <a:srgbClr val="333333"/>
                </a:solidFill>
              </a:rPr>
              <a:t>200</a:t>
            </a:r>
          </a:p>
        </p:txBody>
      </p:sp>
      <p:sp>
        <p:nvSpPr>
          <p:cNvPr id="365" name="Rectangle 364"/>
          <p:cNvSpPr/>
          <p:nvPr/>
        </p:nvSpPr>
        <p:spPr>
          <a:xfrm>
            <a:off x="4274884" y="5490971"/>
            <a:ext cx="3642360" cy="2331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TextBox 365"/>
          <p:cNvSpPr txBox="1"/>
          <p:nvPr/>
        </p:nvSpPr>
        <p:spPr>
          <a:xfrm>
            <a:off x="4329748" y="5518403"/>
            <a:ext cx="2874264" cy="230832"/>
          </a:xfrm>
          <a:prstGeom prst="rect">
            <a:avLst/>
          </a:prstGeom>
          <a:noFill/>
        </p:spPr>
        <p:txBody>
          <a:bodyPr wrap="square">
            <a:spAutoFit/>
          </a:bodyPr>
          <a:lstStyle/>
          <a:p>
            <a:pPr algn="l"/>
            <a:r>
              <a:rPr sz="900">
                <a:solidFill>
                  <a:srgbClr val="333333"/>
                </a:solidFill>
              </a:rPr>
              <a:t>COLLECTION_CASE</a:t>
            </a:r>
          </a:p>
        </p:txBody>
      </p:sp>
      <p:sp>
        <p:nvSpPr>
          <p:cNvPr id="367" name="TextBox 366"/>
          <p:cNvSpPr txBox="1"/>
          <p:nvPr/>
        </p:nvSpPr>
        <p:spPr>
          <a:xfrm>
            <a:off x="7204012" y="5518403"/>
            <a:ext cx="640080" cy="230832"/>
          </a:xfrm>
          <a:prstGeom prst="rect">
            <a:avLst/>
          </a:prstGeom>
          <a:noFill/>
        </p:spPr>
        <p:txBody>
          <a:bodyPr wrap="square">
            <a:spAutoFit/>
          </a:bodyPr>
          <a:lstStyle/>
          <a:p>
            <a:pPr algn="r"/>
            <a:r>
              <a:rPr sz="900">
                <a:solidFill>
                  <a:srgbClr val="333333"/>
                </a:solidFill>
              </a:rPr>
              <a:t>27</a:t>
            </a:r>
          </a:p>
        </p:txBody>
      </p:sp>
      <p:sp>
        <p:nvSpPr>
          <p:cNvPr id="368" name="Rectangle 367"/>
          <p:cNvSpPr/>
          <p:nvPr/>
        </p:nvSpPr>
        <p:spPr>
          <a:xfrm>
            <a:off x="4274884" y="5724143"/>
            <a:ext cx="3642360" cy="23317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TextBox 368"/>
          <p:cNvSpPr txBox="1"/>
          <p:nvPr/>
        </p:nvSpPr>
        <p:spPr>
          <a:xfrm>
            <a:off x="4329748" y="5751575"/>
            <a:ext cx="2874264" cy="230832"/>
          </a:xfrm>
          <a:prstGeom prst="rect">
            <a:avLst/>
          </a:prstGeom>
          <a:noFill/>
        </p:spPr>
        <p:txBody>
          <a:bodyPr wrap="square">
            <a:spAutoFit/>
          </a:bodyPr>
          <a:lstStyle/>
          <a:p>
            <a:pPr algn="l"/>
            <a:r>
              <a:rPr sz="900">
                <a:solidFill>
                  <a:srgbClr val="333333"/>
                </a:solidFill>
              </a:rPr>
              <a:t>DISPUTE</a:t>
            </a:r>
          </a:p>
        </p:txBody>
      </p:sp>
      <p:sp>
        <p:nvSpPr>
          <p:cNvPr id="370" name="TextBox 369"/>
          <p:cNvSpPr txBox="1"/>
          <p:nvPr/>
        </p:nvSpPr>
        <p:spPr>
          <a:xfrm>
            <a:off x="7204012" y="5751575"/>
            <a:ext cx="640080" cy="230832"/>
          </a:xfrm>
          <a:prstGeom prst="rect">
            <a:avLst/>
          </a:prstGeom>
          <a:noFill/>
        </p:spPr>
        <p:txBody>
          <a:bodyPr wrap="square">
            <a:spAutoFit/>
          </a:bodyPr>
          <a:lstStyle/>
          <a:p>
            <a:pPr algn="r"/>
            <a:r>
              <a:rPr sz="900">
                <a:solidFill>
                  <a:srgbClr val="333333"/>
                </a:solidFill>
              </a:rPr>
              <a:t>35</a:t>
            </a:r>
          </a:p>
        </p:txBody>
      </p:sp>
      <p:sp>
        <p:nvSpPr>
          <p:cNvPr id="371" name="Rectangle 370"/>
          <p:cNvSpPr/>
          <p:nvPr/>
        </p:nvSpPr>
        <p:spPr>
          <a:xfrm>
            <a:off x="8045260" y="4535423"/>
            <a:ext cx="3642360" cy="2560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TextBox 371"/>
          <p:cNvSpPr txBox="1"/>
          <p:nvPr/>
        </p:nvSpPr>
        <p:spPr>
          <a:xfrm>
            <a:off x="8100124" y="4571999"/>
            <a:ext cx="2929128" cy="230832"/>
          </a:xfrm>
          <a:prstGeom prst="rect">
            <a:avLst/>
          </a:prstGeom>
          <a:noFill/>
        </p:spPr>
        <p:txBody>
          <a:bodyPr wrap="square">
            <a:spAutoFit/>
          </a:bodyPr>
          <a:lstStyle/>
          <a:p>
            <a:pPr algn="l"/>
            <a:r>
              <a:rPr sz="900" b="1">
                <a:solidFill>
                  <a:srgbClr val="FFFFFF"/>
                </a:solidFill>
              </a:rPr>
              <a:t>Table</a:t>
            </a:r>
          </a:p>
        </p:txBody>
      </p:sp>
      <p:sp>
        <p:nvSpPr>
          <p:cNvPr id="373" name="TextBox 372"/>
          <p:cNvSpPr txBox="1"/>
          <p:nvPr/>
        </p:nvSpPr>
        <p:spPr>
          <a:xfrm>
            <a:off x="10974388" y="4571999"/>
            <a:ext cx="658368" cy="230832"/>
          </a:xfrm>
          <a:prstGeom prst="rect">
            <a:avLst/>
          </a:prstGeom>
          <a:noFill/>
        </p:spPr>
        <p:txBody>
          <a:bodyPr wrap="square">
            <a:spAutoFit/>
          </a:bodyPr>
          <a:lstStyle/>
          <a:p>
            <a:pPr algn="r"/>
            <a:r>
              <a:rPr sz="900" b="1">
                <a:solidFill>
                  <a:srgbClr val="FFFFFF"/>
                </a:solidFill>
              </a:rPr>
              <a:t>Rows</a:t>
            </a:r>
          </a:p>
        </p:txBody>
      </p:sp>
      <p:sp>
        <p:nvSpPr>
          <p:cNvPr id="374" name="Rectangle 373"/>
          <p:cNvSpPr/>
          <p:nvPr/>
        </p:nvSpPr>
        <p:spPr>
          <a:xfrm>
            <a:off x="8045260" y="4791455"/>
            <a:ext cx="3642360" cy="23317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TextBox 374"/>
          <p:cNvSpPr txBox="1"/>
          <p:nvPr/>
        </p:nvSpPr>
        <p:spPr>
          <a:xfrm>
            <a:off x="8100124" y="4818887"/>
            <a:ext cx="2874264" cy="230832"/>
          </a:xfrm>
          <a:prstGeom prst="rect">
            <a:avLst/>
          </a:prstGeom>
          <a:noFill/>
        </p:spPr>
        <p:txBody>
          <a:bodyPr wrap="square">
            <a:spAutoFit/>
          </a:bodyPr>
          <a:lstStyle/>
          <a:p>
            <a:pPr algn="l"/>
            <a:r>
              <a:rPr sz="900">
                <a:solidFill>
                  <a:srgbClr val="333333"/>
                </a:solidFill>
              </a:rPr>
              <a:t>PRODUCT_DEFINITION</a:t>
            </a:r>
          </a:p>
        </p:txBody>
      </p:sp>
      <p:sp>
        <p:nvSpPr>
          <p:cNvPr id="376" name="TextBox 375"/>
          <p:cNvSpPr txBox="1"/>
          <p:nvPr/>
        </p:nvSpPr>
        <p:spPr>
          <a:xfrm>
            <a:off x="10974388" y="4818887"/>
            <a:ext cx="640080" cy="230832"/>
          </a:xfrm>
          <a:prstGeom prst="rect">
            <a:avLst/>
          </a:prstGeom>
          <a:noFill/>
        </p:spPr>
        <p:txBody>
          <a:bodyPr wrap="square">
            <a:spAutoFit/>
          </a:bodyPr>
          <a:lstStyle/>
          <a:p>
            <a:pPr algn="r"/>
            <a:r>
              <a:rPr sz="900">
                <a:solidFill>
                  <a:srgbClr val="333333"/>
                </a:solidFill>
              </a:rPr>
              <a:t>20</a:t>
            </a:r>
          </a:p>
        </p:txBody>
      </p:sp>
      <p:sp>
        <p:nvSpPr>
          <p:cNvPr id="377" name="Rectangle 376"/>
          <p:cNvSpPr/>
          <p:nvPr/>
        </p:nvSpPr>
        <p:spPr>
          <a:xfrm>
            <a:off x="8045260" y="5024627"/>
            <a:ext cx="3642360" cy="2331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TextBox 377"/>
          <p:cNvSpPr txBox="1"/>
          <p:nvPr/>
        </p:nvSpPr>
        <p:spPr>
          <a:xfrm>
            <a:off x="8100124" y="5052059"/>
            <a:ext cx="2874264" cy="230832"/>
          </a:xfrm>
          <a:prstGeom prst="rect">
            <a:avLst/>
          </a:prstGeom>
          <a:noFill/>
        </p:spPr>
        <p:txBody>
          <a:bodyPr wrap="square">
            <a:spAutoFit/>
          </a:bodyPr>
          <a:lstStyle/>
          <a:p>
            <a:pPr algn="l"/>
            <a:r>
              <a:rPr sz="900">
                <a:solidFill>
                  <a:srgbClr val="333333"/>
                </a:solidFill>
              </a:rPr>
              <a:t>PROVIDER</a:t>
            </a:r>
          </a:p>
        </p:txBody>
      </p:sp>
      <p:sp>
        <p:nvSpPr>
          <p:cNvPr id="379" name="TextBox 378"/>
          <p:cNvSpPr txBox="1"/>
          <p:nvPr/>
        </p:nvSpPr>
        <p:spPr>
          <a:xfrm>
            <a:off x="10974388" y="5052059"/>
            <a:ext cx="640080" cy="230832"/>
          </a:xfrm>
          <a:prstGeom prst="rect">
            <a:avLst/>
          </a:prstGeom>
          <a:noFill/>
        </p:spPr>
        <p:txBody>
          <a:bodyPr wrap="square">
            <a:spAutoFit/>
          </a:bodyPr>
          <a:lstStyle/>
          <a:p>
            <a:pPr algn="r"/>
            <a:r>
              <a:rPr sz="900">
                <a:solidFill>
                  <a:srgbClr val="333333"/>
                </a:solidFill>
              </a:rPr>
              <a:t>10</a:t>
            </a:r>
          </a:p>
        </p:txBody>
      </p:sp>
      <p:sp>
        <p:nvSpPr>
          <p:cNvPr id="380" name="Rectangle 379"/>
          <p:cNvSpPr/>
          <p:nvPr/>
        </p:nvSpPr>
        <p:spPr>
          <a:xfrm>
            <a:off x="8045260" y="5257799"/>
            <a:ext cx="3642360" cy="23317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TextBox 380"/>
          <p:cNvSpPr txBox="1"/>
          <p:nvPr/>
        </p:nvSpPr>
        <p:spPr>
          <a:xfrm>
            <a:off x="8100124" y="5285231"/>
            <a:ext cx="2874264" cy="230832"/>
          </a:xfrm>
          <a:prstGeom prst="rect">
            <a:avLst/>
          </a:prstGeom>
          <a:noFill/>
        </p:spPr>
        <p:txBody>
          <a:bodyPr wrap="square">
            <a:spAutoFit/>
          </a:bodyPr>
          <a:lstStyle/>
          <a:p>
            <a:pPr algn="l"/>
            <a:r>
              <a:rPr sz="900">
                <a:solidFill>
                  <a:srgbClr val="333333"/>
                </a:solidFill>
              </a:rPr>
              <a:t>FRAUD_ALERT</a:t>
            </a:r>
          </a:p>
        </p:txBody>
      </p:sp>
      <p:sp>
        <p:nvSpPr>
          <p:cNvPr id="382" name="TextBox 381"/>
          <p:cNvSpPr txBox="1"/>
          <p:nvPr/>
        </p:nvSpPr>
        <p:spPr>
          <a:xfrm>
            <a:off x="10974388" y="5285231"/>
            <a:ext cx="640080" cy="230832"/>
          </a:xfrm>
          <a:prstGeom prst="rect">
            <a:avLst/>
          </a:prstGeom>
          <a:noFill/>
        </p:spPr>
        <p:txBody>
          <a:bodyPr wrap="square">
            <a:spAutoFit/>
          </a:bodyPr>
          <a:lstStyle/>
          <a:p>
            <a:pPr algn="r"/>
            <a:r>
              <a:rPr sz="900">
                <a:solidFill>
                  <a:srgbClr val="333333"/>
                </a:solidFill>
              </a:rPr>
              <a:t>11</a:t>
            </a:r>
          </a:p>
        </p:txBody>
      </p:sp>
      <p:sp>
        <p:nvSpPr>
          <p:cNvPr id="383" name="Rectangle 382"/>
          <p:cNvSpPr/>
          <p:nvPr/>
        </p:nvSpPr>
        <p:spPr>
          <a:xfrm>
            <a:off x="8045260" y="5490971"/>
            <a:ext cx="3642360" cy="2331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 name="TextBox 383"/>
          <p:cNvSpPr txBox="1"/>
          <p:nvPr/>
        </p:nvSpPr>
        <p:spPr>
          <a:xfrm>
            <a:off x="8100124" y="5518403"/>
            <a:ext cx="2874264" cy="230832"/>
          </a:xfrm>
          <a:prstGeom prst="rect">
            <a:avLst/>
          </a:prstGeom>
          <a:noFill/>
        </p:spPr>
        <p:txBody>
          <a:bodyPr wrap="square">
            <a:spAutoFit/>
          </a:bodyPr>
          <a:lstStyle/>
          <a:p>
            <a:pPr algn="l"/>
            <a:r>
              <a:rPr sz="900">
                <a:solidFill>
                  <a:srgbClr val="333333"/>
                </a:solidFill>
              </a:rPr>
              <a:t>CHARGEBACK</a:t>
            </a:r>
          </a:p>
        </p:txBody>
      </p:sp>
      <p:sp>
        <p:nvSpPr>
          <p:cNvPr id="385" name="TextBox 384"/>
          <p:cNvSpPr txBox="1"/>
          <p:nvPr/>
        </p:nvSpPr>
        <p:spPr>
          <a:xfrm>
            <a:off x="10974388" y="5518403"/>
            <a:ext cx="640080" cy="230832"/>
          </a:xfrm>
          <a:prstGeom prst="rect">
            <a:avLst/>
          </a:prstGeom>
          <a:noFill/>
        </p:spPr>
        <p:txBody>
          <a:bodyPr wrap="square">
            <a:spAutoFit/>
          </a:bodyPr>
          <a:lstStyle/>
          <a:p>
            <a:pPr algn="r"/>
            <a:r>
              <a:rPr sz="900">
                <a:solidFill>
                  <a:srgbClr val="333333"/>
                </a:solidFill>
              </a:rPr>
              <a:t>4</a:t>
            </a:r>
          </a:p>
        </p:txBody>
      </p:sp>
      <p:sp>
        <p:nvSpPr>
          <p:cNvPr id="386" name="Rectangle 385"/>
          <p:cNvSpPr/>
          <p:nvPr/>
        </p:nvSpPr>
        <p:spPr>
          <a:xfrm>
            <a:off x="8045260" y="5724143"/>
            <a:ext cx="3642360" cy="23317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 name="TextBox 386"/>
          <p:cNvSpPr txBox="1"/>
          <p:nvPr/>
        </p:nvSpPr>
        <p:spPr>
          <a:xfrm>
            <a:off x="8100124" y="5751575"/>
            <a:ext cx="2874264" cy="230832"/>
          </a:xfrm>
          <a:prstGeom prst="rect">
            <a:avLst/>
          </a:prstGeom>
          <a:noFill/>
        </p:spPr>
        <p:txBody>
          <a:bodyPr wrap="square">
            <a:spAutoFit/>
          </a:bodyPr>
          <a:lstStyle/>
          <a:p>
            <a:pPr algn="l"/>
            <a:r>
              <a:rPr sz="900">
                <a:solidFill>
                  <a:srgbClr val="333333"/>
                </a:solidFill>
              </a:rPr>
              <a:t>CLIENT</a:t>
            </a:r>
          </a:p>
        </p:txBody>
      </p:sp>
      <p:sp>
        <p:nvSpPr>
          <p:cNvPr id="388" name="TextBox 387"/>
          <p:cNvSpPr txBox="1"/>
          <p:nvPr/>
        </p:nvSpPr>
        <p:spPr>
          <a:xfrm>
            <a:off x="10974388" y="5751575"/>
            <a:ext cx="640080" cy="230832"/>
          </a:xfrm>
          <a:prstGeom prst="rect">
            <a:avLst/>
          </a:prstGeom>
          <a:noFill/>
        </p:spPr>
        <p:txBody>
          <a:bodyPr wrap="square">
            <a:spAutoFit/>
          </a:bodyPr>
          <a:lstStyle/>
          <a:p>
            <a:pPr algn="r"/>
            <a:r>
              <a:rPr sz="900">
                <a:solidFill>
                  <a:srgbClr val="333333"/>
                </a:solidFill>
              </a:rPr>
              <a:t>3</a:t>
            </a:r>
          </a:p>
        </p:txBody>
      </p:sp>
      <p:sp>
        <p:nvSpPr>
          <p:cNvPr id="389" name="TextBox 388"/>
          <p:cNvSpPr txBox="1"/>
          <p:nvPr/>
        </p:nvSpPr>
        <p:spPr>
          <a:xfrm>
            <a:off x="504508" y="6048756"/>
            <a:ext cx="11183112" cy="246221"/>
          </a:xfrm>
          <a:prstGeom prst="rect">
            <a:avLst/>
          </a:prstGeom>
          <a:noFill/>
        </p:spPr>
        <p:txBody>
          <a:bodyPr wrap="square">
            <a:spAutoFit/>
          </a:bodyPr>
          <a:lstStyle/>
          <a:p>
            <a:pPr algn="l"/>
            <a:r>
              <a:rPr sz="1000">
                <a:solidFill>
                  <a:srgbClr val="6E6E6E"/>
                </a:solidFill>
              </a:rPr>
              <a:t>31 runs (init + 30 advance)  |  39,221 total inserts  |  29,736 total updates  |  ~0.35s/day  |  output_30day/state.db</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4508" y="164593"/>
            <a:ext cx="11183112" cy="523220"/>
          </a:xfrm>
          <a:prstGeom prst="rect">
            <a:avLst/>
          </a:prstGeom>
          <a:noFill/>
        </p:spPr>
        <p:txBody>
          <a:bodyPr wrap="square">
            <a:spAutoFit/>
          </a:bodyPr>
          <a:lstStyle/>
          <a:p>
            <a:r>
              <a:rPr lang="en-US" sz="2800" dirty="0"/>
              <a:t>A 30-Day Advancing </a:t>
            </a:r>
            <a:r>
              <a:rPr sz="2800" dirty="0">
                <a:latin typeface="+mj-lt"/>
                <a:ea typeface="+mj-ea"/>
                <a:cs typeface="+mj-cs"/>
              </a:rPr>
              <a:t>Sample -  Account &amp; Customer</a:t>
            </a:r>
          </a:p>
        </p:txBody>
      </p:sp>
      <p:sp>
        <p:nvSpPr>
          <p:cNvPr id="4" name="TextBox 3"/>
          <p:cNvSpPr txBox="1"/>
          <p:nvPr/>
        </p:nvSpPr>
        <p:spPr>
          <a:xfrm>
            <a:off x="504508" y="886968"/>
            <a:ext cx="11183112" cy="292388"/>
          </a:xfrm>
          <a:prstGeom prst="rect">
            <a:avLst/>
          </a:prstGeom>
          <a:noFill/>
        </p:spPr>
        <p:txBody>
          <a:bodyPr wrap="square">
            <a:spAutoFit/>
          </a:bodyPr>
          <a:lstStyle/>
          <a:p>
            <a:r>
              <a:rPr lang="en-US" sz="1300" dirty="0" err="1">
                <a:solidFill>
                  <a:srgbClr val="6E6E6E"/>
                </a:solidFill>
                <a:latin typeface="Arial" panose="020B0604020202020204" pitchFamily="34" charset="0"/>
                <a:cs typeface="Arial" panose="020B0604020202020204" pitchFamily="34" charset="0"/>
              </a:rPr>
              <a:t>init</a:t>
            </a:r>
            <a:r>
              <a:rPr lang="en-US" sz="1300" dirty="0">
                <a:solidFill>
                  <a:srgbClr val="6E6E6E"/>
                </a:solidFill>
                <a:latin typeface="Arial" panose="020B0604020202020204" pitchFamily="34" charset="0"/>
                <a:cs typeface="Arial" panose="020B0604020202020204" pitchFamily="34" charset="0"/>
              </a:rPr>
              <a:t> 2026-03-31 (Day 0)  +  advance ×30  (2026-04-01 → 2026-04-30)  |  500 accounts  |  ~0.35s/day</a:t>
            </a:r>
          </a:p>
        </p:txBody>
      </p:sp>
      <p:sp>
        <p:nvSpPr>
          <p:cNvPr id="181" name="Rectangle 180"/>
          <p:cNvSpPr/>
          <p:nvPr/>
        </p:nvSpPr>
        <p:spPr>
          <a:xfrm>
            <a:off x="504508" y="1652778"/>
            <a:ext cx="6126480" cy="292608"/>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586804" y="1689354"/>
            <a:ext cx="5998464" cy="261610"/>
          </a:xfrm>
          <a:prstGeom prst="rect">
            <a:avLst/>
          </a:prstGeom>
          <a:noFill/>
        </p:spPr>
        <p:txBody>
          <a:bodyPr wrap="square">
            <a:spAutoFit/>
          </a:bodyPr>
          <a:lstStyle/>
          <a:p>
            <a:pPr algn="l"/>
            <a:r>
              <a:rPr sz="1100" b="1">
                <a:solidFill>
                  <a:srgbClr val="FFFFFF"/>
                </a:solidFill>
              </a:rPr>
              <a:t>ACCOUNT  (500 rows  |  updated every advance day)</a:t>
            </a:r>
          </a:p>
        </p:txBody>
      </p:sp>
      <p:sp>
        <p:nvSpPr>
          <p:cNvPr id="183" name="Rectangle 182"/>
          <p:cNvSpPr/>
          <p:nvPr/>
        </p:nvSpPr>
        <p:spPr>
          <a:xfrm>
            <a:off x="504508" y="1945386"/>
            <a:ext cx="512064"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183"/>
          <p:cNvSpPr txBox="1"/>
          <p:nvPr/>
        </p:nvSpPr>
        <p:spPr>
          <a:xfrm>
            <a:off x="541084" y="1972818"/>
            <a:ext cx="620966" cy="230832"/>
          </a:xfrm>
          <a:prstGeom prst="rect">
            <a:avLst/>
          </a:prstGeom>
          <a:noFill/>
        </p:spPr>
        <p:txBody>
          <a:bodyPr wrap="square">
            <a:spAutoFit/>
          </a:bodyPr>
          <a:lstStyle/>
          <a:p>
            <a:pPr algn="l"/>
            <a:r>
              <a:rPr sz="900" b="1" dirty="0" err="1">
                <a:solidFill>
                  <a:srgbClr val="FFFFFF"/>
                </a:solidFill>
              </a:rPr>
              <a:t>acct_id</a:t>
            </a:r>
            <a:endParaRPr sz="900" b="1" dirty="0">
              <a:solidFill>
                <a:srgbClr val="FFFFFF"/>
              </a:solidFill>
            </a:endParaRPr>
          </a:p>
        </p:txBody>
      </p:sp>
      <p:sp>
        <p:nvSpPr>
          <p:cNvPr id="185" name="Rectangle 184"/>
          <p:cNvSpPr/>
          <p:nvPr/>
        </p:nvSpPr>
        <p:spPr>
          <a:xfrm>
            <a:off x="1016572" y="1945386"/>
            <a:ext cx="1737360"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185"/>
          <p:cNvSpPr txBox="1"/>
          <p:nvPr/>
        </p:nvSpPr>
        <p:spPr>
          <a:xfrm>
            <a:off x="1053148" y="1972818"/>
            <a:ext cx="1682496" cy="230832"/>
          </a:xfrm>
          <a:prstGeom prst="rect">
            <a:avLst/>
          </a:prstGeom>
          <a:noFill/>
        </p:spPr>
        <p:txBody>
          <a:bodyPr wrap="square">
            <a:spAutoFit/>
          </a:bodyPr>
          <a:lstStyle/>
          <a:p>
            <a:pPr algn="l"/>
            <a:r>
              <a:rPr sz="900" b="1">
                <a:solidFill>
                  <a:srgbClr val="FFFFFF"/>
                </a:solidFill>
              </a:rPr>
              <a:t>account_number</a:t>
            </a:r>
          </a:p>
        </p:txBody>
      </p:sp>
      <p:sp>
        <p:nvSpPr>
          <p:cNvPr id="187" name="Rectangle 186"/>
          <p:cNvSpPr/>
          <p:nvPr/>
        </p:nvSpPr>
        <p:spPr>
          <a:xfrm>
            <a:off x="2753932" y="1945386"/>
            <a:ext cx="987552"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TextBox 187"/>
          <p:cNvSpPr txBox="1"/>
          <p:nvPr/>
        </p:nvSpPr>
        <p:spPr>
          <a:xfrm>
            <a:off x="2790508" y="1972818"/>
            <a:ext cx="932688" cy="230832"/>
          </a:xfrm>
          <a:prstGeom prst="rect">
            <a:avLst/>
          </a:prstGeom>
          <a:noFill/>
        </p:spPr>
        <p:txBody>
          <a:bodyPr wrap="square">
            <a:spAutoFit/>
          </a:bodyPr>
          <a:lstStyle/>
          <a:p>
            <a:pPr algn="l"/>
            <a:r>
              <a:rPr sz="900" b="1">
                <a:solidFill>
                  <a:srgbClr val="FFFFFF"/>
                </a:solidFill>
              </a:rPr>
              <a:t>credit_limit</a:t>
            </a:r>
          </a:p>
        </p:txBody>
      </p:sp>
      <p:sp>
        <p:nvSpPr>
          <p:cNvPr id="189" name="Rectangle 188"/>
          <p:cNvSpPr/>
          <p:nvPr/>
        </p:nvSpPr>
        <p:spPr>
          <a:xfrm>
            <a:off x="3741484" y="1945386"/>
            <a:ext cx="987552"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p:cNvSpPr txBox="1"/>
          <p:nvPr/>
        </p:nvSpPr>
        <p:spPr>
          <a:xfrm>
            <a:off x="3778060" y="1972818"/>
            <a:ext cx="932688" cy="230832"/>
          </a:xfrm>
          <a:prstGeom prst="rect">
            <a:avLst/>
          </a:prstGeom>
          <a:noFill/>
        </p:spPr>
        <p:txBody>
          <a:bodyPr wrap="square">
            <a:spAutoFit/>
          </a:bodyPr>
          <a:lstStyle/>
          <a:p>
            <a:pPr algn="l"/>
            <a:r>
              <a:rPr sz="900" b="1">
                <a:solidFill>
                  <a:srgbClr val="FFFFFF"/>
                </a:solidFill>
              </a:rPr>
              <a:t>balance</a:t>
            </a:r>
          </a:p>
        </p:txBody>
      </p:sp>
      <p:sp>
        <p:nvSpPr>
          <p:cNvPr id="191" name="Rectangle 190"/>
          <p:cNvSpPr/>
          <p:nvPr/>
        </p:nvSpPr>
        <p:spPr>
          <a:xfrm>
            <a:off x="4729036" y="1945386"/>
            <a:ext cx="1353312"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191"/>
          <p:cNvSpPr txBox="1"/>
          <p:nvPr/>
        </p:nvSpPr>
        <p:spPr>
          <a:xfrm>
            <a:off x="4765612" y="1972818"/>
            <a:ext cx="1298448" cy="230832"/>
          </a:xfrm>
          <a:prstGeom prst="rect">
            <a:avLst/>
          </a:prstGeom>
          <a:noFill/>
        </p:spPr>
        <p:txBody>
          <a:bodyPr wrap="square">
            <a:spAutoFit/>
          </a:bodyPr>
          <a:lstStyle/>
          <a:p>
            <a:pPr algn="l"/>
            <a:r>
              <a:rPr sz="900" b="1">
                <a:solidFill>
                  <a:srgbClr val="FFFFFF"/>
                </a:solidFill>
              </a:rPr>
              <a:t>status</a:t>
            </a:r>
          </a:p>
        </p:txBody>
      </p:sp>
      <p:sp>
        <p:nvSpPr>
          <p:cNvPr id="193" name="Rectangle 192"/>
          <p:cNvSpPr/>
          <p:nvPr/>
        </p:nvSpPr>
        <p:spPr>
          <a:xfrm>
            <a:off x="6082348" y="1945386"/>
            <a:ext cx="548640"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p:cNvSpPr txBox="1"/>
          <p:nvPr/>
        </p:nvSpPr>
        <p:spPr>
          <a:xfrm>
            <a:off x="6118924" y="1972818"/>
            <a:ext cx="493776" cy="369332"/>
          </a:xfrm>
          <a:prstGeom prst="rect">
            <a:avLst/>
          </a:prstGeom>
          <a:noFill/>
        </p:spPr>
        <p:txBody>
          <a:bodyPr wrap="square">
            <a:spAutoFit/>
          </a:bodyPr>
          <a:lstStyle/>
          <a:p>
            <a:pPr algn="l"/>
            <a:r>
              <a:rPr sz="900" b="1">
                <a:solidFill>
                  <a:srgbClr val="FFFFFF"/>
                </a:solidFill>
              </a:rPr>
              <a:t>days_del</a:t>
            </a:r>
          </a:p>
        </p:txBody>
      </p:sp>
      <p:sp>
        <p:nvSpPr>
          <p:cNvPr id="195" name="Rectangle 194"/>
          <p:cNvSpPr/>
          <p:nvPr/>
        </p:nvSpPr>
        <p:spPr>
          <a:xfrm>
            <a:off x="504508" y="2187702"/>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TextBox 195"/>
          <p:cNvSpPr txBox="1"/>
          <p:nvPr/>
        </p:nvSpPr>
        <p:spPr>
          <a:xfrm>
            <a:off x="541084" y="2215134"/>
            <a:ext cx="457200" cy="230832"/>
          </a:xfrm>
          <a:prstGeom prst="rect">
            <a:avLst/>
          </a:prstGeom>
          <a:noFill/>
        </p:spPr>
        <p:txBody>
          <a:bodyPr wrap="square">
            <a:spAutoFit/>
          </a:bodyPr>
          <a:lstStyle/>
          <a:p>
            <a:pPr algn="l"/>
            <a:r>
              <a:rPr sz="900" b="0">
                <a:solidFill>
                  <a:srgbClr val="333333"/>
                </a:solidFill>
              </a:rPr>
              <a:t>1</a:t>
            </a:r>
          </a:p>
        </p:txBody>
      </p:sp>
      <p:sp>
        <p:nvSpPr>
          <p:cNvPr id="197" name="Rectangle 196"/>
          <p:cNvSpPr/>
          <p:nvPr/>
        </p:nvSpPr>
        <p:spPr>
          <a:xfrm>
            <a:off x="1016572" y="2187702"/>
            <a:ext cx="173736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TextBox 197"/>
          <p:cNvSpPr txBox="1"/>
          <p:nvPr/>
        </p:nvSpPr>
        <p:spPr>
          <a:xfrm>
            <a:off x="1053148" y="2215134"/>
            <a:ext cx="1682496" cy="230832"/>
          </a:xfrm>
          <a:prstGeom prst="rect">
            <a:avLst/>
          </a:prstGeom>
          <a:noFill/>
        </p:spPr>
        <p:txBody>
          <a:bodyPr wrap="square">
            <a:spAutoFit/>
          </a:bodyPr>
          <a:lstStyle/>
          <a:p>
            <a:pPr algn="l"/>
            <a:r>
              <a:rPr sz="900" b="0" dirty="0">
                <a:solidFill>
                  <a:srgbClr val="333333"/>
                </a:solidFill>
              </a:rPr>
              <a:t>...8375</a:t>
            </a:r>
          </a:p>
        </p:txBody>
      </p:sp>
      <p:sp>
        <p:nvSpPr>
          <p:cNvPr id="199" name="Rectangle 198"/>
          <p:cNvSpPr/>
          <p:nvPr/>
        </p:nvSpPr>
        <p:spPr>
          <a:xfrm>
            <a:off x="2753932" y="2187702"/>
            <a:ext cx="98755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TextBox 199"/>
          <p:cNvSpPr txBox="1"/>
          <p:nvPr/>
        </p:nvSpPr>
        <p:spPr>
          <a:xfrm>
            <a:off x="2790508" y="2215134"/>
            <a:ext cx="932688" cy="230832"/>
          </a:xfrm>
          <a:prstGeom prst="rect">
            <a:avLst/>
          </a:prstGeom>
          <a:noFill/>
        </p:spPr>
        <p:txBody>
          <a:bodyPr wrap="square">
            <a:spAutoFit/>
          </a:bodyPr>
          <a:lstStyle/>
          <a:p>
            <a:pPr algn="l"/>
            <a:r>
              <a:rPr sz="900" b="0">
                <a:solidFill>
                  <a:srgbClr val="333333"/>
                </a:solidFill>
              </a:rPr>
              <a:t>$11,241</a:t>
            </a:r>
          </a:p>
        </p:txBody>
      </p:sp>
      <p:sp>
        <p:nvSpPr>
          <p:cNvPr id="201" name="Rectangle 200"/>
          <p:cNvSpPr/>
          <p:nvPr/>
        </p:nvSpPr>
        <p:spPr>
          <a:xfrm>
            <a:off x="3741484" y="2187702"/>
            <a:ext cx="98755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TextBox 201"/>
          <p:cNvSpPr txBox="1"/>
          <p:nvPr/>
        </p:nvSpPr>
        <p:spPr>
          <a:xfrm>
            <a:off x="3778060" y="2215134"/>
            <a:ext cx="932688" cy="230832"/>
          </a:xfrm>
          <a:prstGeom prst="rect">
            <a:avLst/>
          </a:prstGeom>
          <a:noFill/>
        </p:spPr>
        <p:txBody>
          <a:bodyPr wrap="square">
            <a:spAutoFit/>
          </a:bodyPr>
          <a:lstStyle/>
          <a:p>
            <a:pPr algn="l"/>
            <a:r>
              <a:rPr sz="900" b="0">
                <a:solidFill>
                  <a:srgbClr val="333333"/>
                </a:solidFill>
              </a:rPr>
              <a:t>$5,724</a:t>
            </a:r>
          </a:p>
        </p:txBody>
      </p:sp>
      <p:sp>
        <p:nvSpPr>
          <p:cNvPr id="203" name="Rectangle 202"/>
          <p:cNvSpPr/>
          <p:nvPr/>
        </p:nvSpPr>
        <p:spPr>
          <a:xfrm>
            <a:off x="4729036" y="2187702"/>
            <a:ext cx="135331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TextBox 203"/>
          <p:cNvSpPr txBox="1"/>
          <p:nvPr/>
        </p:nvSpPr>
        <p:spPr>
          <a:xfrm>
            <a:off x="4765612" y="2215134"/>
            <a:ext cx="1298448" cy="230832"/>
          </a:xfrm>
          <a:prstGeom prst="rect">
            <a:avLst/>
          </a:prstGeom>
          <a:noFill/>
        </p:spPr>
        <p:txBody>
          <a:bodyPr wrap="square">
            <a:spAutoFit/>
          </a:bodyPr>
          <a:lstStyle/>
          <a:p>
            <a:pPr algn="l"/>
            <a:r>
              <a:rPr sz="900" b="0">
                <a:solidFill>
                  <a:srgbClr val="333333"/>
                </a:solidFill>
              </a:rPr>
              <a:t>ACTIVE</a:t>
            </a:r>
          </a:p>
        </p:txBody>
      </p:sp>
      <p:sp>
        <p:nvSpPr>
          <p:cNvPr id="205" name="Rectangle 204"/>
          <p:cNvSpPr/>
          <p:nvPr/>
        </p:nvSpPr>
        <p:spPr>
          <a:xfrm>
            <a:off x="6082348" y="2187702"/>
            <a:ext cx="54864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TextBox 205"/>
          <p:cNvSpPr txBox="1"/>
          <p:nvPr/>
        </p:nvSpPr>
        <p:spPr>
          <a:xfrm>
            <a:off x="6118924" y="2215134"/>
            <a:ext cx="493776" cy="230832"/>
          </a:xfrm>
          <a:prstGeom prst="rect">
            <a:avLst/>
          </a:prstGeom>
          <a:noFill/>
        </p:spPr>
        <p:txBody>
          <a:bodyPr wrap="square">
            <a:spAutoFit/>
          </a:bodyPr>
          <a:lstStyle/>
          <a:p>
            <a:pPr algn="l"/>
            <a:r>
              <a:rPr sz="900" b="0">
                <a:solidFill>
                  <a:srgbClr val="333333"/>
                </a:solidFill>
              </a:rPr>
              <a:t>0</a:t>
            </a:r>
          </a:p>
        </p:txBody>
      </p:sp>
      <p:sp>
        <p:nvSpPr>
          <p:cNvPr id="207" name="Rectangle 206"/>
          <p:cNvSpPr/>
          <p:nvPr/>
        </p:nvSpPr>
        <p:spPr>
          <a:xfrm>
            <a:off x="504508" y="2430018"/>
            <a:ext cx="51206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TextBox 207"/>
          <p:cNvSpPr txBox="1"/>
          <p:nvPr/>
        </p:nvSpPr>
        <p:spPr>
          <a:xfrm>
            <a:off x="541084" y="2457450"/>
            <a:ext cx="457200" cy="230832"/>
          </a:xfrm>
          <a:prstGeom prst="rect">
            <a:avLst/>
          </a:prstGeom>
          <a:noFill/>
        </p:spPr>
        <p:txBody>
          <a:bodyPr wrap="square">
            <a:spAutoFit/>
          </a:bodyPr>
          <a:lstStyle/>
          <a:p>
            <a:pPr algn="l"/>
            <a:r>
              <a:rPr sz="900" b="0">
                <a:solidFill>
                  <a:srgbClr val="333333"/>
                </a:solidFill>
              </a:rPr>
              <a:t>2</a:t>
            </a:r>
          </a:p>
        </p:txBody>
      </p:sp>
      <p:sp>
        <p:nvSpPr>
          <p:cNvPr id="209" name="Rectangle 208"/>
          <p:cNvSpPr/>
          <p:nvPr/>
        </p:nvSpPr>
        <p:spPr>
          <a:xfrm>
            <a:off x="1016572" y="2430018"/>
            <a:ext cx="1737360"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TextBox 209"/>
          <p:cNvSpPr txBox="1"/>
          <p:nvPr/>
        </p:nvSpPr>
        <p:spPr>
          <a:xfrm>
            <a:off x="1053148" y="2457450"/>
            <a:ext cx="1682496" cy="230832"/>
          </a:xfrm>
          <a:prstGeom prst="rect">
            <a:avLst/>
          </a:prstGeom>
          <a:noFill/>
        </p:spPr>
        <p:txBody>
          <a:bodyPr wrap="square">
            <a:spAutoFit/>
          </a:bodyPr>
          <a:lstStyle/>
          <a:p>
            <a:pPr algn="l"/>
            <a:r>
              <a:rPr sz="900" b="0">
                <a:solidFill>
                  <a:srgbClr val="333333"/>
                </a:solidFill>
              </a:rPr>
              <a:t>...9029</a:t>
            </a:r>
          </a:p>
        </p:txBody>
      </p:sp>
      <p:sp>
        <p:nvSpPr>
          <p:cNvPr id="211" name="Rectangle 210"/>
          <p:cNvSpPr/>
          <p:nvPr/>
        </p:nvSpPr>
        <p:spPr>
          <a:xfrm>
            <a:off x="2753932" y="2430018"/>
            <a:ext cx="98755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TextBox 211"/>
          <p:cNvSpPr txBox="1"/>
          <p:nvPr/>
        </p:nvSpPr>
        <p:spPr>
          <a:xfrm>
            <a:off x="2790508" y="2457450"/>
            <a:ext cx="932688" cy="230832"/>
          </a:xfrm>
          <a:prstGeom prst="rect">
            <a:avLst/>
          </a:prstGeom>
          <a:noFill/>
        </p:spPr>
        <p:txBody>
          <a:bodyPr wrap="square">
            <a:spAutoFit/>
          </a:bodyPr>
          <a:lstStyle/>
          <a:p>
            <a:pPr algn="l"/>
            <a:r>
              <a:rPr sz="900" b="0">
                <a:solidFill>
                  <a:srgbClr val="333333"/>
                </a:solidFill>
              </a:rPr>
              <a:t>$14,489</a:t>
            </a:r>
          </a:p>
        </p:txBody>
      </p:sp>
      <p:sp>
        <p:nvSpPr>
          <p:cNvPr id="213" name="Rectangle 212"/>
          <p:cNvSpPr/>
          <p:nvPr/>
        </p:nvSpPr>
        <p:spPr>
          <a:xfrm>
            <a:off x="3741484" y="2430018"/>
            <a:ext cx="98755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TextBox 213"/>
          <p:cNvSpPr txBox="1"/>
          <p:nvPr/>
        </p:nvSpPr>
        <p:spPr>
          <a:xfrm>
            <a:off x="3778060" y="2457450"/>
            <a:ext cx="932688" cy="230832"/>
          </a:xfrm>
          <a:prstGeom prst="rect">
            <a:avLst/>
          </a:prstGeom>
          <a:noFill/>
        </p:spPr>
        <p:txBody>
          <a:bodyPr wrap="square">
            <a:spAutoFit/>
          </a:bodyPr>
          <a:lstStyle/>
          <a:p>
            <a:pPr algn="l"/>
            <a:r>
              <a:rPr sz="900" b="0">
                <a:solidFill>
                  <a:srgbClr val="333333"/>
                </a:solidFill>
              </a:rPr>
              <a:t>$7,422</a:t>
            </a:r>
          </a:p>
        </p:txBody>
      </p:sp>
      <p:sp>
        <p:nvSpPr>
          <p:cNvPr id="215" name="Rectangle 214"/>
          <p:cNvSpPr/>
          <p:nvPr/>
        </p:nvSpPr>
        <p:spPr>
          <a:xfrm>
            <a:off x="4729036" y="2430018"/>
            <a:ext cx="135331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TextBox 215"/>
          <p:cNvSpPr txBox="1"/>
          <p:nvPr/>
        </p:nvSpPr>
        <p:spPr>
          <a:xfrm>
            <a:off x="4765612" y="2457450"/>
            <a:ext cx="1298448" cy="230832"/>
          </a:xfrm>
          <a:prstGeom prst="rect">
            <a:avLst/>
          </a:prstGeom>
          <a:noFill/>
        </p:spPr>
        <p:txBody>
          <a:bodyPr wrap="square">
            <a:spAutoFit/>
          </a:bodyPr>
          <a:lstStyle/>
          <a:p>
            <a:pPr algn="l"/>
            <a:r>
              <a:rPr sz="900" b="0">
                <a:solidFill>
                  <a:srgbClr val="333333"/>
                </a:solidFill>
              </a:rPr>
              <a:t>ACTIVE</a:t>
            </a:r>
          </a:p>
        </p:txBody>
      </p:sp>
      <p:sp>
        <p:nvSpPr>
          <p:cNvPr id="217" name="Rectangle 216"/>
          <p:cNvSpPr/>
          <p:nvPr/>
        </p:nvSpPr>
        <p:spPr>
          <a:xfrm>
            <a:off x="6082348" y="2430018"/>
            <a:ext cx="548640"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TextBox 217"/>
          <p:cNvSpPr txBox="1"/>
          <p:nvPr/>
        </p:nvSpPr>
        <p:spPr>
          <a:xfrm>
            <a:off x="6118924" y="2457450"/>
            <a:ext cx="493776" cy="230832"/>
          </a:xfrm>
          <a:prstGeom prst="rect">
            <a:avLst/>
          </a:prstGeom>
          <a:noFill/>
        </p:spPr>
        <p:txBody>
          <a:bodyPr wrap="square">
            <a:spAutoFit/>
          </a:bodyPr>
          <a:lstStyle/>
          <a:p>
            <a:pPr algn="l"/>
            <a:r>
              <a:rPr sz="900" b="0">
                <a:solidFill>
                  <a:srgbClr val="333333"/>
                </a:solidFill>
              </a:rPr>
              <a:t>0</a:t>
            </a:r>
          </a:p>
        </p:txBody>
      </p:sp>
      <p:sp>
        <p:nvSpPr>
          <p:cNvPr id="219" name="Rectangle 218"/>
          <p:cNvSpPr/>
          <p:nvPr/>
        </p:nvSpPr>
        <p:spPr>
          <a:xfrm>
            <a:off x="504508" y="2672334"/>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TextBox 219"/>
          <p:cNvSpPr txBox="1"/>
          <p:nvPr/>
        </p:nvSpPr>
        <p:spPr>
          <a:xfrm>
            <a:off x="541084" y="2699766"/>
            <a:ext cx="457200" cy="230832"/>
          </a:xfrm>
          <a:prstGeom prst="rect">
            <a:avLst/>
          </a:prstGeom>
          <a:noFill/>
        </p:spPr>
        <p:txBody>
          <a:bodyPr wrap="square">
            <a:spAutoFit/>
          </a:bodyPr>
          <a:lstStyle/>
          <a:p>
            <a:pPr algn="l"/>
            <a:r>
              <a:rPr sz="900" b="0">
                <a:solidFill>
                  <a:srgbClr val="333333"/>
                </a:solidFill>
              </a:rPr>
              <a:t>3</a:t>
            </a:r>
          </a:p>
        </p:txBody>
      </p:sp>
      <p:sp>
        <p:nvSpPr>
          <p:cNvPr id="221" name="Rectangle 220"/>
          <p:cNvSpPr/>
          <p:nvPr/>
        </p:nvSpPr>
        <p:spPr>
          <a:xfrm>
            <a:off x="1016572" y="2672334"/>
            <a:ext cx="173736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TextBox 221"/>
          <p:cNvSpPr txBox="1"/>
          <p:nvPr/>
        </p:nvSpPr>
        <p:spPr>
          <a:xfrm>
            <a:off x="1053148" y="2699766"/>
            <a:ext cx="1682496" cy="230832"/>
          </a:xfrm>
          <a:prstGeom prst="rect">
            <a:avLst/>
          </a:prstGeom>
          <a:noFill/>
        </p:spPr>
        <p:txBody>
          <a:bodyPr wrap="square">
            <a:spAutoFit/>
          </a:bodyPr>
          <a:lstStyle/>
          <a:p>
            <a:pPr algn="l"/>
            <a:r>
              <a:rPr sz="900" b="0">
                <a:solidFill>
                  <a:srgbClr val="333333"/>
                </a:solidFill>
              </a:rPr>
              <a:t>...2117</a:t>
            </a:r>
          </a:p>
        </p:txBody>
      </p:sp>
      <p:sp>
        <p:nvSpPr>
          <p:cNvPr id="223" name="Rectangle 222"/>
          <p:cNvSpPr/>
          <p:nvPr/>
        </p:nvSpPr>
        <p:spPr>
          <a:xfrm>
            <a:off x="2753932" y="2672334"/>
            <a:ext cx="98755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TextBox 223"/>
          <p:cNvSpPr txBox="1"/>
          <p:nvPr/>
        </p:nvSpPr>
        <p:spPr>
          <a:xfrm>
            <a:off x="2790508" y="2699766"/>
            <a:ext cx="932688" cy="230832"/>
          </a:xfrm>
          <a:prstGeom prst="rect">
            <a:avLst/>
          </a:prstGeom>
          <a:noFill/>
        </p:spPr>
        <p:txBody>
          <a:bodyPr wrap="square">
            <a:spAutoFit/>
          </a:bodyPr>
          <a:lstStyle/>
          <a:p>
            <a:pPr algn="l"/>
            <a:r>
              <a:rPr sz="900" b="0">
                <a:solidFill>
                  <a:srgbClr val="333333"/>
                </a:solidFill>
              </a:rPr>
              <a:t>$39,303</a:t>
            </a:r>
          </a:p>
        </p:txBody>
      </p:sp>
      <p:sp>
        <p:nvSpPr>
          <p:cNvPr id="225" name="Rectangle 224"/>
          <p:cNvSpPr/>
          <p:nvPr/>
        </p:nvSpPr>
        <p:spPr>
          <a:xfrm>
            <a:off x="3741484" y="2672334"/>
            <a:ext cx="98755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TextBox 225"/>
          <p:cNvSpPr txBox="1"/>
          <p:nvPr/>
        </p:nvSpPr>
        <p:spPr>
          <a:xfrm>
            <a:off x="3778060" y="2699766"/>
            <a:ext cx="932688" cy="230832"/>
          </a:xfrm>
          <a:prstGeom prst="rect">
            <a:avLst/>
          </a:prstGeom>
          <a:noFill/>
        </p:spPr>
        <p:txBody>
          <a:bodyPr wrap="square">
            <a:spAutoFit/>
          </a:bodyPr>
          <a:lstStyle/>
          <a:p>
            <a:pPr algn="l"/>
            <a:r>
              <a:rPr sz="900" b="0">
                <a:solidFill>
                  <a:srgbClr val="333333"/>
                </a:solidFill>
              </a:rPr>
              <a:t>$2,473</a:t>
            </a:r>
          </a:p>
        </p:txBody>
      </p:sp>
      <p:sp>
        <p:nvSpPr>
          <p:cNvPr id="227" name="Rectangle 226"/>
          <p:cNvSpPr/>
          <p:nvPr/>
        </p:nvSpPr>
        <p:spPr>
          <a:xfrm>
            <a:off x="4729036" y="2672334"/>
            <a:ext cx="135331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TextBox 227"/>
          <p:cNvSpPr txBox="1"/>
          <p:nvPr/>
        </p:nvSpPr>
        <p:spPr>
          <a:xfrm>
            <a:off x="4765612" y="2699766"/>
            <a:ext cx="1298448" cy="230832"/>
          </a:xfrm>
          <a:prstGeom prst="rect">
            <a:avLst/>
          </a:prstGeom>
          <a:noFill/>
        </p:spPr>
        <p:txBody>
          <a:bodyPr wrap="square">
            <a:spAutoFit/>
          </a:bodyPr>
          <a:lstStyle/>
          <a:p>
            <a:pPr algn="l"/>
            <a:r>
              <a:rPr sz="900" b="0">
                <a:solidFill>
                  <a:srgbClr val="333333"/>
                </a:solidFill>
              </a:rPr>
              <a:t>DELINQUENT</a:t>
            </a:r>
          </a:p>
        </p:txBody>
      </p:sp>
      <p:sp>
        <p:nvSpPr>
          <p:cNvPr id="229" name="Rectangle 228"/>
          <p:cNvSpPr/>
          <p:nvPr/>
        </p:nvSpPr>
        <p:spPr>
          <a:xfrm>
            <a:off x="6082348" y="2672334"/>
            <a:ext cx="54864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TextBox 229"/>
          <p:cNvSpPr txBox="1"/>
          <p:nvPr/>
        </p:nvSpPr>
        <p:spPr>
          <a:xfrm>
            <a:off x="6118924" y="2699766"/>
            <a:ext cx="493776" cy="230832"/>
          </a:xfrm>
          <a:prstGeom prst="rect">
            <a:avLst/>
          </a:prstGeom>
          <a:noFill/>
        </p:spPr>
        <p:txBody>
          <a:bodyPr wrap="square">
            <a:spAutoFit/>
          </a:bodyPr>
          <a:lstStyle/>
          <a:p>
            <a:pPr algn="l"/>
            <a:r>
              <a:rPr sz="900" b="0">
                <a:solidFill>
                  <a:srgbClr val="333333"/>
                </a:solidFill>
              </a:rPr>
              <a:t>45</a:t>
            </a:r>
          </a:p>
        </p:txBody>
      </p:sp>
      <p:sp>
        <p:nvSpPr>
          <p:cNvPr id="231" name="Rectangle 230"/>
          <p:cNvSpPr/>
          <p:nvPr/>
        </p:nvSpPr>
        <p:spPr>
          <a:xfrm>
            <a:off x="504508" y="2914650"/>
            <a:ext cx="51206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TextBox 231"/>
          <p:cNvSpPr txBox="1"/>
          <p:nvPr/>
        </p:nvSpPr>
        <p:spPr>
          <a:xfrm>
            <a:off x="541084" y="2942082"/>
            <a:ext cx="457200" cy="230832"/>
          </a:xfrm>
          <a:prstGeom prst="rect">
            <a:avLst/>
          </a:prstGeom>
          <a:noFill/>
        </p:spPr>
        <p:txBody>
          <a:bodyPr wrap="square">
            <a:spAutoFit/>
          </a:bodyPr>
          <a:lstStyle/>
          <a:p>
            <a:pPr algn="l"/>
            <a:r>
              <a:rPr sz="900" b="0">
                <a:solidFill>
                  <a:srgbClr val="333333"/>
                </a:solidFill>
              </a:rPr>
              <a:t>4</a:t>
            </a:r>
          </a:p>
        </p:txBody>
      </p:sp>
      <p:sp>
        <p:nvSpPr>
          <p:cNvPr id="233" name="Rectangle 232"/>
          <p:cNvSpPr/>
          <p:nvPr/>
        </p:nvSpPr>
        <p:spPr>
          <a:xfrm>
            <a:off x="1016572" y="2914650"/>
            <a:ext cx="1737360"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TextBox 233"/>
          <p:cNvSpPr txBox="1"/>
          <p:nvPr/>
        </p:nvSpPr>
        <p:spPr>
          <a:xfrm>
            <a:off x="1053148" y="2942082"/>
            <a:ext cx="1682496" cy="230832"/>
          </a:xfrm>
          <a:prstGeom prst="rect">
            <a:avLst/>
          </a:prstGeom>
          <a:noFill/>
        </p:spPr>
        <p:txBody>
          <a:bodyPr wrap="square">
            <a:spAutoFit/>
          </a:bodyPr>
          <a:lstStyle/>
          <a:p>
            <a:pPr algn="l"/>
            <a:r>
              <a:rPr sz="900" b="0">
                <a:solidFill>
                  <a:srgbClr val="333333"/>
                </a:solidFill>
              </a:rPr>
              <a:t>...6393</a:t>
            </a:r>
          </a:p>
        </p:txBody>
      </p:sp>
      <p:sp>
        <p:nvSpPr>
          <p:cNvPr id="235" name="Rectangle 234"/>
          <p:cNvSpPr/>
          <p:nvPr/>
        </p:nvSpPr>
        <p:spPr>
          <a:xfrm>
            <a:off x="2753932" y="2914650"/>
            <a:ext cx="98755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TextBox 235"/>
          <p:cNvSpPr txBox="1"/>
          <p:nvPr/>
        </p:nvSpPr>
        <p:spPr>
          <a:xfrm>
            <a:off x="2790508" y="2942082"/>
            <a:ext cx="932688" cy="230832"/>
          </a:xfrm>
          <a:prstGeom prst="rect">
            <a:avLst/>
          </a:prstGeom>
          <a:noFill/>
        </p:spPr>
        <p:txBody>
          <a:bodyPr wrap="square">
            <a:spAutoFit/>
          </a:bodyPr>
          <a:lstStyle/>
          <a:p>
            <a:pPr algn="l"/>
            <a:r>
              <a:rPr sz="900" b="0">
                <a:solidFill>
                  <a:srgbClr val="333333"/>
                </a:solidFill>
              </a:rPr>
              <a:t>$60,226</a:t>
            </a:r>
          </a:p>
        </p:txBody>
      </p:sp>
      <p:sp>
        <p:nvSpPr>
          <p:cNvPr id="237" name="Rectangle 236"/>
          <p:cNvSpPr/>
          <p:nvPr/>
        </p:nvSpPr>
        <p:spPr>
          <a:xfrm>
            <a:off x="3741484" y="2914650"/>
            <a:ext cx="98755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TextBox 237"/>
          <p:cNvSpPr txBox="1"/>
          <p:nvPr/>
        </p:nvSpPr>
        <p:spPr>
          <a:xfrm>
            <a:off x="3778060" y="2942082"/>
            <a:ext cx="932688" cy="230832"/>
          </a:xfrm>
          <a:prstGeom prst="rect">
            <a:avLst/>
          </a:prstGeom>
          <a:noFill/>
        </p:spPr>
        <p:txBody>
          <a:bodyPr wrap="square">
            <a:spAutoFit/>
          </a:bodyPr>
          <a:lstStyle/>
          <a:p>
            <a:pPr algn="l"/>
            <a:r>
              <a:rPr sz="900" b="0">
                <a:solidFill>
                  <a:srgbClr val="333333"/>
                </a:solidFill>
              </a:rPr>
              <a:t>$31,406</a:t>
            </a:r>
          </a:p>
        </p:txBody>
      </p:sp>
      <p:sp>
        <p:nvSpPr>
          <p:cNvPr id="239" name="Rectangle 238"/>
          <p:cNvSpPr/>
          <p:nvPr/>
        </p:nvSpPr>
        <p:spPr>
          <a:xfrm>
            <a:off x="4729036" y="2914650"/>
            <a:ext cx="135331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TextBox 239"/>
          <p:cNvSpPr txBox="1"/>
          <p:nvPr/>
        </p:nvSpPr>
        <p:spPr>
          <a:xfrm>
            <a:off x="4765612" y="2942082"/>
            <a:ext cx="1298448" cy="230832"/>
          </a:xfrm>
          <a:prstGeom prst="rect">
            <a:avLst/>
          </a:prstGeom>
          <a:noFill/>
        </p:spPr>
        <p:txBody>
          <a:bodyPr wrap="square">
            <a:spAutoFit/>
          </a:bodyPr>
          <a:lstStyle/>
          <a:p>
            <a:pPr algn="l"/>
            <a:r>
              <a:rPr sz="900" b="0">
                <a:solidFill>
                  <a:srgbClr val="333333"/>
                </a:solidFill>
              </a:rPr>
              <a:t>DELINQUENT</a:t>
            </a:r>
          </a:p>
        </p:txBody>
      </p:sp>
      <p:sp>
        <p:nvSpPr>
          <p:cNvPr id="241" name="Rectangle 240"/>
          <p:cNvSpPr/>
          <p:nvPr/>
        </p:nvSpPr>
        <p:spPr>
          <a:xfrm>
            <a:off x="6082348" y="2914650"/>
            <a:ext cx="548640"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TextBox 241"/>
          <p:cNvSpPr txBox="1"/>
          <p:nvPr/>
        </p:nvSpPr>
        <p:spPr>
          <a:xfrm>
            <a:off x="6118924" y="2942082"/>
            <a:ext cx="493776" cy="230832"/>
          </a:xfrm>
          <a:prstGeom prst="rect">
            <a:avLst/>
          </a:prstGeom>
          <a:noFill/>
        </p:spPr>
        <p:txBody>
          <a:bodyPr wrap="square">
            <a:spAutoFit/>
          </a:bodyPr>
          <a:lstStyle/>
          <a:p>
            <a:pPr algn="l"/>
            <a:r>
              <a:rPr sz="900" b="0">
                <a:solidFill>
                  <a:srgbClr val="333333"/>
                </a:solidFill>
              </a:rPr>
              <a:t>1</a:t>
            </a:r>
          </a:p>
        </p:txBody>
      </p:sp>
      <p:sp>
        <p:nvSpPr>
          <p:cNvPr id="243" name="Rectangle 242"/>
          <p:cNvSpPr/>
          <p:nvPr/>
        </p:nvSpPr>
        <p:spPr>
          <a:xfrm>
            <a:off x="504508" y="3156966"/>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TextBox 243"/>
          <p:cNvSpPr txBox="1"/>
          <p:nvPr/>
        </p:nvSpPr>
        <p:spPr>
          <a:xfrm>
            <a:off x="541084" y="3184398"/>
            <a:ext cx="457200" cy="230832"/>
          </a:xfrm>
          <a:prstGeom prst="rect">
            <a:avLst/>
          </a:prstGeom>
          <a:noFill/>
        </p:spPr>
        <p:txBody>
          <a:bodyPr wrap="square">
            <a:spAutoFit/>
          </a:bodyPr>
          <a:lstStyle/>
          <a:p>
            <a:pPr algn="l"/>
            <a:r>
              <a:rPr sz="900" b="0">
                <a:solidFill>
                  <a:srgbClr val="333333"/>
                </a:solidFill>
              </a:rPr>
              <a:t>5</a:t>
            </a:r>
          </a:p>
        </p:txBody>
      </p:sp>
      <p:sp>
        <p:nvSpPr>
          <p:cNvPr id="245" name="Rectangle 244"/>
          <p:cNvSpPr/>
          <p:nvPr/>
        </p:nvSpPr>
        <p:spPr>
          <a:xfrm>
            <a:off x="1016572" y="3156966"/>
            <a:ext cx="173736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TextBox 245"/>
          <p:cNvSpPr txBox="1"/>
          <p:nvPr/>
        </p:nvSpPr>
        <p:spPr>
          <a:xfrm>
            <a:off x="1053148" y="3184398"/>
            <a:ext cx="1682496" cy="230832"/>
          </a:xfrm>
          <a:prstGeom prst="rect">
            <a:avLst/>
          </a:prstGeom>
          <a:noFill/>
        </p:spPr>
        <p:txBody>
          <a:bodyPr wrap="square">
            <a:spAutoFit/>
          </a:bodyPr>
          <a:lstStyle/>
          <a:p>
            <a:pPr algn="l"/>
            <a:r>
              <a:rPr sz="900" b="0">
                <a:solidFill>
                  <a:srgbClr val="333333"/>
                </a:solidFill>
              </a:rPr>
              <a:t>...6865</a:t>
            </a:r>
          </a:p>
        </p:txBody>
      </p:sp>
      <p:sp>
        <p:nvSpPr>
          <p:cNvPr id="247" name="Rectangle 246"/>
          <p:cNvSpPr/>
          <p:nvPr/>
        </p:nvSpPr>
        <p:spPr>
          <a:xfrm>
            <a:off x="2753932" y="3156966"/>
            <a:ext cx="98755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TextBox 247"/>
          <p:cNvSpPr txBox="1"/>
          <p:nvPr/>
        </p:nvSpPr>
        <p:spPr>
          <a:xfrm>
            <a:off x="2790508" y="3184398"/>
            <a:ext cx="932688" cy="230832"/>
          </a:xfrm>
          <a:prstGeom prst="rect">
            <a:avLst/>
          </a:prstGeom>
          <a:noFill/>
        </p:spPr>
        <p:txBody>
          <a:bodyPr wrap="square">
            <a:spAutoFit/>
          </a:bodyPr>
          <a:lstStyle/>
          <a:p>
            <a:pPr algn="l"/>
            <a:r>
              <a:rPr sz="900" b="0">
                <a:solidFill>
                  <a:srgbClr val="333333"/>
                </a:solidFill>
              </a:rPr>
              <a:t>$54,105</a:t>
            </a:r>
          </a:p>
        </p:txBody>
      </p:sp>
      <p:sp>
        <p:nvSpPr>
          <p:cNvPr id="249" name="Rectangle 248"/>
          <p:cNvSpPr/>
          <p:nvPr/>
        </p:nvSpPr>
        <p:spPr>
          <a:xfrm>
            <a:off x="3741484" y="3156966"/>
            <a:ext cx="98755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TextBox 249"/>
          <p:cNvSpPr txBox="1"/>
          <p:nvPr/>
        </p:nvSpPr>
        <p:spPr>
          <a:xfrm>
            <a:off x="3778060" y="3184398"/>
            <a:ext cx="932688" cy="230832"/>
          </a:xfrm>
          <a:prstGeom prst="rect">
            <a:avLst/>
          </a:prstGeom>
          <a:noFill/>
        </p:spPr>
        <p:txBody>
          <a:bodyPr wrap="square">
            <a:spAutoFit/>
          </a:bodyPr>
          <a:lstStyle/>
          <a:p>
            <a:pPr algn="l"/>
            <a:r>
              <a:rPr sz="900" b="0">
                <a:solidFill>
                  <a:srgbClr val="333333"/>
                </a:solidFill>
              </a:rPr>
              <a:t>$14,878</a:t>
            </a:r>
          </a:p>
        </p:txBody>
      </p:sp>
      <p:sp>
        <p:nvSpPr>
          <p:cNvPr id="251" name="Rectangle 250"/>
          <p:cNvSpPr/>
          <p:nvPr/>
        </p:nvSpPr>
        <p:spPr>
          <a:xfrm>
            <a:off x="4729036" y="3156966"/>
            <a:ext cx="135331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TextBox 251"/>
          <p:cNvSpPr txBox="1"/>
          <p:nvPr/>
        </p:nvSpPr>
        <p:spPr>
          <a:xfrm>
            <a:off x="4765612" y="3184398"/>
            <a:ext cx="1298448" cy="230832"/>
          </a:xfrm>
          <a:prstGeom prst="rect">
            <a:avLst/>
          </a:prstGeom>
          <a:noFill/>
        </p:spPr>
        <p:txBody>
          <a:bodyPr wrap="square">
            <a:spAutoFit/>
          </a:bodyPr>
          <a:lstStyle/>
          <a:p>
            <a:pPr algn="l"/>
            <a:r>
              <a:rPr sz="900" b="0">
                <a:solidFill>
                  <a:srgbClr val="333333"/>
                </a:solidFill>
              </a:rPr>
              <a:t>ACTIVE</a:t>
            </a:r>
          </a:p>
        </p:txBody>
      </p:sp>
      <p:sp>
        <p:nvSpPr>
          <p:cNvPr id="253" name="Rectangle 252"/>
          <p:cNvSpPr/>
          <p:nvPr/>
        </p:nvSpPr>
        <p:spPr>
          <a:xfrm>
            <a:off x="6082348" y="3156966"/>
            <a:ext cx="54864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TextBox 253"/>
          <p:cNvSpPr txBox="1"/>
          <p:nvPr/>
        </p:nvSpPr>
        <p:spPr>
          <a:xfrm>
            <a:off x="6118924" y="3184398"/>
            <a:ext cx="493776" cy="230832"/>
          </a:xfrm>
          <a:prstGeom prst="rect">
            <a:avLst/>
          </a:prstGeom>
          <a:noFill/>
        </p:spPr>
        <p:txBody>
          <a:bodyPr wrap="square">
            <a:spAutoFit/>
          </a:bodyPr>
          <a:lstStyle/>
          <a:p>
            <a:pPr algn="l"/>
            <a:r>
              <a:rPr sz="900" b="0">
                <a:solidFill>
                  <a:srgbClr val="333333"/>
                </a:solidFill>
              </a:rPr>
              <a:t>0</a:t>
            </a:r>
          </a:p>
        </p:txBody>
      </p:sp>
      <p:sp>
        <p:nvSpPr>
          <p:cNvPr id="255" name="Rectangle 254"/>
          <p:cNvSpPr/>
          <p:nvPr/>
        </p:nvSpPr>
        <p:spPr>
          <a:xfrm>
            <a:off x="504508" y="3527298"/>
            <a:ext cx="5413248" cy="292608"/>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TextBox 255"/>
          <p:cNvSpPr txBox="1"/>
          <p:nvPr/>
        </p:nvSpPr>
        <p:spPr>
          <a:xfrm>
            <a:off x="586804" y="3563874"/>
            <a:ext cx="5285232" cy="261610"/>
          </a:xfrm>
          <a:prstGeom prst="rect">
            <a:avLst/>
          </a:prstGeom>
          <a:noFill/>
        </p:spPr>
        <p:txBody>
          <a:bodyPr wrap="square">
            <a:spAutoFit/>
          </a:bodyPr>
          <a:lstStyle/>
          <a:p>
            <a:pPr algn="l"/>
            <a:r>
              <a:rPr sz="1100" b="1">
                <a:solidFill>
                  <a:srgbClr val="FFFFFF"/>
                </a:solidFill>
              </a:rPr>
              <a:t>CUSTOMER  (500 rows  —  SIN synthetic, no real PII)</a:t>
            </a:r>
          </a:p>
        </p:txBody>
      </p:sp>
      <p:sp>
        <p:nvSpPr>
          <p:cNvPr id="257" name="Rectangle 256"/>
          <p:cNvSpPr/>
          <p:nvPr/>
        </p:nvSpPr>
        <p:spPr>
          <a:xfrm>
            <a:off x="504508" y="3819906"/>
            <a:ext cx="512064"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TextBox 257"/>
          <p:cNvSpPr txBox="1"/>
          <p:nvPr/>
        </p:nvSpPr>
        <p:spPr>
          <a:xfrm>
            <a:off x="541084" y="3847338"/>
            <a:ext cx="457200" cy="369332"/>
          </a:xfrm>
          <a:prstGeom prst="rect">
            <a:avLst/>
          </a:prstGeom>
          <a:noFill/>
        </p:spPr>
        <p:txBody>
          <a:bodyPr wrap="square">
            <a:spAutoFit/>
          </a:bodyPr>
          <a:lstStyle/>
          <a:p>
            <a:pPr algn="l"/>
            <a:r>
              <a:rPr sz="900" b="1">
                <a:solidFill>
                  <a:srgbClr val="FFFFFF"/>
                </a:solidFill>
              </a:rPr>
              <a:t>cust_id</a:t>
            </a:r>
          </a:p>
        </p:txBody>
      </p:sp>
      <p:sp>
        <p:nvSpPr>
          <p:cNvPr id="259" name="Rectangle 258"/>
          <p:cNvSpPr/>
          <p:nvPr/>
        </p:nvSpPr>
        <p:spPr>
          <a:xfrm>
            <a:off x="1016572" y="3819906"/>
            <a:ext cx="1170432"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TextBox 259"/>
          <p:cNvSpPr txBox="1"/>
          <p:nvPr/>
        </p:nvSpPr>
        <p:spPr>
          <a:xfrm>
            <a:off x="1053148" y="3847338"/>
            <a:ext cx="1115568" cy="230832"/>
          </a:xfrm>
          <a:prstGeom prst="rect">
            <a:avLst/>
          </a:prstGeom>
          <a:noFill/>
        </p:spPr>
        <p:txBody>
          <a:bodyPr wrap="square">
            <a:spAutoFit/>
          </a:bodyPr>
          <a:lstStyle/>
          <a:p>
            <a:pPr algn="l"/>
            <a:r>
              <a:rPr sz="900" b="1">
                <a:solidFill>
                  <a:srgbClr val="FFFFFF"/>
                </a:solidFill>
              </a:rPr>
              <a:t>first_name</a:t>
            </a:r>
          </a:p>
        </p:txBody>
      </p:sp>
      <p:sp>
        <p:nvSpPr>
          <p:cNvPr id="261" name="Rectangle 260"/>
          <p:cNvSpPr/>
          <p:nvPr/>
        </p:nvSpPr>
        <p:spPr>
          <a:xfrm>
            <a:off x="2187004" y="3819906"/>
            <a:ext cx="1170432"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TextBox 261"/>
          <p:cNvSpPr txBox="1"/>
          <p:nvPr/>
        </p:nvSpPr>
        <p:spPr>
          <a:xfrm>
            <a:off x="2223580" y="3847338"/>
            <a:ext cx="1115568" cy="230832"/>
          </a:xfrm>
          <a:prstGeom prst="rect">
            <a:avLst/>
          </a:prstGeom>
          <a:noFill/>
        </p:spPr>
        <p:txBody>
          <a:bodyPr wrap="square">
            <a:spAutoFit/>
          </a:bodyPr>
          <a:lstStyle/>
          <a:p>
            <a:pPr algn="l"/>
            <a:r>
              <a:rPr sz="900" b="1">
                <a:solidFill>
                  <a:srgbClr val="FFFFFF"/>
                </a:solidFill>
              </a:rPr>
              <a:t>last_name</a:t>
            </a:r>
          </a:p>
        </p:txBody>
      </p:sp>
      <p:sp>
        <p:nvSpPr>
          <p:cNvPr id="263" name="Rectangle 262"/>
          <p:cNvSpPr/>
          <p:nvPr/>
        </p:nvSpPr>
        <p:spPr>
          <a:xfrm>
            <a:off x="3357436" y="3819906"/>
            <a:ext cx="1536192"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TextBox 263"/>
          <p:cNvSpPr txBox="1"/>
          <p:nvPr/>
        </p:nvSpPr>
        <p:spPr>
          <a:xfrm>
            <a:off x="3394012" y="3847338"/>
            <a:ext cx="1481328" cy="230832"/>
          </a:xfrm>
          <a:prstGeom prst="rect">
            <a:avLst/>
          </a:prstGeom>
          <a:noFill/>
        </p:spPr>
        <p:txBody>
          <a:bodyPr wrap="square">
            <a:spAutoFit/>
          </a:bodyPr>
          <a:lstStyle/>
          <a:p>
            <a:pPr algn="l"/>
            <a:r>
              <a:rPr sz="900" b="1">
                <a:solidFill>
                  <a:srgbClr val="FFFFFF"/>
                </a:solidFill>
              </a:rPr>
              <a:t>city</a:t>
            </a:r>
          </a:p>
        </p:txBody>
      </p:sp>
      <p:sp>
        <p:nvSpPr>
          <p:cNvPr id="265" name="Rectangle 264"/>
          <p:cNvSpPr/>
          <p:nvPr/>
        </p:nvSpPr>
        <p:spPr>
          <a:xfrm>
            <a:off x="4893628" y="3819906"/>
            <a:ext cx="512064"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TextBox 265"/>
          <p:cNvSpPr txBox="1"/>
          <p:nvPr/>
        </p:nvSpPr>
        <p:spPr>
          <a:xfrm>
            <a:off x="4930204" y="3847338"/>
            <a:ext cx="457200" cy="230832"/>
          </a:xfrm>
          <a:prstGeom prst="rect">
            <a:avLst/>
          </a:prstGeom>
          <a:noFill/>
        </p:spPr>
        <p:txBody>
          <a:bodyPr wrap="square">
            <a:spAutoFit/>
          </a:bodyPr>
          <a:lstStyle/>
          <a:p>
            <a:pPr algn="l"/>
            <a:r>
              <a:rPr sz="900" b="1">
                <a:solidFill>
                  <a:srgbClr val="FFFFFF"/>
                </a:solidFill>
              </a:rPr>
              <a:t>prov</a:t>
            </a:r>
          </a:p>
        </p:txBody>
      </p:sp>
      <p:sp>
        <p:nvSpPr>
          <p:cNvPr id="267" name="Rectangle 266"/>
          <p:cNvSpPr/>
          <p:nvPr/>
        </p:nvSpPr>
        <p:spPr>
          <a:xfrm>
            <a:off x="5405692" y="3819906"/>
            <a:ext cx="512064"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TextBox 267"/>
          <p:cNvSpPr txBox="1"/>
          <p:nvPr/>
        </p:nvSpPr>
        <p:spPr>
          <a:xfrm>
            <a:off x="5442268" y="3847338"/>
            <a:ext cx="457200" cy="230832"/>
          </a:xfrm>
          <a:prstGeom prst="rect">
            <a:avLst/>
          </a:prstGeom>
          <a:noFill/>
        </p:spPr>
        <p:txBody>
          <a:bodyPr wrap="square">
            <a:spAutoFit/>
          </a:bodyPr>
          <a:lstStyle/>
          <a:p>
            <a:pPr algn="l"/>
            <a:r>
              <a:rPr sz="900" b="1">
                <a:solidFill>
                  <a:srgbClr val="FFFFFF"/>
                </a:solidFill>
              </a:rPr>
              <a:t>lang</a:t>
            </a:r>
          </a:p>
        </p:txBody>
      </p:sp>
      <p:sp>
        <p:nvSpPr>
          <p:cNvPr id="269" name="Rectangle 268"/>
          <p:cNvSpPr/>
          <p:nvPr/>
        </p:nvSpPr>
        <p:spPr>
          <a:xfrm>
            <a:off x="504508" y="4062222"/>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TextBox 269"/>
          <p:cNvSpPr txBox="1"/>
          <p:nvPr/>
        </p:nvSpPr>
        <p:spPr>
          <a:xfrm>
            <a:off x="541084" y="4089654"/>
            <a:ext cx="457200" cy="230832"/>
          </a:xfrm>
          <a:prstGeom prst="rect">
            <a:avLst/>
          </a:prstGeom>
          <a:noFill/>
        </p:spPr>
        <p:txBody>
          <a:bodyPr wrap="square">
            <a:spAutoFit/>
          </a:bodyPr>
          <a:lstStyle/>
          <a:p>
            <a:pPr algn="l"/>
            <a:r>
              <a:rPr sz="900" b="0">
                <a:solidFill>
                  <a:srgbClr val="333333"/>
                </a:solidFill>
              </a:rPr>
              <a:t>1</a:t>
            </a:r>
          </a:p>
        </p:txBody>
      </p:sp>
      <p:sp>
        <p:nvSpPr>
          <p:cNvPr id="271" name="Rectangle 270"/>
          <p:cNvSpPr/>
          <p:nvPr/>
        </p:nvSpPr>
        <p:spPr>
          <a:xfrm>
            <a:off x="1016572" y="4062222"/>
            <a:ext cx="117043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271"/>
          <p:cNvSpPr txBox="1"/>
          <p:nvPr/>
        </p:nvSpPr>
        <p:spPr>
          <a:xfrm>
            <a:off x="1053148" y="4089654"/>
            <a:ext cx="1115568" cy="230832"/>
          </a:xfrm>
          <a:prstGeom prst="rect">
            <a:avLst/>
          </a:prstGeom>
          <a:noFill/>
        </p:spPr>
        <p:txBody>
          <a:bodyPr wrap="square">
            <a:spAutoFit/>
          </a:bodyPr>
          <a:lstStyle/>
          <a:p>
            <a:pPr algn="l"/>
            <a:r>
              <a:rPr sz="900" b="0">
                <a:solidFill>
                  <a:srgbClr val="333333"/>
                </a:solidFill>
              </a:rPr>
              <a:t>Benjamin</a:t>
            </a:r>
          </a:p>
        </p:txBody>
      </p:sp>
      <p:sp>
        <p:nvSpPr>
          <p:cNvPr id="273" name="Rectangle 272"/>
          <p:cNvSpPr/>
          <p:nvPr/>
        </p:nvSpPr>
        <p:spPr>
          <a:xfrm>
            <a:off x="2187004" y="4062222"/>
            <a:ext cx="117043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TextBox 273"/>
          <p:cNvSpPr txBox="1"/>
          <p:nvPr/>
        </p:nvSpPr>
        <p:spPr>
          <a:xfrm>
            <a:off x="2223580" y="4089654"/>
            <a:ext cx="1115568" cy="230832"/>
          </a:xfrm>
          <a:prstGeom prst="rect">
            <a:avLst/>
          </a:prstGeom>
          <a:noFill/>
        </p:spPr>
        <p:txBody>
          <a:bodyPr wrap="square">
            <a:spAutoFit/>
          </a:bodyPr>
          <a:lstStyle/>
          <a:p>
            <a:pPr algn="l"/>
            <a:r>
              <a:rPr sz="900" b="0">
                <a:solidFill>
                  <a:srgbClr val="333333"/>
                </a:solidFill>
              </a:rPr>
              <a:t>Harris</a:t>
            </a:r>
          </a:p>
        </p:txBody>
      </p:sp>
      <p:sp>
        <p:nvSpPr>
          <p:cNvPr id="275" name="Rectangle 274"/>
          <p:cNvSpPr/>
          <p:nvPr/>
        </p:nvSpPr>
        <p:spPr>
          <a:xfrm>
            <a:off x="3357436" y="4062222"/>
            <a:ext cx="153619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275"/>
          <p:cNvSpPr txBox="1"/>
          <p:nvPr/>
        </p:nvSpPr>
        <p:spPr>
          <a:xfrm>
            <a:off x="3394012" y="4089654"/>
            <a:ext cx="1481328" cy="230832"/>
          </a:xfrm>
          <a:prstGeom prst="rect">
            <a:avLst/>
          </a:prstGeom>
          <a:noFill/>
        </p:spPr>
        <p:txBody>
          <a:bodyPr wrap="square">
            <a:spAutoFit/>
          </a:bodyPr>
          <a:lstStyle/>
          <a:p>
            <a:pPr algn="l"/>
            <a:r>
              <a:rPr sz="900" b="0">
                <a:solidFill>
                  <a:srgbClr val="333333"/>
                </a:solidFill>
              </a:rPr>
              <a:t>East Jenny</a:t>
            </a:r>
          </a:p>
        </p:txBody>
      </p:sp>
      <p:sp>
        <p:nvSpPr>
          <p:cNvPr id="277" name="Rectangle 276"/>
          <p:cNvSpPr/>
          <p:nvPr/>
        </p:nvSpPr>
        <p:spPr>
          <a:xfrm>
            <a:off x="4893628" y="4062222"/>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TextBox 277"/>
          <p:cNvSpPr txBox="1"/>
          <p:nvPr/>
        </p:nvSpPr>
        <p:spPr>
          <a:xfrm>
            <a:off x="4930204" y="4089654"/>
            <a:ext cx="457200" cy="230832"/>
          </a:xfrm>
          <a:prstGeom prst="rect">
            <a:avLst/>
          </a:prstGeom>
          <a:noFill/>
        </p:spPr>
        <p:txBody>
          <a:bodyPr wrap="square">
            <a:spAutoFit/>
          </a:bodyPr>
          <a:lstStyle/>
          <a:p>
            <a:pPr algn="l"/>
            <a:r>
              <a:rPr sz="900" b="0">
                <a:solidFill>
                  <a:srgbClr val="333333"/>
                </a:solidFill>
              </a:rPr>
              <a:t>PE</a:t>
            </a:r>
          </a:p>
        </p:txBody>
      </p:sp>
      <p:sp>
        <p:nvSpPr>
          <p:cNvPr id="279" name="Rectangle 278"/>
          <p:cNvSpPr/>
          <p:nvPr/>
        </p:nvSpPr>
        <p:spPr>
          <a:xfrm>
            <a:off x="5405692" y="4062222"/>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TextBox 279"/>
          <p:cNvSpPr txBox="1"/>
          <p:nvPr/>
        </p:nvSpPr>
        <p:spPr>
          <a:xfrm>
            <a:off x="5442268" y="4089654"/>
            <a:ext cx="457200" cy="230832"/>
          </a:xfrm>
          <a:prstGeom prst="rect">
            <a:avLst/>
          </a:prstGeom>
          <a:noFill/>
        </p:spPr>
        <p:txBody>
          <a:bodyPr wrap="square">
            <a:spAutoFit/>
          </a:bodyPr>
          <a:lstStyle/>
          <a:p>
            <a:pPr algn="l"/>
            <a:r>
              <a:rPr sz="900" b="0">
                <a:solidFill>
                  <a:srgbClr val="333333"/>
                </a:solidFill>
              </a:rPr>
              <a:t>FR</a:t>
            </a:r>
          </a:p>
        </p:txBody>
      </p:sp>
      <p:sp>
        <p:nvSpPr>
          <p:cNvPr id="281" name="Rectangle 280"/>
          <p:cNvSpPr/>
          <p:nvPr/>
        </p:nvSpPr>
        <p:spPr>
          <a:xfrm>
            <a:off x="504508" y="4304538"/>
            <a:ext cx="51206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TextBox 281"/>
          <p:cNvSpPr txBox="1"/>
          <p:nvPr/>
        </p:nvSpPr>
        <p:spPr>
          <a:xfrm>
            <a:off x="541084" y="4331970"/>
            <a:ext cx="457200" cy="230832"/>
          </a:xfrm>
          <a:prstGeom prst="rect">
            <a:avLst/>
          </a:prstGeom>
          <a:noFill/>
        </p:spPr>
        <p:txBody>
          <a:bodyPr wrap="square">
            <a:spAutoFit/>
          </a:bodyPr>
          <a:lstStyle/>
          <a:p>
            <a:pPr algn="l"/>
            <a:r>
              <a:rPr sz="900" b="0">
                <a:solidFill>
                  <a:srgbClr val="333333"/>
                </a:solidFill>
              </a:rPr>
              <a:t>2</a:t>
            </a:r>
          </a:p>
        </p:txBody>
      </p:sp>
      <p:sp>
        <p:nvSpPr>
          <p:cNvPr id="283" name="Rectangle 282"/>
          <p:cNvSpPr/>
          <p:nvPr/>
        </p:nvSpPr>
        <p:spPr>
          <a:xfrm>
            <a:off x="1016572" y="4304538"/>
            <a:ext cx="117043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TextBox 283"/>
          <p:cNvSpPr txBox="1"/>
          <p:nvPr/>
        </p:nvSpPr>
        <p:spPr>
          <a:xfrm>
            <a:off x="1053148" y="4331970"/>
            <a:ext cx="1115568" cy="230832"/>
          </a:xfrm>
          <a:prstGeom prst="rect">
            <a:avLst/>
          </a:prstGeom>
          <a:noFill/>
        </p:spPr>
        <p:txBody>
          <a:bodyPr wrap="square">
            <a:spAutoFit/>
          </a:bodyPr>
          <a:lstStyle/>
          <a:p>
            <a:pPr algn="l"/>
            <a:r>
              <a:rPr sz="900" b="0">
                <a:solidFill>
                  <a:srgbClr val="333333"/>
                </a:solidFill>
              </a:rPr>
              <a:t>Brian</a:t>
            </a:r>
          </a:p>
        </p:txBody>
      </p:sp>
      <p:sp>
        <p:nvSpPr>
          <p:cNvPr id="285" name="Rectangle 284"/>
          <p:cNvSpPr/>
          <p:nvPr/>
        </p:nvSpPr>
        <p:spPr>
          <a:xfrm>
            <a:off x="2187004" y="4304538"/>
            <a:ext cx="117043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TextBox 285"/>
          <p:cNvSpPr txBox="1"/>
          <p:nvPr/>
        </p:nvSpPr>
        <p:spPr>
          <a:xfrm>
            <a:off x="2223580" y="4331970"/>
            <a:ext cx="1115568" cy="230832"/>
          </a:xfrm>
          <a:prstGeom prst="rect">
            <a:avLst/>
          </a:prstGeom>
          <a:noFill/>
        </p:spPr>
        <p:txBody>
          <a:bodyPr wrap="square">
            <a:spAutoFit/>
          </a:bodyPr>
          <a:lstStyle/>
          <a:p>
            <a:pPr algn="l"/>
            <a:r>
              <a:rPr sz="900" b="0">
                <a:solidFill>
                  <a:srgbClr val="333333"/>
                </a:solidFill>
              </a:rPr>
              <a:t>Simmons</a:t>
            </a:r>
          </a:p>
        </p:txBody>
      </p:sp>
      <p:sp>
        <p:nvSpPr>
          <p:cNvPr id="287" name="Rectangle 286"/>
          <p:cNvSpPr/>
          <p:nvPr/>
        </p:nvSpPr>
        <p:spPr>
          <a:xfrm>
            <a:off x="3357436" y="4304538"/>
            <a:ext cx="153619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TextBox 287"/>
          <p:cNvSpPr txBox="1"/>
          <p:nvPr/>
        </p:nvSpPr>
        <p:spPr>
          <a:xfrm>
            <a:off x="3394012" y="4331970"/>
            <a:ext cx="1481328" cy="230832"/>
          </a:xfrm>
          <a:prstGeom prst="rect">
            <a:avLst/>
          </a:prstGeom>
          <a:noFill/>
        </p:spPr>
        <p:txBody>
          <a:bodyPr wrap="square">
            <a:spAutoFit/>
          </a:bodyPr>
          <a:lstStyle/>
          <a:p>
            <a:pPr algn="l"/>
            <a:r>
              <a:rPr sz="900" b="0">
                <a:solidFill>
                  <a:srgbClr val="333333"/>
                </a:solidFill>
              </a:rPr>
              <a:t>Port Leahmouth</a:t>
            </a:r>
          </a:p>
        </p:txBody>
      </p:sp>
      <p:sp>
        <p:nvSpPr>
          <p:cNvPr id="289" name="Rectangle 288"/>
          <p:cNvSpPr/>
          <p:nvPr/>
        </p:nvSpPr>
        <p:spPr>
          <a:xfrm>
            <a:off x="4893628" y="4304538"/>
            <a:ext cx="51206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TextBox 289"/>
          <p:cNvSpPr txBox="1"/>
          <p:nvPr/>
        </p:nvSpPr>
        <p:spPr>
          <a:xfrm>
            <a:off x="4930204" y="4331970"/>
            <a:ext cx="457200" cy="230832"/>
          </a:xfrm>
          <a:prstGeom prst="rect">
            <a:avLst/>
          </a:prstGeom>
          <a:noFill/>
        </p:spPr>
        <p:txBody>
          <a:bodyPr wrap="square">
            <a:spAutoFit/>
          </a:bodyPr>
          <a:lstStyle/>
          <a:p>
            <a:pPr algn="l"/>
            <a:r>
              <a:rPr sz="900" b="0">
                <a:solidFill>
                  <a:srgbClr val="333333"/>
                </a:solidFill>
              </a:rPr>
              <a:t>NS</a:t>
            </a:r>
          </a:p>
        </p:txBody>
      </p:sp>
      <p:sp>
        <p:nvSpPr>
          <p:cNvPr id="291" name="Rectangle 290"/>
          <p:cNvSpPr/>
          <p:nvPr/>
        </p:nvSpPr>
        <p:spPr>
          <a:xfrm>
            <a:off x="5405692" y="4304538"/>
            <a:ext cx="51206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TextBox 291"/>
          <p:cNvSpPr txBox="1"/>
          <p:nvPr/>
        </p:nvSpPr>
        <p:spPr>
          <a:xfrm>
            <a:off x="5442268" y="4331970"/>
            <a:ext cx="457200" cy="230832"/>
          </a:xfrm>
          <a:prstGeom prst="rect">
            <a:avLst/>
          </a:prstGeom>
          <a:noFill/>
        </p:spPr>
        <p:txBody>
          <a:bodyPr wrap="square">
            <a:spAutoFit/>
          </a:bodyPr>
          <a:lstStyle/>
          <a:p>
            <a:pPr algn="l"/>
            <a:r>
              <a:rPr sz="900" b="0">
                <a:solidFill>
                  <a:srgbClr val="333333"/>
                </a:solidFill>
              </a:rPr>
              <a:t>EN</a:t>
            </a:r>
          </a:p>
        </p:txBody>
      </p:sp>
      <p:sp>
        <p:nvSpPr>
          <p:cNvPr id="293" name="Rectangle 292"/>
          <p:cNvSpPr/>
          <p:nvPr/>
        </p:nvSpPr>
        <p:spPr>
          <a:xfrm>
            <a:off x="504508" y="4546854"/>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TextBox 293"/>
          <p:cNvSpPr txBox="1"/>
          <p:nvPr/>
        </p:nvSpPr>
        <p:spPr>
          <a:xfrm>
            <a:off x="541084" y="4574286"/>
            <a:ext cx="457200" cy="230832"/>
          </a:xfrm>
          <a:prstGeom prst="rect">
            <a:avLst/>
          </a:prstGeom>
          <a:noFill/>
        </p:spPr>
        <p:txBody>
          <a:bodyPr wrap="square">
            <a:spAutoFit/>
          </a:bodyPr>
          <a:lstStyle/>
          <a:p>
            <a:pPr algn="l"/>
            <a:r>
              <a:rPr sz="900" b="0">
                <a:solidFill>
                  <a:srgbClr val="333333"/>
                </a:solidFill>
              </a:rPr>
              <a:t>3</a:t>
            </a:r>
          </a:p>
        </p:txBody>
      </p:sp>
      <p:sp>
        <p:nvSpPr>
          <p:cNvPr id="295" name="Rectangle 294"/>
          <p:cNvSpPr/>
          <p:nvPr/>
        </p:nvSpPr>
        <p:spPr>
          <a:xfrm>
            <a:off x="1016572" y="4546854"/>
            <a:ext cx="117043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TextBox 295"/>
          <p:cNvSpPr txBox="1"/>
          <p:nvPr/>
        </p:nvSpPr>
        <p:spPr>
          <a:xfrm>
            <a:off x="1053148" y="4574286"/>
            <a:ext cx="1115568" cy="230832"/>
          </a:xfrm>
          <a:prstGeom prst="rect">
            <a:avLst/>
          </a:prstGeom>
          <a:noFill/>
        </p:spPr>
        <p:txBody>
          <a:bodyPr wrap="square">
            <a:spAutoFit/>
          </a:bodyPr>
          <a:lstStyle/>
          <a:p>
            <a:pPr algn="l"/>
            <a:r>
              <a:rPr sz="900" b="0">
                <a:solidFill>
                  <a:srgbClr val="333333"/>
                </a:solidFill>
              </a:rPr>
              <a:t>Mark</a:t>
            </a:r>
          </a:p>
        </p:txBody>
      </p:sp>
      <p:sp>
        <p:nvSpPr>
          <p:cNvPr id="297" name="Rectangle 296"/>
          <p:cNvSpPr/>
          <p:nvPr/>
        </p:nvSpPr>
        <p:spPr>
          <a:xfrm>
            <a:off x="2187004" y="4546854"/>
            <a:ext cx="117043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TextBox 297"/>
          <p:cNvSpPr txBox="1"/>
          <p:nvPr/>
        </p:nvSpPr>
        <p:spPr>
          <a:xfrm>
            <a:off x="2223580" y="4574286"/>
            <a:ext cx="1115568" cy="230832"/>
          </a:xfrm>
          <a:prstGeom prst="rect">
            <a:avLst/>
          </a:prstGeom>
          <a:noFill/>
        </p:spPr>
        <p:txBody>
          <a:bodyPr wrap="square">
            <a:spAutoFit/>
          </a:bodyPr>
          <a:lstStyle/>
          <a:p>
            <a:pPr algn="l"/>
            <a:r>
              <a:rPr sz="900" b="0">
                <a:solidFill>
                  <a:srgbClr val="333333"/>
                </a:solidFill>
              </a:rPr>
              <a:t>Davis</a:t>
            </a:r>
          </a:p>
        </p:txBody>
      </p:sp>
      <p:sp>
        <p:nvSpPr>
          <p:cNvPr id="299" name="Rectangle 298"/>
          <p:cNvSpPr/>
          <p:nvPr/>
        </p:nvSpPr>
        <p:spPr>
          <a:xfrm>
            <a:off x="3357436" y="4546854"/>
            <a:ext cx="153619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TextBox 299"/>
          <p:cNvSpPr txBox="1"/>
          <p:nvPr/>
        </p:nvSpPr>
        <p:spPr>
          <a:xfrm>
            <a:off x="3394012" y="4574286"/>
            <a:ext cx="1481328" cy="230832"/>
          </a:xfrm>
          <a:prstGeom prst="rect">
            <a:avLst/>
          </a:prstGeom>
          <a:noFill/>
        </p:spPr>
        <p:txBody>
          <a:bodyPr wrap="square">
            <a:spAutoFit/>
          </a:bodyPr>
          <a:lstStyle/>
          <a:p>
            <a:pPr algn="l"/>
            <a:r>
              <a:rPr sz="900" b="0">
                <a:solidFill>
                  <a:srgbClr val="333333"/>
                </a:solidFill>
              </a:rPr>
              <a:t>North Jeffberg</a:t>
            </a:r>
          </a:p>
        </p:txBody>
      </p:sp>
      <p:sp>
        <p:nvSpPr>
          <p:cNvPr id="301" name="Rectangle 300"/>
          <p:cNvSpPr/>
          <p:nvPr/>
        </p:nvSpPr>
        <p:spPr>
          <a:xfrm>
            <a:off x="4893628" y="4546854"/>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TextBox 301"/>
          <p:cNvSpPr txBox="1"/>
          <p:nvPr/>
        </p:nvSpPr>
        <p:spPr>
          <a:xfrm>
            <a:off x="4930204" y="4574286"/>
            <a:ext cx="457200" cy="230832"/>
          </a:xfrm>
          <a:prstGeom prst="rect">
            <a:avLst/>
          </a:prstGeom>
          <a:noFill/>
        </p:spPr>
        <p:txBody>
          <a:bodyPr wrap="square">
            <a:spAutoFit/>
          </a:bodyPr>
          <a:lstStyle/>
          <a:p>
            <a:pPr algn="l"/>
            <a:r>
              <a:rPr sz="900" b="0">
                <a:solidFill>
                  <a:srgbClr val="333333"/>
                </a:solidFill>
              </a:rPr>
              <a:t>PE</a:t>
            </a:r>
          </a:p>
        </p:txBody>
      </p:sp>
      <p:sp>
        <p:nvSpPr>
          <p:cNvPr id="303" name="Rectangle 302"/>
          <p:cNvSpPr/>
          <p:nvPr/>
        </p:nvSpPr>
        <p:spPr>
          <a:xfrm>
            <a:off x="5405692" y="4546854"/>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TextBox 303"/>
          <p:cNvSpPr txBox="1"/>
          <p:nvPr/>
        </p:nvSpPr>
        <p:spPr>
          <a:xfrm>
            <a:off x="5442268" y="4574286"/>
            <a:ext cx="457200" cy="230832"/>
          </a:xfrm>
          <a:prstGeom prst="rect">
            <a:avLst/>
          </a:prstGeom>
          <a:noFill/>
        </p:spPr>
        <p:txBody>
          <a:bodyPr wrap="square">
            <a:spAutoFit/>
          </a:bodyPr>
          <a:lstStyle/>
          <a:p>
            <a:pPr algn="l"/>
            <a:r>
              <a:rPr sz="900" b="0">
                <a:solidFill>
                  <a:srgbClr val="333333"/>
                </a:solidFill>
              </a:rPr>
              <a:t>FR</a:t>
            </a:r>
          </a:p>
        </p:txBody>
      </p:sp>
      <p:sp>
        <p:nvSpPr>
          <p:cNvPr id="305" name="Rectangle 304"/>
          <p:cNvSpPr/>
          <p:nvPr/>
        </p:nvSpPr>
        <p:spPr>
          <a:xfrm>
            <a:off x="504508" y="4789170"/>
            <a:ext cx="51206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TextBox 305"/>
          <p:cNvSpPr txBox="1"/>
          <p:nvPr/>
        </p:nvSpPr>
        <p:spPr>
          <a:xfrm>
            <a:off x="541084" y="4816602"/>
            <a:ext cx="457200" cy="230832"/>
          </a:xfrm>
          <a:prstGeom prst="rect">
            <a:avLst/>
          </a:prstGeom>
          <a:noFill/>
        </p:spPr>
        <p:txBody>
          <a:bodyPr wrap="square">
            <a:spAutoFit/>
          </a:bodyPr>
          <a:lstStyle/>
          <a:p>
            <a:pPr algn="l"/>
            <a:r>
              <a:rPr sz="900" b="0">
                <a:solidFill>
                  <a:srgbClr val="333333"/>
                </a:solidFill>
              </a:rPr>
              <a:t>4</a:t>
            </a:r>
          </a:p>
        </p:txBody>
      </p:sp>
      <p:sp>
        <p:nvSpPr>
          <p:cNvPr id="307" name="Rectangle 306"/>
          <p:cNvSpPr/>
          <p:nvPr/>
        </p:nvSpPr>
        <p:spPr>
          <a:xfrm>
            <a:off x="1016572" y="4789170"/>
            <a:ext cx="117043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TextBox 307"/>
          <p:cNvSpPr txBox="1"/>
          <p:nvPr/>
        </p:nvSpPr>
        <p:spPr>
          <a:xfrm>
            <a:off x="1053148" y="4816602"/>
            <a:ext cx="1115568" cy="230832"/>
          </a:xfrm>
          <a:prstGeom prst="rect">
            <a:avLst/>
          </a:prstGeom>
          <a:noFill/>
        </p:spPr>
        <p:txBody>
          <a:bodyPr wrap="square">
            <a:spAutoFit/>
          </a:bodyPr>
          <a:lstStyle/>
          <a:p>
            <a:pPr algn="l"/>
            <a:r>
              <a:rPr sz="900" b="0">
                <a:solidFill>
                  <a:srgbClr val="333333"/>
                </a:solidFill>
              </a:rPr>
              <a:t>Dawn</a:t>
            </a:r>
          </a:p>
        </p:txBody>
      </p:sp>
      <p:sp>
        <p:nvSpPr>
          <p:cNvPr id="309" name="Rectangle 308"/>
          <p:cNvSpPr/>
          <p:nvPr/>
        </p:nvSpPr>
        <p:spPr>
          <a:xfrm>
            <a:off x="2187004" y="4789170"/>
            <a:ext cx="117043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TextBox 309"/>
          <p:cNvSpPr txBox="1"/>
          <p:nvPr/>
        </p:nvSpPr>
        <p:spPr>
          <a:xfrm>
            <a:off x="2223580" y="4816602"/>
            <a:ext cx="1115568" cy="230832"/>
          </a:xfrm>
          <a:prstGeom prst="rect">
            <a:avLst/>
          </a:prstGeom>
          <a:noFill/>
        </p:spPr>
        <p:txBody>
          <a:bodyPr wrap="square">
            <a:spAutoFit/>
          </a:bodyPr>
          <a:lstStyle/>
          <a:p>
            <a:pPr algn="l"/>
            <a:r>
              <a:rPr sz="900" b="0">
                <a:solidFill>
                  <a:srgbClr val="333333"/>
                </a:solidFill>
              </a:rPr>
              <a:t>Perry</a:t>
            </a:r>
          </a:p>
        </p:txBody>
      </p:sp>
      <p:sp>
        <p:nvSpPr>
          <p:cNvPr id="311" name="Rectangle 310"/>
          <p:cNvSpPr/>
          <p:nvPr/>
        </p:nvSpPr>
        <p:spPr>
          <a:xfrm>
            <a:off x="3357436" y="4789170"/>
            <a:ext cx="153619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TextBox 311"/>
          <p:cNvSpPr txBox="1"/>
          <p:nvPr/>
        </p:nvSpPr>
        <p:spPr>
          <a:xfrm>
            <a:off x="3394012" y="4816602"/>
            <a:ext cx="1481328" cy="230832"/>
          </a:xfrm>
          <a:prstGeom prst="rect">
            <a:avLst/>
          </a:prstGeom>
          <a:noFill/>
        </p:spPr>
        <p:txBody>
          <a:bodyPr wrap="square">
            <a:spAutoFit/>
          </a:bodyPr>
          <a:lstStyle/>
          <a:p>
            <a:pPr algn="l"/>
            <a:r>
              <a:rPr sz="900" b="0">
                <a:solidFill>
                  <a:srgbClr val="333333"/>
                </a:solidFill>
              </a:rPr>
              <a:t>Jacobsshire</a:t>
            </a:r>
          </a:p>
        </p:txBody>
      </p:sp>
      <p:sp>
        <p:nvSpPr>
          <p:cNvPr id="313" name="Rectangle 312"/>
          <p:cNvSpPr/>
          <p:nvPr/>
        </p:nvSpPr>
        <p:spPr>
          <a:xfrm>
            <a:off x="4893628" y="4789170"/>
            <a:ext cx="51206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TextBox 313"/>
          <p:cNvSpPr txBox="1"/>
          <p:nvPr/>
        </p:nvSpPr>
        <p:spPr>
          <a:xfrm>
            <a:off x="4930204" y="4816602"/>
            <a:ext cx="457200" cy="230832"/>
          </a:xfrm>
          <a:prstGeom prst="rect">
            <a:avLst/>
          </a:prstGeom>
          <a:noFill/>
        </p:spPr>
        <p:txBody>
          <a:bodyPr wrap="square">
            <a:spAutoFit/>
          </a:bodyPr>
          <a:lstStyle/>
          <a:p>
            <a:pPr algn="l"/>
            <a:r>
              <a:rPr sz="900" b="0">
                <a:solidFill>
                  <a:srgbClr val="333333"/>
                </a:solidFill>
              </a:rPr>
              <a:t>BC</a:t>
            </a:r>
          </a:p>
        </p:txBody>
      </p:sp>
      <p:sp>
        <p:nvSpPr>
          <p:cNvPr id="315" name="Rectangle 314"/>
          <p:cNvSpPr/>
          <p:nvPr/>
        </p:nvSpPr>
        <p:spPr>
          <a:xfrm>
            <a:off x="5405692" y="4789170"/>
            <a:ext cx="51206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TextBox 315"/>
          <p:cNvSpPr txBox="1"/>
          <p:nvPr/>
        </p:nvSpPr>
        <p:spPr>
          <a:xfrm>
            <a:off x="5442268" y="4816602"/>
            <a:ext cx="457200" cy="230832"/>
          </a:xfrm>
          <a:prstGeom prst="rect">
            <a:avLst/>
          </a:prstGeom>
          <a:noFill/>
        </p:spPr>
        <p:txBody>
          <a:bodyPr wrap="square">
            <a:spAutoFit/>
          </a:bodyPr>
          <a:lstStyle/>
          <a:p>
            <a:pPr algn="l"/>
            <a:r>
              <a:rPr sz="900" b="0">
                <a:solidFill>
                  <a:srgbClr val="333333"/>
                </a:solidFill>
              </a:rPr>
              <a:t>EN</a:t>
            </a:r>
          </a:p>
        </p:txBody>
      </p:sp>
      <p:sp>
        <p:nvSpPr>
          <p:cNvPr id="317" name="Rectangle 316"/>
          <p:cNvSpPr/>
          <p:nvPr/>
        </p:nvSpPr>
        <p:spPr>
          <a:xfrm>
            <a:off x="504508" y="5031486"/>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TextBox 317"/>
          <p:cNvSpPr txBox="1"/>
          <p:nvPr/>
        </p:nvSpPr>
        <p:spPr>
          <a:xfrm>
            <a:off x="541084" y="5058918"/>
            <a:ext cx="457200" cy="230832"/>
          </a:xfrm>
          <a:prstGeom prst="rect">
            <a:avLst/>
          </a:prstGeom>
          <a:noFill/>
        </p:spPr>
        <p:txBody>
          <a:bodyPr wrap="square">
            <a:spAutoFit/>
          </a:bodyPr>
          <a:lstStyle/>
          <a:p>
            <a:pPr algn="l"/>
            <a:r>
              <a:rPr sz="900" b="0">
                <a:solidFill>
                  <a:srgbClr val="333333"/>
                </a:solidFill>
              </a:rPr>
              <a:t>5</a:t>
            </a:r>
          </a:p>
        </p:txBody>
      </p:sp>
      <p:sp>
        <p:nvSpPr>
          <p:cNvPr id="319" name="Rectangle 318"/>
          <p:cNvSpPr/>
          <p:nvPr/>
        </p:nvSpPr>
        <p:spPr>
          <a:xfrm>
            <a:off x="1016572" y="5031486"/>
            <a:ext cx="117043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TextBox 319"/>
          <p:cNvSpPr txBox="1"/>
          <p:nvPr/>
        </p:nvSpPr>
        <p:spPr>
          <a:xfrm>
            <a:off x="1053148" y="5058918"/>
            <a:ext cx="1115568" cy="230832"/>
          </a:xfrm>
          <a:prstGeom prst="rect">
            <a:avLst/>
          </a:prstGeom>
          <a:noFill/>
        </p:spPr>
        <p:txBody>
          <a:bodyPr wrap="square">
            <a:spAutoFit/>
          </a:bodyPr>
          <a:lstStyle/>
          <a:p>
            <a:pPr algn="l"/>
            <a:r>
              <a:rPr sz="900" b="0">
                <a:solidFill>
                  <a:srgbClr val="333333"/>
                </a:solidFill>
              </a:rPr>
              <a:t>William</a:t>
            </a:r>
          </a:p>
        </p:txBody>
      </p:sp>
      <p:sp>
        <p:nvSpPr>
          <p:cNvPr id="321" name="Rectangle 320"/>
          <p:cNvSpPr/>
          <p:nvPr/>
        </p:nvSpPr>
        <p:spPr>
          <a:xfrm>
            <a:off x="2187004" y="5031486"/>
            <a:ext cx="117043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TextBox 321"/>
          <p:cNvSpPr txBox="1"/>
          <p:nvPr/>
        </p:nvSpPr>
        <p:spPr>
          <a:xfrm>
            <a:off x="2223580" y="5058918"/>
            <a:ext cx="1115568" cy="230832"/>
          </a:xfrm>
          <a:prstGeom prst="rect">
            <a:avLst/>
          </a:prstGeom>
          <a:noFill/>
        </p:spPr>
        <p:txBody>
          <a:bodyPr wrap="square">
            <a:spAutoFit/>
          </a:bodyPr>
          <a:lstStyle/>
          <a:p>
            <a:pPr algn="l"/>
            <a:r>
              <a:rPr sz="900" b="0">
                <a:solidFill>
                  <a:srgbClr val="333333"/>
                </a:solidFill>
              </a:rPr>
              <a:t>York</a:t>
            </a:r>
          </a:p>
        </p:txBody>
      </p:sp>
      <p:sp>
        <p:nvSpPr>
          <p:cNvPr id="323" name="Rectangle 322"/>
          <p:cNvSpPr/>
          <p:nvPr/>
        </p:nvSpPr>
        <p:spPr>
          <a:xfrm>
            <a:off x="3357436" y="5031486"/>
            <a:ext cx="153619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TextBox 323"/>
          <p:cNvSpPr txBox="1"/>
          <p:nvPr/>
        </p:nvSpPr>
        <p:spPr>
          <a:xfrm>
            <a:off x="3394012" y="5058918"/>
            <a:ext cx="1481328" cy="230832"/>
          </a:xfrm>
          <a:prstGeom prst="rect">
            <a:avLst/>
          </a:prstGeom>
          <a:noFill/>
        </p:spPr>
        <p:txBody>
          <a:bodyPr wrap="square">
            <a:spAutoFit/>
          </a:bodyPr>
          <a:lstStyle/>
          <a:p>
            <a:pPr algn="l"/>
            <a:r>
              <a:rPr sz="900" b="0">
                <a:solidFill>
                  <a:srgbClr val="333333"/>
                </a:solidFill>
              </a:rPr>
              <a:t>Kimberlybury</a:t>
            </a:r>
          </a:p>
        </p:txBody>
      </p:sp>
      <p:sp>
        <p:nvSpPr>
          <p:cNvPr id="325" name="Rectangle 324"/>
          <p:cNvSpPr/>
          <p:nvPr/>
        </p:nvSpPr>
        <p:spPr>
          <a:xfrm>
            <a:off x="4893628" y="5031486"/>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TextBox 325"/>
          <p:cNvSpPr txBox="1"/>
          <p:nvPr/>
        </p:nvSpPr>
        <p:spPr>
          <a:xfrm>
            <a:off x="4930204" y="5058918"/>
            <a:ext cx="457200" cy="230832"/>
          </a:xfrm>
          <a:prstGeom prst="rect">
            <a:avLst/>
          </a:prstGeom>
          <a:noFill/>
        </p:spPr>
        <p:txBody>
          <a:bodyPr wrap="square">
            <a:spAutoFit/>
          </a:bodyPr>
          <a:lstStyle/>
          <a:p>
            <a:pPr algn="l"/>
            <a:r>
              <a:rPr sz="900" b="0">
                <a:solidFill>
                  <a:srgbClr val="333333"/>
                </a:solidFill>
              </a:rPr>
              <a:t>ON</a:t>
            </a:r>
          </a:p>
        </p:txBody>
      </p:sp>
      <p:sp>
        <p:nvSpPr>
          <p:cNvPr id="327" name="Rectangle 326"/>
          <p:cNvSpPr/>
          <p:nvPr/>
        </p:nvSpPr>
        <p:spPr>
          <a:xfrm>
            <a:off x="5405692" y="5031486"/>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TextBox 327"/>
          <p:cNvSpPr txBox="1"/>
          <p:nvPr/>
        </p:nvSpPr>
        <p:spPr>
          <a:xfrm>
            <a:off x="5442268" y="5058918"/>
            <a:ext cx="457200" cy="230832"/>
          </a:xfrm>
          <a:prstGeom prst="rect">
            <a:avLst/>
          </a:prstGeom>
          <a:noFill/>
        </p:spPr>
        <p:txBody>
          <a:bodyPr wrap="square">
            <a:spAutoFit/>
          </a:bodyPr>
          <a:lstStyle/>
          <a:p>
            <a:pPr algn="l"/>
            <a:r>
              <a:rPr sz="900" b="0">
                <a:solidFill>
                  <a:srgbClr val="333333"/>
                </a:solidFill>
              </a:rPr>
              <a:t>EN</a:t>
            </a:r>
          </a:p>
        </p:txBody>
      </p:sp>
      <p:sp>
        <p:nvSpPr>
          <p:cNvPr id="329" name="Cornerstone">
            <a:extLst>
              <a:ext uri="{FF2B5EF4-FFF2-40B4-BE49-F238E27FC236}">
                <a16:creationId xmlns:a16="http://schemas.microsoft.com/office/drawing/2014/main" id="{A6C5D9D9-C7AB-32FB-F5DB-5FD341010137}"/>
              </a:ext>
              <a:ext uri="{C183D7F6-B498-43B3-948B-1728B52AA6E4}">
                <adec:decorative xmlns:adec="http://schemas.microsoft.com/office/drawing/2017/decorative" val="1"/>
              </a:ext>
            </a:extLst>
          </p:cNvPr>
          <p:cNvSpPr>
            <a:spLocks noChangeAspect="1"/>
          </p:cNvSpPr>
          <p:nvPr/>
        </p:nvSpPr>
        <p:spPr bwMode="gray">
          <a:xfrm rot="16200000">
            <a:off x="10393974" y="423158"/>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gradFill>
          <a:ln w="9525" algn="ctr">
            <a:noFill/>
            <a:miter lim="800000"/>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330" name="Rectangle 329">
            <a:extLst>
              <a:ext uri="{FF2B5EF4-FFF2-40B4-BE49-F238E27FC236}">
                <a16:creationId xmlns:a16="http://schemas.microsoft.com/office/drawing/2014/main" id="{6933AA05-37C4-4950-68C7-9278CDC129F0}"/>
              </a:ext>
            </a:extLst>
          </p:cNvPr>
          <p:cNvSpPr/>
          <p:nvPr/>
        </p:nvSpPr>
        <p:spPr>
          <a:xfrm>
            <a:off x="504508" y="1261871"/>
            <a:ext cx="8820467" cy="45719"/>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4508" y="164593"/>
            <a:ext cx="11183112" cy="523220"/>
          </a:xfrm>
          <a:prstGeom prst="rect">
            <a:avLst/>
          </a:prstGeom>
          <a:noFill/>
        </p:spPr>
        <p:txBody>
          <a:bodyPr wrap="square">
            <a:spAutoFit/>
          </a:bodyPr>
          <a:lstStyle/>
          <a:p>
            <a:r>
              <a:rPr lang="en-US" sz="2800" dirty="0"/>
              <a:t>A 30-Day Advancing </a:t>
            </a:r>
            <a:r>
              <a:rPr sz="2800" dirty="0">
                <a:latin typeface="+mj-lt"/>
                <a:ea typeface="+mj-ea"/>
                <a:cs typeface="+mj-cs"/>
              </a:rPr>
              <a:t>Sample -  Transaction &amp; Authorization</a:t>
            </a:r>
          </a:p>
        </p:txBody>
      </p:sp>
      <p:sp>
        <p:nvSpPr>
          <p:cNvPr id="4" name="TextBox 3"/>
          <p:cNvSpPr txBox="1"/>
          <p:nvPr/>
        </p:nvSpPr>
        <p:spPr>
          <a:xfrm>
            <a:off x="504508" y="886968"/>
            <a:ext cx="11183112" cy="292388"/>
          </a:xfrm>
          <a:prstGeom prst="rect">
            <a:avLst/>
          </a:prstGeom>
          <a:noFill/>
        </p:spPr>
        <p:txBody>
          <a:bodyPr wrap="square">
            <a:spAutoFit/>
          </a:bodyPr>
          <a:lstStyle/>
          <a:p>
            <a:r>
              <a:rPr lang="en-US" sz="1300" dirty="0">
                <a:solidFill>
                  <a:srgbClr val="6E6E6E"/>
                </a:solidFill>
                <a:latin typeface="Calibri"/>
              </a:rPr>
              <a:t>30-day run  |  ~581 transactions/day  |  ~633 authorizations/day  |  approved + declined</a:t>
            </a:r>
          </a:p>
        </p:txBody>
      </p:sp>
      <p:sp>
        <p:nvSpPr>
          <p:cNvPr id="193" name="Rectangle 192"/>
          <p:cNvSpPr/>
          <p:nvPr/>
        </p:nvSpPr>
        <p:spPr>
          <a:xfrm>
            <a:off x="502920" y="1616964"/>
            <a:ext cx="7680960" cy="292608"/>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p:cNvSpPr txBox="1"/>
          <p:nvPr/>
        </p:nvSpPr>
        <p:spPr>
          <a:xfrm>
            <a:off x="585216" y="1653540"/>
            <a:ext cx="7552944" cy="261610"/>
          </a:xfrm>
          <a:prstGeom prst="rect">
            <a:avLst/>
          </a:prstGeom>
          <a:noFill/>
        </p:spPr>
        <p:txBody>
          <a:bodyPr wrap="square">
            <a:spAutoFit/>
          </a:bodyPr>
          <a:lstStyle/>
          <a:p>
            <a:pPr algn="l"/>
            <a:r>
              <a:rPr sz="1100" b="1">
                <a:solidFill>
                  <a:srgbClr val="FFFFFF"/>
                </a:solidFill>
              </a:rPr>
              <a:t>TRANSACTION  (~581 new rows/day  |  17,420 total after 30 days)</a:t>
            </a:r>
          </a:p>
        </p:txBody>
      </p:sp>
      <p:sp>
        <p:nvSpPr>
          <p:cNvPr id="195" name="Rectangle 194"/>
          <p:cNvSpPr/>
          <p:nvPr/>
        </p:nvSpPr>
        <p:spPr>
          <a:xfrm>
            <a:off x="502920" y="1909572"/>
            <a:ext cx="475488"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TextBox 195"/>
          <p:cNvSpPr txBox="1"/>
          <p:nvPr/>
        </p:nvSpPr>
        <p:spPr>
          <a:xfrm>
            <a:off x="539495" y="1937004"/>
            <a:ext cx="613029" cy="230832"/>
          </a:xfrm>
          <a:prstGeom prst="rect">
            <a:avLst/>
          </a:prstGeom>
          <a:noFill/>
        </p:spPr>
        <p:txBody>
          <a:bodyPr wrap="square">
            <a:spAutoFit/>
          </a:bodyPr>
          <a:lstStyle/>
          <a:p>
            <a:pPr algn="l"/>
            <a:r>
              <a:rPr sz="900" b="1" dirty="0" err="1">
                <a:solidFill>
                  <a:srgbClr val="FFFFFF"/>
                </a:solidFill>
              </a:rPr>
              <a:t>txn_id</a:t>
            </a:r>
            <a:endParaRPr sz="900" b="1" dirty="0">
              <a:solidFill>
                <a:srgbClr val="FFFFFF"/>
              </a:solidFill>
            </a:endParaRPr>
          </a:p>
        </p:txBody>
      </p:sp>
      <p:sp>
        <p:nvSpPr>
          <p:cNvPr id="197" name="Rectangle 196"/>
          <p:cNvSpPr/>
          <p:nvPr/>
        </p:nvSpPr>
        <p:spPr>
          <a:xfrm>
            <a:off x="978408" y="1909572"/>
            <a:ext cx="512064"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TextBox 197"/>
          <p:cNvSpPr txBox="1"/>
          <p:nvPr/>
        </p:nvSpPr>
        <p:spPr>
          <a:xfrm>
            <a:off x="1014984" y="1937004"/>
            <a:ext cx="457200" cy="369332"/>
          </a:xfrm>
          <a:prstGeom prst="rect">
            <a:avLst/>
          </a:prstGeom>
          <a:noFill/>
        </p:spPr>
        <p:txBody>
          <a:bodyPr wrap="square">
            <a:spAutoFit/>
          </a:bodyPr>
          <a:lstStyle/>
          <a:p>
            <a:pPr algn="l"/>
            <a:r>
              <a:rPr sz="900" b="1">
                <a:solidFill>
                  <a:srgbClr val="FFFFFF"/>
                </a:solidFill>
              </a:rPr>
              <a:t>acct_id</a:t>
            </a:r>
          </a:p>
        </p:txBody>
      </p:sp>
      <p:sp>
        <p:nvSpPr>
          <p:cNvPr id="199" name="Rectangle 198"/>
          <p:cNvSpPr/>
          <p:nvPr/>
        </p:nvSpPr>
        <p:spPr>
          <a:xfrm>
            <a:off x="1490472" y="1909572"/>
            <a:ext cx="1389888"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TextBox 199"/>
          <p:cNvSpPr txBox="1"/>
          <p:nvPr/>
        </p:nvSpPr>
        <p:spPr>
          <a:xfrm>
            <a:off x="1527048" y="1937004"/>
            <a:ext cx="1335024" cy="230832"/>
          </a:xfrm>
          <a:prstGeom prst="rect">
            <a:avLst/>
          </a:prstGeom>
          <a:noFill/>
        </p:spPr>
        <p:txBody>
          <a:bodyPr wrap="square">
            <a:spAutoFit/>
          </a:bodyPr>
          <a:lstStyle/>
          <a:p>
            <a:pPr algn="l"/>
            <a:r>
              <a:rPr sz="900" b="1">
                <a:solidFill>
                  <a:srgbClr val="FFFFFF"/>
                </a:solidFill>
              </a:rPr>
              <a:t>date</a:t>
            </a:r>
          </a:p>
        </p:txBody>
      </p:sp>
      <p:sp>
        <p:nvSpPr>
          <p:cNvPr id="201" name="Rectangle 200"/>
          <p:cNvSpPr/>
          <p:nvPr/>
        </p:nvSpPr>
        <p:spPr>
          <a:xfrm>
            <a:off x="2880360" y="1909572"/>
            <a:ext cx="713232"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TextBox 201"/>
          <p:cNvSpPr txBox="1"/>
          <p:nvPr/>
        </p:nvSpPr>
        <p:spPr>
          <a:xfrm>
            <a:off x="2916936" y="1937004"/>
            <a:ext cx="658368" cy="230832"/>
          </a:xfrm>
          <a:prstGeom prst="rect">
            <a:avLst/>
          </a:prstGeom>
          <a:noFill/>
        </p:spPr>
        <p:txBody>
          <a:bodyPr wrap="square">
            <a:spAutoFit/>
          </a:bodyPr>
          <a:lstStyle/>
          <a:p>
            <a:pPr algn="l"/>
            <a:r>
              <a:rPr sz="900" b="1">
                <a:solidFill>
                  <a:srgbClr val="FFFFFF"/>
                </a:solidFill>
              </a:rPr>
              <a:t>amount</a:t>
            </a:r>
          </a:p>
        </p:txBody>
      </p:sp>
      <p:sp>
        <p:nvSpPr>
          <p:cNvPr id="203" name="Rectangle 202"/>
          <p:cNvSpPr/>
          <p:nvPr/>
        </p:nvSpPr>
        <p:spPr>
          <a:xfrm>
            <a:off x="3593592" y="1909572"/>
            <a:ext cx="1133856"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TextBox 203"/>
          <p:cNvSpPr txBox="1"/>
          <p:nvPr/>
        </p:nvSpPr>
        <p:spPr>
          <a:xfrm>
            <a:off x="3630168" y="1937004"/>
            <a:ext cx="1078992" cy="230832"/>
          </a:xfrm>
          <a:prstGeom prst="rect">
            <a:avLst/>
          </a:prstGeom>
          <a:noFill/>
        </p:spPr>
        <p:txBody>
          <a:bodyPr wrap="square">
            <a:spAutoFit/>
          </a:bodyPr>
          <a:lstStyle/>
          <a:p>
            <a:pPr algn="l"/>
            <a:r>
              <a:rPr sz="900" b="1">
                <a:solidFill>
                  <a:srgbClr val="FFFFFF"/>
                </a:solidFill>
              </a:rPr>
              <a:t>type</a:t>
            </a:r>
          </a:p>
        </p:txBody>
      </p:sp>
      <p:sp>
        <p:nvSpPr>
          <p:cNvPr id="205" name="Rectangle 204"/>
          <p:cNvSpPr/>
          <p:nvPr/>
        </p:nvSpPr>
        <p:spPr>
          <a:xfrm>
            <a:off x="4727448" y="1909572"/>
            <a:ext cx="2889504"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TextBox 205"/>
          <p:cNvSpPr txBox="1"/>
          <p:nvPr/>
        </p:nvSpPr>
        <p:spPr>
          <a:xfrm>
            <a:off x="4764024" y="1937004"/>
            <a:ext cx="2834640" cy="230832"/>
          </a:xfrm>
          <a:prstGeom prst="rect">
            <a:avLst/>
          </a:prstGeom>
          <a:noFill/>
        </p:spPr>
        <p:txBody>
          <a:bodyPr wrap="square">
            <a:spAutoFit/>
          </a:bodyPr>
          <a:lstStyle/>
          <a:p>
            <a:pPr algn="l"/>
            <a:r>
              <a:rPr sz="900" b="1">
                <a:solidFill>
                  <a:srgbClr val="FFFFFF"/>
                </a:solidFill>
              </a:rPr>
              <a:t>description</a:t>
            </a:r>
          </a:p>
        </p:txBody>
      </p:sp>
      <p:sp>
        <p:nvSpPr>
          <p:cNvPr id="207" name="Rectangle 206"/>
          <p:cNvSpPr/>
          <p:nvPr/>
        </p:nvSpPr>
        <p:spPr>
          <a:xfrm>
            <a:off x="7616952" y="1909572"/>
            <a:ext cx="566928"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TextBox 207"/>
          <p:cNvSpPr txBox="1"/>
          <p:nvPr/>
        </p:nvSpPr>
        <p:spPr>
          <a:xfrm>
            <a:off x="7558278" y="1937004"/>
            <a:ext cx="566928" cy="230832"/>
          </a:xfrm>
          <a:prstGeom prst="rect">
            <a:avLst/>
          </a:prstGeom>
          <a:noFill/>
        </p:spPr>
        <p:txBody>
          <a:bodyPr wrap="square">
            <a:spAutoFit/>
          </a:bodyPr>
          <a:lstStyle/>
          <a:p>
            <a:pPr algn="l"/>
            <a:r>
              <a:rPr sz="900" b="1" dirty="0">
                <a:solidFill>
                  <a:srgbClr val="FFFFFF"/>
                </a:solidFill>
              </a:rPr>
              <a:t>status</a:t>
            </a:r>
          </a:p>
        </p:txBody>
      </p:sp>
      <p:sp>
        <p:nvSpPr>
          <p:cNvPr id="209" name="Rectangle 208"/>
          <p:cNvSpPr/>
          <p:nvPr/>
        </p:nvSpPr>
        <p:spPr>
          <a:xfrm>
            <a:off x="502920" y="2151888"/>
            <a:ext cx="47548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TextBox 209"/>
          <p:cNvSpPr txBox="1"/>
          <p:nvPr/>
        </p:nvSpPr>
        <p:spPr>
          <a:xfrm>
            <a:off x="539496" y="2179320"/>
            <a:ext cx="420624" cy="230832"/>
          </a:xfrm>
          <a:prstGeom prst="rect">
            <a:avLst/>
          </a:prstGeom>
          <a:noFill/>
        </p:spPr>
        <p:txBody>
          <a:bodyPr wrap="square">
            <a:spAutoFit/>
          </a:bodyPr>
          <a:lstStyle/>
          <a:p>
            <a:pPr algn="l"/>
            <a:r>
              <a:rPr sz="900" b="0">
                <a:solidFill>
                  <a:srgbClr val="333333"/>
                </a:solidFill>
              </a:rPr>
              <a:t>1</a:t>
            </a:r>
          </a:p>
        </p:txBody>
      </p:sp>
      <p:sp>
        <p:nvSpPr>
          <p:cNvPr id="211" name="Rectangle 210"/>
          <p:cNvSpPr/>
          <p:nvPr/>
        </p:nvSpPr>
        <p:spPr>
          <a:xfrm>
            <a:off x="978408" y="2151888"/>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TextBox 211"/>
          <p:cNvSpPr txBox="1"/>
          <p:nvPr/>
        </p:nvSpPr>
        <p:spPr>
          <a:xfrm>
            <a:off x="1014984" y="2179320"/>
            <a:ext cx="457200" cy="230832"/>
          </a:xfrm>
          <a:prstGeom prst="rect">
            <a:avLst/>
          </a:prstGeom>
          <a:noFill/>
        </p:spPr>
        <p:txBody>
          <a:bodyPr wrap="square">
            <a:spAutoFit/>
          </a:bodyPr>
          <a:lstStyle/>
          <a:p>
            <a:pPr algn="l"/>
            <a:r>
              <a:rPr sz="900" b="0">
                <a:solidFill>
                  <a:srgbClr val="333333"/>
                </a:solidFill>
              </a:rPr>
              <a:t>2</a:t>
            </a:r>
          </a:p>
        </p:txBody>
      </p:sp>
      <p:sp>
        <p:nvSpPr>
          <p:cNvPr id="213" name="Rectangle 212"/>
          <p:cNvSpPr/>
          <p:nvPr/>
        </p:nvSpPr>
        <p:spPr>
          <a:xfrm>
            <a:off x="1490472" y="2151888"/>
            <a:ext cx="138988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TextBox 213"/>
          <p:cNvSpPr txBox="1"/>
          <p:nvPr/>
        </p:nvSpPr>
        <p:spPr>
          <a:xfrm>
            <a:off x="1527048" y="2179320"/>
            <a:ext cx="1335024" cy="230832"/>
          </a:xfrm>
          <a:prstGeom prst="rect">
            <a:avLst/>
          </a:prstGeom>
          <a:noFill/>
        </p:spPr>
        <p:txBody>
          <a:bodyPr wrap="square">
            <a:spAutoFit/>
          </a:bodyPr>
          <a:lstStyle/>
          <a:p>
            <a:pPr algn="l"/>
            <a:r>
              <a:rPr sz="900" b="0">
                <a:solidFill>
                  <a:srgbClr val="333333"/>
                </a:solidFill>
              </a:rPr>
              <a:t>2026-04-01 13:52</a:t>
            </a:r>
          </a:p>
        </p:txBody>
      </p:sp>
      <p:sp>
        <p:nvSpPr>
          <p:cNvPr id="215" name="Rectangle 214"/>
          <p:cNvSpPr/>
          <p:nvPr/>
        </p:nvSpPr>
        <p:spPr>
          <a:xfrm>
            <a:off x="2880360" y="2151888"/>
            <a:ext cx="71323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TextBox 215"/>
          <p:cNvSpPr txBox="1"/>
          <p:nvPr/>
        </p:nvSpPr>
        <p:spPr>
          <a:xfrm>
            <a:off x="2916936" y="2179320"/>
            <a:ext cx="658368" cy="230832"/>
          </a:xfrm>
          <a:prstGeom prst="rect">
            <a:avLst/>
          </a:prstGeom>
          <a:noFill/>
        </p:spPr>
        <p:txBody>
          <a:bodyPr wrap="square">
            <a:spAutoFit/>
          </a:bodyPr>
          <a:lstStyle/>
          <a:p>
            <a:pPr algn="l"/>
            <a:r>
              <a:rPr sz="900" b="0">
                <a:solidFill>
                  <a:srgbClr val="333333"/>
                </a:solidFill>
              </a:rPr>
              <a:t>$8.02</a:t>
            </a:r>
          </a:p>
        </p:txBody>
      </p:sp>
      <p:sp>
        <p:nvSpPr>
          <p:cNvPr id="217" name="Rectangle 216"/>
          <p:cNvSpPr/>
          <p:nvPr/>
        </p:nvSpPr>
        <p:spPr>
          <a:xfrm>
            <a:off x="3593592" y="2151888"/>
            <a:ext cx="1133856"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TextBox 217"/>
          <p:cNvSpPr txBox="1"/>
          <p:nvPr/>
        </p:nvSpPr>
        <p:spPr>
          <a:xfrm>
            <a:off x="3630168" y="2179320"/>
            <a:ext cx="1078992" cy="230832"/>
          </a:xfrm>
          <a:prstGeom prst="rect">
            <a:avLst/>
          </a:prstGeom>
          <a:noFill/>
        </p:spPr>
        <p:txBody>
          <a:bodyPr wrap="square">
            <a:spAutoFit/>
          </a:bodyPr>
          <a:lstStyle/>
          <a:p>
            <a:pPr algn="l"/>
            <a:r>
              <a:rPr sz="900" b="0">
                <a:solidFill>
                  <a:srgbClr val="333333"/>
                </a:solidFill>
              </a:rPr>
              <a:t>INTEREST</a:t>
            </a:r>
          </a:p>
        </p:txBody>
      </p:sp>
      <p:sp>
        <p:nvSpPr>
          <p:cNvPr id="219" name="Rectangle 218"/>
          <p:cNvSpPr/>
          <p:nvPr/>
        </p:nvSpPr>
        <p:spPr>
          <a:xfrm>
            <a:off x="4727448" y="2151888"/>
            <a:ext cx="288950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TextBox 219"/>
          <p:cNvSpPr txBox="1"/>
          <p:nvPr/>
        </p:nvSpPr>
        <p:spPr>
          <a:xfrm>
            <a:off x="4764024" y="2179320"/>
            <a:ext cx="2834640" cy="230832"/>
          </a:xfrm>
          <a:prstGeom prst="rect">
            <a:avLst/>
          </a:prstGeom>
          <a:noFill/>
        </p:spPr>
        <p:txBody>
          <a:bodyPr wrap="square">
            <a:spAutoFit/>
          </a:bodyPr>
          <a:lstStyle/>
          <a:p>
            <a:pPr algn="l"/>
            <a:r>
              <a:rPr sz="900" b="0">
                <a:solidFill>
                  <a:srgbClr val="333333"/>
                </a:solidFill>
              </a:rPr>
              <a:t>COSTCO WHOLESALE #1409</a:t>
            </a:r>
          </a:p>
        </p:txBody>
      </p:sp>
      <p:sp>
        <p:nvSpPr>
          <p:cNvPr id="221" name="Rectangle 220"/>
          <p:cNvSpPr/>
          <p:nvPr/>
        </p:nvSpPr>
        <p:spPr>
          <a:xfrm>
            <a:off x="7483602" y="2151888"/>
            <a:ext cx="68884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TextBox 221"/>
          <p:cNvSpPr txBox="1"/>
          <p:nvPr/>
        </p:nvSpPr>
        <p:spPr>
          <a:xfrm>
            <a:off x="7520177" y="2179320"/>
            <a:ext cx="622185" cy="230832"/>
          </a:xfrm>
          <a:prstGeom prst="rect">
            <a:avLst/>
          </a:prstGeom>
          <a:noFill/>
        </p:spPr>
        <p:txBody>
          <a:bodyPr wrap="square">
            <a:spAutoFit/>
          </a:bodyPr>
          <a:lstStyle/>
          <a:p>
            <a:pPr algn="l"/>
            <a:r>
              <a:rPr sz="900" b="0" dirty="0">
                <a:solidFill>
                  <a:srgbClr val="333333"/>
                </a:solidFill>
              </a:rPr>
              <a:t>posted</a:t>
            </a:r>
          </a:p>
        </p:txBody>
      </p:sp>
      <p:sp>
        <p:nvSpPr>
          <p:cNvPr id="223" name="Rectangle 222"/>
          <p:cNvSpPr/>
          <p:nvPr/>
        </p:nvSpPr>
        <p:spPr>
          <a:xfrm>
            <a:off x="502920" y="2394204"/>
            <a:ext cx="47548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TextBox 223"/>
          <p:cNvSpPr txBox="1"/>
          <p:nvPr/>
        </p:nvSpPr>
        <p:spPr>
          <a:xfrm>
            <a:off x="539496" y="2421636"/>
            <a:ext cx="420624" cy="230832"/>
          </a:xfrm>
          <a:prstGeom prst="rect">
            <a:avLst/>
          </a:prstGeom>
          <a:noFill/>
        </p:spPr>
        <p:txBody>
          <a:bodyPr wrap="square">
            <a:spAutoFit/>
          </a:bodyPr>
          <a:lstStyle/>
          <a:p>
            <a:pPr algn="l"/>
            <a:r>
              <a:rPr sz="900" b="0">
                <a:solidFill>
                  <a:srgbClr val="333333"/>
                </a:solidFill>
              </a:rPr>
              <a:t>4</a:t>
            </a:r>
          </a:p>
        </p:txBody>
      </p:sp>
      <p:sp>
        <p:nvSpPr>
          <p:cNvPr id="225" name="Rectangle 224"/>
          <p:cNvSpPr/>
          <p:nvPr/>
        </p:nvSpPr>
        <p:spPr>
          <a:xfrm>
            <a:off x="978408" y="2394204"/>
            <a:ext cx="51206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TextBox 225"/>
          <p:cNvSpPr txBox="1"/>
          <p:nvPr/>
        </p:nvSpPr>
        <p:spPr>
          <a:xfrm>
            <a:off x="1014984" y="2421636"/>
            <a:ext cx="457200" cy="230832"/>
          </a:xfrm>
          <a:prstGeom prst="rect">
            <a:avLst/>
          </a:prstGeom>
          <a:noFill/>
        </p:spPr>
        <p:txBody>
          <a:bodyPr wrap="square">
            <a:spAutoFit/>
          </a:bodyPr>
          <a:lstStyle/>
          <a:p>
            <a:pPr algn="l"/>
            <a:r>
              <a:rPr sz="900" b="0">
                <a:solidFill>
                  <a:srgbClr val="333333"/>
                </a:solidFill>
              </a:rPr>
              <a:t>6</a:t>
            </a:r>
          </a:p>
        </p:txBody>
      </p:sp>
      <p:sp>
        <p:nvSpPr>
          <p:cNvPr id="227" name="Rectangle 226"/>
          <p:cNvSpPr/>
          <p:nvPr/>
        </p:nvSpPr>
        <p:spPr>
          <a:xfrm>
            <a:off x="1490472" y="2394204"/>
            <a:ext cx="138988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TextBox 227"/>
          <p:cNvSpPr txBox="1"/>
          <p:nvPr/>
        </p:nvSpPr>
        <p:spPr>
          <a:xfrm>
            <a:off x="1527048" y="2421636"/>
            <a:ext cx="1335024" cy="230832"/>
          </a:xfrm>
          <a:prstGeom prst="rect">
            <a:avLst/>
          </a:prstGeom>
          <a:noFill/>
        </p:spPr>
        <p:txBody>
          <a:bodyPr wrap="square">
            <a:spAutoFit/>
          </a:bodyPr>
          <a:lstStyle/>
          <a:p>
            <a:pPr algn="l"/>
            <a:r>
              <a:rPr sz="900" b="0">
                <a:solidFill>
                  <a:srgbClr val="333333"/>
                </a:solidFill>
              </a:rPr>
              <a:t>2026-04-01 04:48</a:t>
            </a:r>
          </a:p>
        </p:txBody>
      </p:sp>
      <p:sp>
        <p:nvSpPr>
          <p:cNvPr id="229" name="Rectangle 228"/>
          <p:cNvSpPr/>
          <p:nvPr/>
        </p:nvSpPr>
        <p:spPr>
          <a:xfrm>
            <a:off x="2880360" y="2394204"/>
            <a:ext cx="71323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TextBox 229"/>
          <p:cNvSpPr txBox="1"/>
          <p:nvPr/>
        </p:nvSpPr>
        <p:spPr>
          <a:xfrm>
            <a:off x="2916936" y="2421636"/>
            <a:ext cx="658368" cy="230832"/>
          </a:xfrm>
          <a:prstGeom prst="rect">
            <a:avLst/>
          </a:prstGeom>
          <a:noFill/>
        </p:spPr>
        <p:txBody>
          <a:bodyPr wrap="square">
            <a:spAutoFit/>
          </a:bodyPr>
          <a:lstStyle/>
          <a:p>
            <a:pPr algn="l"/>
            <a:r>
              <a:rPr sz="900" b="0">
                <a:solidFill>
                  <a:srgbClr val="333333"/>
                </a:solidFill>
              </a:rPr>
              <a:t>$449.76</a:t>
            </a:r>
          </a:p>
        </p:txBody>
      </p:sp>
      <p:sp>
        <p:nvSpPr>
          <p:cNvPr id="231" name="Rectangle 230"/>
          <p:cNvSpPr/>
          <p:nvPr/>
        </p:nvSpPr>
        <p:spPr>
          <a:xfrm>
            <a:off x="3593592" y="2394204"/>
            <a:ext cx="1133856"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TextBox 231"/>
          <p:cNvSpPr txBox="1"/>
          <p:nvPr/>
        </p:nvSpPr>
        <p:spPr>
          <a:xfrm>
            <a:off x="3630168" y="2421636"/>
            <a:ext cx="1078992" cy="230832"/>
          </a:xfrm>
          <a:prstGeom prst="rect">
            <a:avLst/>
          </a:prstGeom>
          <a:noFill/>
        </p:spPr>
        <p:txBody>
          <a:bodyPr wrap="square">
            <a:spAutoFit/>
          </a:bodyPr>
          <a:lstStyle/>
          <a:p>
            <a:pPr algn="l"/>
            <a:r>
              <a:rPr sz="900" b="0">
                <a:solidFill>
                  <a:srgbClr val="333333"/>
                </a:solidFill>
              </a:rPr>
              <a:t>PURCHASE</a:t>
            </a:r>
          </a:p>
        </p:txBody>
      </p:sp>
      <p:sp>
        <p:nvSpPr>
          <p:cNvPr id="233" name="Rectangle 232"/>
          <p:cNvSpPr/>
          <p:nvPr/>
        </p:nvSpPr>
        <p:spPr>
          <a:xfrm>
            <a:off x="4727448" y="2394204"/>
            <a:ext cx="288950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TextBox 233"/>
          <p:cNvSpPr txBox="1"/>
          <p:nvPr/>
        </p:nvSpPr>
        <p:spPr>
          <a:xfrm>
            <a:off x="4764024" y="2421636"/>
            <a:ext cx="2834640" cy="230832"/>
          </a:xfrm>
          <a:prstGeom prst="rect">
            <a:avLst/>
          </a:prstGeom>
          <a:noFill/>
        </p:spPr>
        <p:txBody>
          <a:bodyPr wrap="square">
            <a:spAutoFit/>
          </a:bodyPr>
          <a:lstStyle/>
          <a:p>
            <a:pPr algn="l"/>
            <a:r>
              <a:rPr sz="900" b="0">
                <a:solidFill>
                  <a:srgbClr val="333333"/>
                </a:solidFill>
              </a:rPr>
              <a:t>APPLE.COM/BILL</a:t>
            </a:r>
          </a:p>
        </p:txBody>
      </p:sp>
      <p:sp>
        <p:nvSpPr>
          <p:cNvPr id="235" name="Rectangle 234"/>
          <p:cNvSpPr/>
          <p:nvPr/>
        </p:nvSpPr>
        <p:spPr>
          <a:xfrm>
            <a:off x="7483602" y="2394204"/>
            <a:ext cx="68884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TextBox 235"/>
          <p:cNvSpPr txBox="1"/>
          <p:nvPr/>
        </p:nvSpPr>
        <p:spPr>
          <a:xfrm>
            <a:off x="7520177" y="2421636"/>
            <a:ext cx="622185" cy="230832"/>
          </a:xfrm>
          <a:prstGeom prst="rect">
            <a:avLst/>
          </a:prstGeom>
          <a:noFill/>
        </p:spPr>
        <p:txBody>
          <a:bodyPr wrap="square">
            <a:spAutoFit/>
          </a:bodyPr>
          <a:lstStyle/>
          <a:p>
            <a:pPr algn="l"/>
            <a:r>
              <a:rPr sz="900" b="0">
                <a:solidFill>
                  <a:srgbClr val="333333"/>
                </a:solidFill>
              </a:rPr>
              <a:t>posted</a:t>
            </a:r>
          </a:p>
        </p:txBody>
      </p:sp>
      <p:sp>
        <p:nvSpPr>
          <p:cNvPr id="237" name="Rectangle 236"/>
          <p:cNvSpPr/>
          <p:nvPr/>
        </p:nvSpPr>
        <p:spPr>
          <a:xfrm>
            <a:off x="502920" y="2636520"/>
            <a:ext cx="47548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TextBox 237"/>
          <p:cNvSpPr txBox="1"/>
          <p:nvPr/>
        </p:nvSpPr>
        <p:spPr>
          <a:xfrm>
            <a:off x="539496" y="2663952"/>
            <a:ext cx="420624" cy="230832"/>
          </a:xfrm>
          <a:prstGeom prst="rect">
            <a:avLst/>
          </a:prstGeom>
          <a:noFill/>
        </p:spPr>
        <p:txBody>
          <a:bodyPr wrap="square">
            <a:spAutoFit/>
          </a:bodyPr>
          <a:lstStyle/>
          <a:p>
            <a:pPr algn="l"/>
            <a:r>
              <a:rPr sz="900" b="0">
                <a:solidFill>
                  <a:srgbClr val="333333"/>
                </a:solidFill>
              </a:rPr>
              <a:t>5</a:t>
            </a:r>
          </a:p>
        </p:txBody>
      </p:sp>
      <p:sp>
        <p:nvSpPr>
          <p:cNvPr id="239" name="Rectangle 238"/>
          <p:cNvSpPr/>
          <p:nvPr/>
        </p:nvSpPr>
        <p:spPr>
          <a:xfrm>
            <a:off x="978408" y="2636520"/>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TextBox 239"/>
          <p:cNvSpPr txBox="1"/>
          <p:nvPr/>
        </p:nvSpPr>
        <p:spPr>
          <a:xfrm>
            <a:off x="1014984" y="2663952"/>
            <a:ext cx="457200" cy="230832"/>
          </a:xfrm>
          <a:prstGeom prst="rect">
            <a:avLst/>
          </a:prstGeom>
          <a:noFill/>
        </p:spPr>
        <p:txBody>
          <a:bodyPr wrap="square">
            <a:spAutoFit/>
          </a:bodyPr>
          <a:lstStyle/>
          <a:p>
            <a:pPr algn="l"/>
            <a:r>
              <a:rPr sz="900" b="0">
                <a:solidFill>
                  <a:srgbClr val="333333"/>
                </a:solidFill>
              </a:rPr>
              <a:t>7</a:t>
            </a:r>
          </a:p>
        </p:txBody>
      </p:sp>
      <p:sp>
        <p:nvSpPr>
          <p:cNvPr id="241" name="Rectangle 240"/>
          <p:cNvSpPr/>
          <p:nvPr/>
        </p:nvSpPr>
        <p:spPr>
          <a:xfrm>
            <a:off x="1490472" y="2636520"/>
            <a:ext cx="138988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TextBox 241"/>
          <p:cNvSpPr txBox="1"/>
          <p:nvPr/>
        </p:nvSpPr>
        <p:spPr>
          <a:xfrm>
            <a:off x="1527048" y="2663952"/>
            <a:ext cx="1335024" cy="230832"/>
          </a:xfrm>
          <a:prstGeom prst="rect">
            <a:avLst/>
          </a:prstGeom>
          <a:noFill/>
        </p:spPr>
        <p:txBody>
          <a:bodyPr wrap="square">
            <a:spAutoFit/>
          </a:bodyPr>
          <a:lstStyle/>
          <a:p>
            <a:pPr algn="l"/>
            <a:r>
              <a:rPr sz="900" b="0">
                <a:solidFill>
                  <a:srgbClr val="333333"/>
                </a:solidFill>
              </a:rPr>
              <a:t>2026-04-01 15:32</a:t>
            </a:r>
          </a:p>
        </p:txBody>
      </p:sp>
      <p:sp>
        <p:nvSpPr>
          <p:cNvPr id="243" name="Rectangle 242"/>
          <p:cNvSpPr/>
          <p:nvPr/>
        </p:nvSpPr>
        <p:spPr>
          <a:xfrm>
            <a:off x="2880360" y="2636520"/>
            <a:ext cx="71323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TextBox 243"/>
          <p:cNvSpPr txBox="1"/>
          <p:nvPr/>
        </p:nvSpPr>
        <p:spPr>
          <a:xfrm>
            <a:off x="2916936" y="2663952"/>
            <a:ext cx="658368" cy="230832"/>
          </a:xfrm>
          <a:prstGeom prst="rect">
            <a:avLst/>
          </a:prstGeom>
          <a:noFill/>
        </p:spPr>
        <p:txBody>
          <a:bodyPr wrap="square">
            <a:spAutoFit/>
          </a:bodyPr>
          <a:lstStyle/>
          <a:p>
            <a:pPr algn="l"/>
            <a:r>
              <a:rPr sz="900" b="0">
                <a:solidFill>
                  <a:srgbClr val="333333"/>
                </a:solidFill>
              </a:rPr>
              <a:t>$208.38</a:t>
            </a:r>
          </a:p>
        </p:txBody>
      </p:sp>
      <p:sp>
        <p:nvSpPr>
          <p:cNvPr id="245" name="Rectangle 244"/>
          <p:cNvSpPr/>
          <p:nvPr/>
        </p:nvSpPr>
        <p:spPr>
          <a:xfrm>
            <a:off x="3593592" y="2636520"/>
            <a:ext cx="1133856"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TextBox 245"/>
          <p:cNvSpPr txBox="1"/>
          <p:nvPr/>
        </p:nvSpPr>
        <p:spPr>
          <a:xfrm>
            <a:off x="3630168" y="2663952"/>
            <a:ext cx="1078992" cy="230832"/>
          </a:xfrm>
          <a:prstGeom prst="rect">
            <a:avLst/>
          </a:prstGeom>
          <a:noFill/>
        </p:spPr>
        <p:txBody>
          <a:bodyPr wrap="square">
            <a:spAutoFit/>
          </a:bodyPr>
          <a:lstStyle/>
          <a:p>
            <a:pPr algn="l"/>
            <a:r>
              <a:rPr sz="900" b="0">
                <a:solidFill>
                  <a:srgbClr val="333333"/>
                </a:solidFill>
              </a:rPr>
              <a:t>PAYMENT</a:t>
            </a:r>
          </a:p>
        </p:txBody>
      </p:sp>
      <p:sp>
        <p:nvSpPr>
          <p:cNvPr id="247" name="Rectangle 246"/>
          <p:cNvSpPr/>
          <p:nvPr/>
        </p:nvSpPr>
        <p:spPr>
          <a:xfrm>
            <a:off x="4727448" y="2636520"/>
            <a:ext cx="288950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TextBox 247"/>
          <p:cNvSpPr txBox="1"/>
          <p:nvPr/>
        </p:nvSpPr>
        <p:spPr>
          <a:xfrm>
            <a:off x="4764024" y="2663952"/>
            <a:ext cx="2834640" cy="230832"/>
          </a:xfrm>
          <a:prstGeom prst="rect">
            <a:avLst/>
          </a:prstGeom>
          <a:noFill/>
        </p:spPr>
        <p:txBody>
          <a:bodyPr wrap="square">
            <a:spAutoFit/>
          </a:bodyPr>
          <a:lstStyle/>
          <a:p>
            <a:pPr algn="l"/>
            <a:r>
              <a:rPr sz="900" b="0">
                <a:solidFill>
                  <a:srgbClr val="333333"/>
                </a:solidFill>
              </a:rPr>
              <a:t>SHELL OIL 23434</a:t>
            </a:r>
          </a:p>
        </p:txBody>
      </p:sp>
      <p:sp>
        <p:nvSpPr>
          <p:cNvPr id="249" name="Rectangle 248"/>
          <p:cNvSpPr/>
          <p:nvPr/>
        </p:nvSpPr>
        <p:spPr>
          <a:xfrm>
            <a:off x="7483602" y="2636520"/>
            <a:ext cx="68884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TextBox 249"/>
          <p:cNvSpPr txBox="1"/>
          <p:nvPr/>
        </p:nvSpPr>
        <p:spPr>
          <a:xfrm>
            <a:off x="7520177" y="2663952"/>
            <a:ext cx="622185" cy="230832"/>
          </a:xfrm>
          <a:prstGeom prst="rect">
            <a:avLst/>
          </a:prstGeom>
          <a:noFill/>
        </p:spPr>
        <p:txBody>
          <a:bodyPr wrap="square">
            <a:spAutoFit/>
          </a:bodyPr>
          <a:lstStyle/>
          <a:p>
            <a:pPr algn="l"/>
            <a:r>
              <a:rPr sz="900" b="0">
                <a:solidFill>
                  <a:srgbClr val="333333"/>
                </a:solidFill>
              </a:rPr>
              <a:t>posted</a:t>
            </a:r>
          </a:p>
        </p:txBody>
      </p:sp>
      <p:sp>
        <p:nvSpPr>
          <p:cNvPr id="251" name="Rectangle 250"/>
          <p:cNvSpPr/>
          <p:nvPr/>
        </p:nvSpPr>
        <p:spPr>
          <a:xfrm>
            <a:off x="502920" y="2878836"/>
            <a:ext cx="47548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TextBox 251"/>
          <p:cNvSpPr txBox="1"/>
          <p:nvPr/>
        </p:nvSpPr>
        <p:spPr>
          <a:xfrm>
            <a:off x="539496" y="2906268"/>
            <a:ext cx="420624" cy="230832"/>
          </a:xfrm>
          <a:prstGeom prst="rect">
            <a:avLst/>
          </a:prstGeom>
          <a:noFill/>
        </p:spPr>
        <p:txBody>
          <a:bodyPr wrap="square">
            <a:spAutoFit/>
          </a:bodyPr>
          <a:lstStyle/>
          <a:p>
            <a:pPr algn="l"/>
            <a:r>
              <a:rPr sz="900" b="0">
                <a:solidFill>
                  <a:srgbClr val="333333"/>
                </a:solidFill>
              </a:rPr>
              <a:t>8</a:t>
            </a:r>
          </a:p>
        </p:txBody>
      </p:sp>
      <p:sp>
        <p:nvSpPr>
          <p:cNvPr id="253" name="Rectangle 252"/>
          <p:cNvSpPr/>
          <p:nvPr/>
        </p:nvSpPr>
        <p:spPr>
          <a:xfrm>
            <a:off x="978408" y="2878836"/>
            <a:ext cx="51206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TextBox 253"/>
          <p:cNvSpPr txBox="1"/>
          <p:nvPr/>
        </p:nvSpPr>
        <p:spPr>
          <a:xfrm>
            <a:off x="1014984" y="2906268"/>
            <a:ext cx="457200" cy="230832"/>
          </a:xfrm>
          <a:prstGeom prst="rect">
            <a:avLst/>
          </a:prstGeom>
          <a:noFill/>
        </p:spPr>
        <p:txBody>
          <a:bodyPr wrap="square">
            <a:spAutoFit/>
          </a:bodyPr>
          <a:lstStyle/>
          <a:p>
            <a:pPr algn="l"/>
            <a:r>
              <a:rPr sz="900" b="0">
                <a:solidFill>
                  <a:srgbClr val="333333"/>
                </a:solidFill>
              </a:rPr>
              <a:t>7</a:t>
            </a:r>
          </a:p>
        </p:txBody>
      </p:sp>
      <p:sp>
        <p:nvSpPr>
          <p:cNvPr id="255" name="Rectangle 254"/>
          <p:cNvSpPr/>
          <p:nvPr/>
        </p:nvSpPr>
        <p:spPr>
          <a:xfrm>
            <a:off x="1490472" y="2878836"/>
            <a:ext cx="138988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TextBox 255"/>
          <p:cNvSpPr txBox="1"/>
          <p:nvPr/>
        </p:nvSpPr>
        <p:spPr>
          <a:xfrm>
            <a:off x="1527048" y="2906268"/>
            <a:ext cx="1335024" cy="230832"/>
          </a:xfrm>
          <a:prstGeom prst="rect">
            <a:avLst/>
          </a:prstGeom>
          <a:noFill/>
        </p:spPr>
        <p:txBody>
          <a:bodyPr wrap="square">
            <a:spAutoFit/>
          </a:bodyPr>
          <a:lstStyle/>
          <a:p>
            <a:pPr algn="l"/>
            <a:r>
              <a:rPr sz="900" b="0">
                <a:solidFill>
                  <a:srgbClr val="333333"/>
                </a:solidFill>
              </a:rPr>
              <a:t>2026-04-01 19:57</a:t>
            </a:r>
          </a:p>
        </p:txBody>
      </p:sp>
      <p:sp>
        <p:nvSpPr>
          <p:cNvPr id="257" name="Rectangle 256"/>
          <p:cNvSpPr/>
          <p:nvPr/>
        </p:nvSpPr>
        <p:spPr>
          <a:xfrm>
            <a:off x="2880360" y="2878836"/>
            <a:ext cx="71323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TextBox 257"/>
          <p:cNvSpPr txBox="1"/>
          <p:nvPr/>
        </p:nvSpPr>
        <p:spPr>
          <a:xfrm>
            <a:off x="2916936" y="2906268"/>
            <a:ext cx="658368" cy="230832"/>
          </a:xfrm>
          <a:prstGeom prst="rect">
            <a:avLst/>
          </a:prstGeom>
          <a:noFill/>
        </p:spPr>
        <p:txBody>
          <a:bodyPr wrap="square">
            <a:spAutoFit/>
          </a:bodyPr>
          <a:lstStyle/>
          <a:p>
            <a:pPr algn="l"/>
            <a:r>
              <a:rPr sz="900" b="0">
                <a:solidFill>
                  <a:srgbClr val="333333"/>
                </a:solidFill>
              </a:rPr>
              <a:t>$263.04</a:t>
            </a:r>
          </a:p>
        </p:txBody>
      </p:sp>
      <p:sp>
        <p:nvSpPr>
          <p:cNvPr id="259" name="Rectangle 258"/>
          <p:cNvSpPr/>
          <p:nvPr/>
        </p:nvSpPr>
        <p:spPr>
          <a:xfrm>
            <a:off x="3593592" y="2878836"/>
            <a:ext cx="1133856"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TextBox 259"/>
          <p:cNvSpPr txBox="1"/>
          <p:nvPr/>
        </p:nvSpPr>
        <p:spPr>
          <a:xfrm>
            <a:off x="3630168" y="2906268"/>
            <a:ext cx="1078992" cy="230832"/>
          </a:xfrm>
          <a:prstGeom prst="rect">
            <a:avLst/>
          </a:prstGeom>
          <a:noFill/>
        </p:spPr>
        <p:txBody>
          <a:bodyPr wrap="square">
            <a:spAutoFit/>
          </a:bodyPr>
          <a:lstStyle/>
          <a:p>
            <a:pPr algn="l"/>
            <a:r>
              <a:rPr sz="900" b="0">
                <a:solidFill>
                  <a:srgbClr val="333333"/>
                </a:solidFill>
              </a:rPr>
              <a:t>PURCHASE</a:t>
            </a:r>
          </a:p>
        </p:txBody>
      </p:sp>
      <p:sp>
        <p:nvSpPr>
          <p:cNvPr id="261" name="Rectangle 260"/>
          <p:cNvSpPr/>
          <p:nvPr/>
        </p:nvSpPr>
        <p:spPr>
          <a:xfrm>
            <a:off x="4727448" y="2878836"/>
            <a:ext cx="288950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TextBox 261"/>
          <p:cNvSpPr txBox="1"/>
          <p:nvPr/>
        </p:nvSpPr>
        <p:spPr>
          <a:xfrm>
            <a:off x="4764024" y="2906268"/>
            <a:ext cx="2834640" cy="230832"/>
          </a:xfrm>
          <a:prstGeom prst="rect">
            <a:avLst/>
          </a:prstGeom>
          <a:noFill/>
        </p:spPr>
        <p:txBody>
          <a:bodyPr wrap="square">
            <a:spAutoFit/>
          </a:bodyPr>
          <a:lstStyle/>
          <a:p>
            <a:pPr algn="l"/>
            <a:r>
              <a:rPr sz="900" b="0">
                <a:solidFill>
                  <a:srgbClr val="333333"/>
                </a:solidFill>
              </a:rPr>
              <a:t>TIM HORTONS #1488</a:t>
            </a:r>
          </a:p>
        </p:txBody>
      </p:sp>
      <p:sp>
        <p:nvSpPr>
          <p:cNvPr id="263" name="Rectangle 262"/>
          <p:cNvSpPr/>
          <p:nvPr/>
        </p:nvSpPr>
        <p:spPr>
          <a:xfrm>
            <a:off x="7483602" y="2878836"/>
            <a:ext cx="68884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TextBox 263"/>
          <p:cNvSpPr txBox="1"/>
          <p:nvPr/>
        </p:nvSpPr>
        <p:spPr>
          <a:xfrm>
            <a:off x="7520177" y="2906268"/>
            <a:ext cx="622185" cy="230832"/>
          </a:xfrm>
          <a:prstGeom prst="rect">
            <a:avLst/>
          </a:prstGeom>
          <a:noFill/>
        </p:spPr>
        <p:txBody>
          <a:bodyPr wrap="square">
            <a:spAutoFit/>
          </a:bodyPr>
          <a:lstStyle/>
          <a:p>
            <a:pPr algn="l"/>
            <a:r>
              <a:rPr sz="900" b="0">
                <a:solidFill>
                  <a:srgbClr val="333333"/>
                </a:solidFill>
              </a:rPr>
              <a:t>posted</a:t>
            </a:r>
          </a:p>
        </p:txBody>
      </p:sp>
      <p:sp>
        <p:nvSpPr>
          <p:cNvPr id="265" name="Rectangle 264"/>
          <p:cNvSpPr/>
          <p:nvPr/>
        </p:nvSpPr>
        <p:spPr>
          <a:xfrm>
            <a:off x="502920" y="3121152"/>
            <a:ext cx="47548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TextBox 265"/>
          <p:cNvSpPr txBox="1"/>
          <p:nvPr/>
        </p:nvSpPr>
        <p:spPr>
          <a:xfrm>
            <a:off x="539496" y="3148584"/>
            <a:ext cx="420624" cy="230832"/>
          </a:xfrm>
          <a:prstGeom prst="rect">
            <a:avLst/>
          </a:prstGeom>
          <a:noFill/>
        </p:spPr>
        <p:txBody>
          <a:bodyPr wrap="square">
            <a:spAutoFit/>
          </a:bodyPr>
          <a:lstStyle/>
          <a:p>
            <a:pPr algn="l"/>
            <a:r>
              <a:rPr sz="900" b="0">
                <a:solidFill>
                  <a:srgbClr val="333333"/>
                </a:solidFill>
              </a:rPr>
              <a:t>112</a:t>
            </a:r>
          </a:p>
        </p:txBody>
      </p:sp>
      <p:sp>
        <p:nvSpPr>
          <p:cNvPr id="267" name="Rectangle 266"/>
          <p:cNvSpPr/>
          <p:nvPr/>
        </p:nvSpPr>
        <p:spPr>
          <a:xfrm>
            <a:off x="978408" y="3121152"/>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TextBox 267"/>
          <p:cNvSpPr txBox="1"/>
          <p:nvPr/>
        </p:nvSpPr>
        <p:spPr>
          <a:xfrm>
            <a:off x="1014984" y="3148584"/>
            <a:ext cx="457200" cy="230832"/>
          </a:xfrm>
          <a:prstGeom prst="rect">
            <a:avLst/>
          </a:prstGeom>
          <a:noFill/>
        </p:spPr>
        <p:txBody>
          <a:bodyPr wrap="square">
            <a:spAutoFit/>
          </a:bodyPr>
          <a:lstStyle/>
          <a:p>
            <a:pPr algn="l"/>
            <a:r>
              <a:rPr sz="900" b="0">
                <a:solidFill>
                  <a:srgbClr val="333333"/>
                </a:solidFill>
              </a:rPr>
              <a:t>93</a:t>
            </a:r>
          </a:p>
        </p:txBody>
      </p:sp>
      <p:sp>
        <p:nvSpPr>
          <p:cNvPr id="269" name="Rectangle 268"/>
          <p:cNvSpPr/>
          <p:nvPr/>
        </p:nvSpPr>
        <p:spPr>
          <a:xfrm>
            <a:off x="1490472" y="3121152"/>
            <a:ext cx="138988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TextBox 269"/>
          <p:cNvSpPr txBox="1"/>
          <p:nvPr/>
        </p:nvSpPr>
        <p:spPr>
          <a:xfrm>
            <a:off x="1527048" y="3148584"/>
            <a:ext cx="1335024" cy="230832"/>
          </a:xfrm>
          <a:prstGeom prst="rect">
            <a:avLst/>
          </a:prstGeom>
          <a:noFill/>
        </p:spPr>
        <p:txBody>
          <a:bodyPr wrap="square">
            <a:spAutoFit/>
          </a:bodyPr>
          <a:lstStyle/>
          <a:p>
            <a:pPr algn="l"/>
            <a:r>
              <a:rPr sz="900" b="0">
                <a:solidFill>
                  <a:srgbClr val="333333"/>
                </a:solidFill>
              </a:rPr>
              <a:t>2026-04-01 17:55</a:t>
            </a:r>
          </a:p>
        </p:txBody>
      </p:sp>
      <p:sp>
        <p:nvSpPr>
          <p:cNvPr id="271" name="Rectangle 270"/>
          <p:cNvSpPr/>
          <p:nvPr/>
        </p:nvSpPr>
        <p:spPr>
          <a:xfrm>
            <a:off x="2880360" y="3121152"/>
            <a:ext cx="71323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271"/>
          <p:cNvSpPr txBox="1"/>
          <p:nvPr/>
        </p:nvSpPr>
        <p:spPr>
          <a:xfrm>
            <a:off x="2916936" y="3148584"/>
            <a:ext cx="658368" cy="230832"/>
          </a:xfrm>
          <a:prstGeom prst="rect">
            <a:avLst/>
          </a:prstGeom>
          <a:noFill/>
        </p:spPr>
        <p:txBody>
          <a:bodyPr wrap="square">
            <a:spAutoFit/>
          </a:bodyPr>
          <a:lstStyle/>
          <a:p>
            <a:pPr algn="l"/>
            <a:r>
              <a:rPr sz="900" b="0">
                <a:solidFill>
                  <a:srgbClr val="333333"/>
                </a:solidFill>
              </a:rPr>
              <a:t>$7.92</a:t>
            </a:r>
          </a:p>
        </p:txBody>
      </p:sp>
      <p:sp>
        <p:nvSpPr>
          <p:cNvPr id="273" name="Rectangle 272"/>
          <p:cNvSpPr/>
          <p:nvPr/>
        </p:nvSpPr>
        <p:spPr>
          <a:xfrm>
            <a:off x="3593592" y="3121152"/>
            <a:ext cx="1133856"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TextBox 273"/>
          <p:cNvSpPr txBox="1"/>
          <p:nvPr/>
        </p:nvSpPr>
        <p:spPr>
          <a:xfrm>
            <a:off x="3630168" y="3148584"/>
            <a:ext cx="1078992" cy="230832"/>
          </a:xfrm>
          <a:prstGeom prst="rect">
            <a:avLst/>
          </a:prstGeom>
          <a:noFill/>
        </p:spPr>
        <p:txBody>
          <a:bodyPr wrap="square">
            <a:spAutoFit/>
          </a:bodyPr>
          <a:lstStyle/>
          <a:p>
            <a:pPr algn="l"/>
            <a:r>
              <a:rPr sz="900" b="0">
                <a:solidFill>
                  <a:srgbClr val="333333"/>
                </a:solidFill>
              </a:rPr>
              <a:t>FEE</a:t>
            </a:r>
          </a:p>
        </p:txBody>
      </p:sp>
      <p:sp>
        <p:nvSpPr>
          <p:cNvPr id="275" name="Rectangle 274"/>
          <p:cNvSpPr/>
          <p:nvPr/>
        </p:nvSpPr>
        <p:spPr>
          <a:xfrm>
            <a:off x="4727448" y="3121152"/>
            <a:ext cx="288950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275"/>
          <p:cNvSpPr txBox="1"/>
          <p:nvPr/>
        </p:nvSpPr>
        <p:spPr>
          <a:xfrm>
            <a:off x="4764024" y="3148584"/>
            <a:ext cx="2834640" cy="230832"/>
          </a:xfrm>
          <a:prstGeom prst="rect">
            <a:avLst/>
          </a:prstGeom>
          <a:noFill/>
        </p:spPr>
        <p:txBody>
          <a:bodyPr wrap="square">
            <a:spAutoFit/>
          </a:bodyPr>
          <a:lstStyle/>
          <a:p>
            <a:pPr algn="l"/>
            <a:r>
              <a:rPr sz="900" b="0">
                <a:solidFill>
                  <a:srgbClr val="333333"/>
                </a:solidFill>
              </a:rPr>
              <a:t>METRO INC #8177</a:t>
            </a:r>
          </a:p>
        </p:txBody>
      </p:sp>
      <p:sp>
        <p:nvSpPr>
          <p:cNvPr id="277" name="Rectangle 276"/>
          <p:cNvSpPr/>
          <p:nvPr/>
        </p:nvSpPr>
        <p:spPr>
          <a:xfrm>
            <a:off x="7483602" y="3121152"/>
            <a:ext cx="68884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TextBox 277"/>
          <p:cNvSpPr txBox="1"/>
          <p:nvPr/>
        </p:nvSpPr>
        <p:spPr>
          <a:xfrm>
            <a:off x="7520177" y="3148584"/>
            <a:ext cx="622185" cy="230832"/>
          </a:xfrm>
          <a:prstGeom prst="rect">
            <a:avLst/>
          </a:prstGeom>
          <a:noFill/>
        </p:spPr>
        <p:txBody>
          <a:bodyPr wrap="square">
            <a:spAutoFit/>
          </a:bodyPr>
          <a:lstStyle/>
          <a:p>
            <a:pPr algn="l"/>
            <a:r>
              <a:rPr sz="900" b="0">
                <a:solidFill>
                  <a:srgbClr val="333333"/>
                </a:solidFill>
              </a:rPr>
              <a:t>posted</a:t>
            </a:r>
          </a:p>
        </p:txBody>
      </p:sp>
      <p:sp>
        <p:nvSpPr>
          <p:cNvPr id="279" name="Rectangle 278"/>
          <p:cNvSpPr/>
          <p:nvPr/>
        </p:nvSpPr>
        <p:spPr>
          <a:xfrm>
            <a:off x="502920" y="3537585"/>
            <a:ext cx="6455664" cy="292608"/>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TextBox 279"/>
          <p:cNvSpPr txBox="1"/>
          <p:nvPr/>
        </p:nvSpPr>
        <p:spPr>
          <a:xfrm>
            <a:off x="585216" y="3574161"/>
            <a:ext cx="6327648" cy="261610"/>
          </a:xfrm>
          <a:prstGeom prst="rect">
            <a:avLst/>
          </a:prstGeom>
          <a:noFill/>
        </p:spPr>
        <p:txBody>
          <a:bodyPr wrap="square">
            <a:spAutoFit/>
          </a:bodyPr>
          <a:lstStyle/>
          <a:p>
            <a:pPr algn="l"/>
            <a:r>
              <a:rPr sz="1100" b="1">
                <a:solidFill>
                  <a:srgbClr val="FFFFFF"/>
                </a:solidFill>
              </a:rPr>
              <a:t>AUTHORIZATION  (~633 new rows/day  |  19,003 total  |  includes declined auths)</a:t>
            </a:r>
          </a:p>
        </p:txBody>
      </p:sp>
      <p:sp>
        <p:nvSpPr>
          <p:cNvPr id="281" name="Rectangle 280"/>
          <p:cNvSpPr/>
          <p:nvPr/>
        </p:nvSpPr>
        <p:spPr>
          <a:xfrm>
            <a:off x="502920" y="3830193"/>
            <a:ext cx="512064"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TextBox 281"/>
          <p:cNvSpPr txBox="1"/>
          <p:nvPr/>
        </p:nvSpPr>
        <p:spPr>
          <a:xfrm>
            <a:off x="510920" y="3857625"/>
            <a:ext cx="651129" cy="230832"/>
          </a:xfrm>
          <a:prstGeom prst="rect">
            <a:avLst/>
          </a:prstGeom>
          <a:noFill/>
        </p:spPr>
        <p:txBody>
          <a:bodyPr wrap="square">
            <a:spAutoFit/>
          </a:bodyPr>
          <a:lstStyle/>
          <a:p>
            <a:pPr algn="l"/>
            <a:r>
              <a:rPr sz="900" b="1" dirty="0" err="1">
                <a:solidFill>
                  <a:srgbClr val="FFFFFF"/>
                </a:solidFill>
              </a:rPr>
              <a:t>auth_id</a:t>
            </a:r>
            <a:endParaRPr sz="900" b="1" dirty="0">
              <a:solidFill>
                <a:srgbClr val="FFFFFF"/>
              </a:solidFill>
            </a:endParaRPr>
          </a:p>
        </p:txBody>
      </p:sp>
      <p:sp>
        <p:nvSpPr>
          <p:cNvPr id="283" name="Rectangle 282"/>
          <p:cNvSpPr/>
          <p:nvPr/>
        </p:nvSpPr>
        <p:spPr>
          <a:xfrm>
            <a:off x="1014984" y="3830193"/>
            <a:ext cx="512064"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TextBox 283"/>
          <p:cNvSpPr txBox="1"/>
          <p:nvPr/>
        </p:nvSpPr>
        <p:spPr>
          <a:xfrm>
            <a:off x="1051560" y="3857625"/>
            <a:ext cx="605790" cy="230832"/>
          </a:xfrm>
          <a:prstGeom prst="rect">
            <a:avLst/>
          </a:prstGeom>
          <a:noFill/>
        </p:spPr>
        <p:txBody>
          <a:bodyPr wrap="square">
            <a:spAutoFit/>
          </a:bodyPr>
          <a:lstStyle/>
          <a:p>
            <a:pPr algn="l"/>
            <a:r>
              <a:rPr sz="900" b="1" dirty="0" err="1">
                <a:solidFill>
                  <a:srgbClr val="FFFFFF"/>
                </a:solidFill>
              </a:rPr>
              <a:t>acct_id</a:t>
            </a:r>
            <a:endParaRPr sz="900" b="1" dirty="0">
              <a:solidFill>
                <a:srgbClr val="FFFFFF"/>
              </a:solidFill>
            </a:endParaRPr>
          </a:p>
        </p:txBody>
      </p:sp>
      <p:sp>
        <p:nvSpPr>
          <p:cNvPr id="285" name="Rectangle 284"/>
          <p:cNvSpPr/>
          <p:nvPr/>
        </p:nvSpPr>
        <p:spPr>
          <a:xfrm>
            <a:off x="1527048" y="3830193"/>
            <a:ext cx="713232"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TextBox 285"/>
          <p:cNvSpPr txBox="1"/>
          <p:nvPr/>
        </p:nvSpPr>
        <p:spPr>
          <a:xfrm>
            <a:off x="1563624" y="3857625"/>
            <a:ext cx="658368" cy="230832"/>
          </a:xfrm>
          <a:prstGeom prst="rect">
            <a:avLst/>
          </a:prstGeom>
          <a:noFill/>
        </p:spPr>
        <p:txBody>
          <a:bodyPr wrap="square">
            <a:spAutoFit/>
          </a:bodyPr>
          <a:lstStyle/>
          <a:p>
            <a:pPr algn="l"/>
            <a:r>
              <a:rPr sz="900" b="1">
                <a:solidFill>
                  <a:srgbClr val="FFFFFF"/>
                </a:solidFill>
              </a:rPr>
              <a:t>amount</a:t>
            </a:r>
          </a:p>
        </p:txBody>
      </p:sp>
      <p:sp>
        <p:nvSpPr>
          <p:cNvPr id="287" name="Rectangle 286"/>
          <p:cNvSpPr/>
          <p:nvPr/>
        </p:nvSpPr>
        <p:spPr>
          <a:xfrm>
            <a:off x="2240280" y="3830193"/>
            <a:ext cx="841248"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TextBox 287"/>
          <p:cNvSpPr txBox="1"/>
          <p:nvPr/>
        </p:nvSpPr>
        <p:spPr>
          <a:xfrm>
            <a:off x="2276856" y="3857625"/>
            <a:ext cx="786384" cy="230832"/>
          </a:xfrm>
          <a:prstGeom prst="rect">
            <a:avLst/>
          </a:prstGeom>
          <a:noFill/>
        </p:spPr>
        <p:txBody>
          <a:bodyPr wrap="square">
            <a:spAutoFit/>
          </a:bodyPr>
          <a:lstStyle/>
          <a:p>
            <a:pPr algn="l"/>
            <a:r>
              <a:rPr sz="900" b="1">
                <a:solidFill>
                  <a:srgbClr val="FFFFFF"/>
                </a:solidFill>
              </a:rPr>
              <a:t>response</a:t>
            </a:r>
          </a:p>
        </p:txBody>
      </p:sp>
      <p:sp>
        <p:nvSpPr>
          <p:cNvPr id="289" name="Rectangle 288"/>
          <p:cNvSpPr/>
          <p:nvPr/>
        </p:nvSpPr>
        <p:spPr>
          <a:xfrm>
            <a:off x="3081528" y="3830193"/>
            <a:ext cx="877824"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TextBox 289"/>
          <p:cNvSpPr txBox="1"/>
          <p:nvPr/>
        </p:nvSpPr>
        <p:spPr>
          <a:xfrm>
            <a:off x="3032378" y="3857625"/>
            <a:ext cx="1078991" cy="230832"/>
          </a:xfrm>
          <a:prstGeom prst="rect">
            <a:avLst/>
          </a:prstGeom>
          <a:noFill/>
        </p:spPr>
        <p:txBody>
          <a:bodyPr wrap="square">
            <a:spAutoFit/>
          </a:bodyPr>
          <a:lstStyle/>
          <a:p>
            <a:pPr algn="l"/>
            <a:r>
              <a:rPr sz="900" b="1" dirty="0" err="1">
                <a:solidFill>
                  <a:srgbClr val="FFFFFF"/>
                </a:solidFill>
              </a:rPr>
              <a:t>approval_code</a:t>
            </a:r>
            <a:endParaRPr sz="900" b="1" dirty="0">
              <a:solidFill>
                <a:srgbClr val="FFFFFF"/>
              </a:solidFill>
            </a:endParaRPr>
          </a:p>
        </p:txBody>
      </p:sp>
      <p:sp>
        <p:nvSpPr>
          <p:cNvPr id="291" name="Rectangle 290"/>
          <p:cNvSpPr/>
          <p:nvPr/>
        </p:nvSpPr>
        <p:spPr>
          <a:xfrm>
            <a:off x="3959352" y="3830193"/>
            <a:ext cx="749808"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TextBox 291"/>
          <p:cNvSpPr txBox="1"/>
          <p:nvPr/>
        </p:nvSpPr>
        <p:spPr>
          <a:xfrm>
            <a:off x="3995928" y="3857625"/>
            <a:ext cx="694944" cy="230832"/>
          </a:xfrm>
          <a:prstGeom prst="rect">
            <a:avLst/>
          </a:prstGeom>
          <a:noFill/>
        </p:spPr>
        <p:txBody>
          <a:bodyPr wrap="square">
            <a:spAutoFit/>
          </a:bodyPr>
          <a:lstStyle/>
          <a:p>
            <a:pPr algn="l"/>
            <a:r>
              <a:rPr sz="900" b="1">
                <a:solidFill>
                  <a:srgbClr val="FFFFFF"/>
                </a:solidFill>
              </a:rPr>
              <a:t>network</a:t>
            </a:r>
          </a:p>
        </p:txBody>
      </p:sp>
      <p:sp>
        <p:nvSpPr>
          <p:cNvPr id="293" name="Rectangle 292"/>
          <p:cNvSpPr/>
          <p:nvPr/>
        </p:nvSpPr>
        <p:spPr>
          <a:xfrm>
            <a:off x="4709160" y="3830193"/>
            <a:ext cx="786384"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TextBox 293"/>
          <p:cNvSpPr txBox="1"/>
          <p:nvPr/>
        </p:nvSpPr>
        <p:spPr>
          <a:xfrm>
            <a:off x="4745736" y="3857625"/>
            <a:ext cx="731520" cy="230832"/>
          </a:xfrm>
          <a:prstGeom prst="rect">
            <a:avLst/>
          </a:prstGeom>
          <a:noFill/>
        </p:spPr>
        <p:txBody>
          <a:bodyPr wrap="square">
            <a:spAutoFit/>
          </a:bodyPr>
          <a:lstStyle/>
          <a:p>
            <a:pPr algn="l"/>
            <a:r>
              <a:rPr sz="900" b="1">
                <a:solidFill>
                  <a:srgbClr val="FFFFFF"/>
                </a:solidFill>
              </a:rPr>
              <a:t>channel</a:t>
            </a:r>
          </a:p>
        </p:txBody>
      </p:sp>
      <p:sp>
        <p:nvSpPr>
          <p:cNvPr id="295" name="Rectangle 294"/>
          <p:cNvSpPr/>
          <p:nvPr/>
        </p:nvSpPr>
        <p:spPr>
          <a:xfrm>
            <a:off x="5495544" y="3830193"/>
            <a:ext cx="1463040"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TextBox 295"/>
          <p:cNvSpPr txBox="1"/>
          <p:nvPr/>
        </p:nvSpPr>
        <p:spPr>
          <a:xfrm>
            <a:off x="5532120" y="3857625"/>
            <a:ext cx="1408176" cy="230832"/>
          </a:xfrm>
          <a:prstGeom prst="rect">
            <a:avLst/>
          </a:prstGeom>
          <a:noFill/>
        </p:spPr>
        <p:txBody>
          <a:bodyPr wrap="square">
            <a:spAutoFit/>
          </a:bodyPr>
          <a:lstStyle/>
          <a:p>
            <a:pPr algn="l"/>
            <a:r>
              <a:rPr sz="900" b="1">
                <a:solidFill>
                  <a:srgbClr val="FFFFFF"/>
                </a:solidFill>
              </a:rPr>
              <a:t>decline_reason</a:t>
            </a:r>
          </a:p>
        </p:txBody>
      </p:sp>
      <p:sp>
        <p:nvSpPr>
          <p:cNvPr id="297" name="Rectangle 296"/>
          <p:cNvSpPr/>
          <p:nvPr/>
        </p:nvSpPr>
        <p:spPr>
          <a:xfrm>
            <a:off x="502920" y="4072509"/>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TextBox 297"/>
          <p:cNvSpPr txBox="1"/>
          <p:nvPr/>
        </p:nvSpPr>
        <p:spPr>
          <a:xfrm>
            <a:off x="539496" y="4099941"/>
            <a:ext cx="457200" cy="230832"/>
          </a:xfrm>
          <a:prstGeom prst="rect">
            <a:avLst/>
          </a:prstGeom>
          <a:noFill/>
        </p:spPr>
        <p:txBody>
          <a:bodyPr wrap="square">
            <a:spAutoFit/>
          </a:bodyPr>
          <a:lstStyle/>
          <a:p>
            <a:pPr algn="l"/>
            <a:r>
              <a:rPr sz="900" b="0">
                <a:solidFill>
                  <a:srgbClr val="333333"/>
                </a:solidFill>
              </a:rPr>
              <a:t>3</a:t>
            </a:r>
          </a:p>
        </p:txBody>
      </p:sp>
      <p:sp>
        <p:nvSpPr>
          <p:cNvPr id="299" name="Rectangle 298"/>
          <p:cNvSpPr/>
          <p:nvPr/>
        </p:nvSpPr>
        <p:spPr>
          <a:xfrm>
            <a:off x="1014984" y="4072509"/>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TextBox 299"/>
          <p:cNvSpPr txBox="1"/>
          <p:nvPr/>
        </p:nvSpPr>
        <p:spPr>
          <a:xfrm>
            <a:off x="1051560" y="4099941"/>
            <a:ext cx="457200" cy="230832"/>
          </a:xfrm>
          <a:prstGeom prst="rect">
            <a:avLst/>
          </a:prstGeom>
          <a:noFill/>
        </p:spPr>
        <p:txBody>
          <a:bodyPr wrap="square">
            <a:spAutoFit/>
          </a:bodyPr>
          <a:lstStyle/>
          <a:p>
            <a:pPr algn="l"/>
            <a:r>
              <a:rPr sz="900" b="0">
                <a:solidFill>
                  <a:srgbClr val="333333"/>
                </a:solidFill>
              </a:rPr>
              <a:t>2</a:t>
            </a:r>
          </a:p>
        </p:txBody>
      </p:sp>
      <p:sp>
        <p:nvSpPr>
          <p:cNvPr id="301" name="Rectangle 300"/>
          <p:cNvSpPr/>
          <p:nvPr/>
        </p:nvSpPr>
        <p:spPr>
          <a:xfrm>
            <a:off x="1527048" y="4072509"/>
            <a:ext cx="71323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TextBox 301"/>
          <p:cNvSpPr txBox="1"/>
          <p:nvPr/>
        </p:nvSpPr>
        <p:spPr>
          <a:xfrm>
            <a:off x="1563624" y="4099941"/>
            <a:ext cx="658368" cy="230832"/>
          </a:xfrm>
          <a:prstGeom prst="rect">
            <a:avLst/>
          </a:prstGeom>
          <a:noFill/>
        </p:spPr>
        <p:txBody>
          <a:bodyPr wrap="square">
            <a:spAutoFit/>
          </a:bodyPr>
          <a:lstStyle/>
          <a:p>
            <a:pPr algn="l"/>
            <a:r>
              <a:rPr sz="900" b="0">
                <a:solidFill>
                  <a:srgbClr val="333333"/>
                </a:solidFill>
              </a:rPr>
              <a:t>$8.02</a:t>
            </a:r>
          </a:p>
        </p:txBody>
      </p:sp>
      <p:sp>
        <p:nvSpPr>
          <p:cNvPr id="303" name="Rectangle 302"/>
          <p:cNvSpPr/>
          <p:nvPr/>
        </p:nvSpPr>
        <p:spPr>
          <a:xfrm>
            <a:off x="2240280" y="4072509"/>
            <a:ext cx="84124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TextBox 303"/>
          <p:cNvSpPr txBox="1"/>
          <p:nvPr/>
        </p:nvSpPr>
        <p:spPr>
          <a:xfrm>
            <a:off x="2276856" y="4099941"/>
            <a:ext cx="786384" cy="369332"/>
          </a:xfrm>
          <a:prstGeom prst="rect">
            <a:avLst/>
          </a:prstGeom>
          <a:noFill/>
        </p:spPr>
        <p:txBody>
          <a:bodyPr wrap="square">
            <a:spAutoFit/>
          </a:bodyPr>
          <a:lstStyle/>
          <a:p>
            <a:pPr algn="l"/>
            <a:r>
              <a:rPr sz="900" b="0">
                <a:solidFill>
                  <a:srgbClr val="333333"/>
                </a:solidFill>
              </a:rPr>
              <a:t>00 Approved</a:t>
            </a:r>
          </a:p>
        </p:txBody>
      </p:sp>
      <p:sp>
        <p:nvSpPr>
          <p:cNvPr id="305" name="Rectangle 304"/>
          <p:cNvSpPr/>
          <p:nvPr/>
        </p:nvSpPr>
        <p:spPr>
          <a:xfrm>
            <a:off x="3081528" y="4072509"/>
            <a:ext cx="87782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TextBox 305"/>
          <p:cNvSpPr txBox="1"/>
          <p:nvPr/>
        </p:nvSpPr>
        <p:spPr>
          <a:xfrm>
            <a:off x="3118104" y="4099941"/>
            <a:ext cx="822960" cy="230832"/>
          </a:xfrm>
          <a:prstGeom prst="rect">
            <a:avLst/>
          </a:prstGeom>
          <a:noFill/>
        </p:spPr>
        <p:txBody>
          <a:bodyPr wrap="square">
            <a:spAutoFit/>
          </a:bodyPr>
          <a:lstStyle/>
          <a:p>
            <a:pPr algn="l"/>
            <a:r>
              <a:rPr sz="900" b="0">
                <a:solidFill>
                  <a:srgbClr val="333333"/>
                </a:solidFill>
              </a:rPr>
              <a:t>177852</a:t>
            </a:r>
          </a:p>
        </p:txBody>
      </p:sp>
      <p:sp>
        <p:nvSpPr>
          <p:cNvPr id="307" name="Rectangle 306"/>
          <p:cNvSpPr/>
          <p:nvPr/>
        </p:nvSpPr>
        <p:spPr>
          <a:xfrm>
            <a:off x="3959352" y="4072509"/>
            <a:ext cx="74980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TextBox 307"/>
          <p:cNvSpPr txBox="1"/>
          <p:nvPr/>
        </p:nvSpPr>
        <p:spPr>
          <a:xfrm>
            <a:off x="3995928" y="4099941"/>
            <a:ext cx="694944" cy="230832"/>
          </a:xfrm>
          <a:prstGeom prst="rect">
            <a:avLst/>
          </a:prstGeom>
          <a:noFill/>
        </p:spPr>
        <p:txBody>
          <a:bodyPr wrap="square">
            <a:spAutoFit/>
          </a:bodyPr>
          <a:lstStyle/>
          <a:p>
            <a:pPr algn="l"/>
            <a:r>
              <a:rPr sz="900" b="0">
                <a:solidFill>
                  <a:srgbClr val="333333"/>
                </a:solidFill>
              </a:rPr>
              <a:t>Interac</a:t>
            </a:r>
          </a:p>
        </p:txBody>
      </p:sp>
      <p:sp>
        <p:nvSpPr>
          <p:cNvPr id="309" name="Rectangle 308"/>
          <p:cNvSpPr/>
          <p:nvPr/>
        </p:nvSpPr>
        <p:spPr>
          <a:xfrm>
            <a:off x="4709160" y="4072509"/>
            <a:ext cx="78638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TextBox 309"/>
          <p:cNvSpPr txBox="1"/>
          <p:nvPr/>
        </p:nvSpPr>
        <p:spPr>
          <a:xfrm>
            <a:off x="4745736" y="4099941"/>
            <a:ext cx="731520" cy="230832"/>
          </a:xfrm>
          <a:prstGeom prst="rect">
            <a:avLst/>
          </a:prstGeom>
          <a:noFill/>
        </p:spPr>
        <p:txBody>
          <a:bodyPr wrap="square">
            <a:spAutoFit/>
          </a:bodyPr>
          <a:lstStyle/>
          <a:p>
            <a:pPr algn="l"/>
            <a:r>
              <a:rPr sz="900" b="0">
                <a:solidFill>
                  <a:srgbClr val="333333"/>
                </a:solidFill>
              </a:rPr>
              <a:t>telephone</a:t>
            </a:r>
          </a:p>
        </p:txBody>
      </p:sp>
      <p:sp>
        <p:nvSpPr>
          <p:cNvPr id="311" name="Rectangle 310"/>
          <p:cNvSpPr/>
          <p:nvPr/>
        </p:nvSpPr>
        <p:spPr>
          <a:xfrm>
            <a:off x="5495544" y="4072509"/>
            <a:ext cx="146304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TextBox 311"/>
          <p:cNvSpPr txBox="1"/>
          <p:nvPr/>
        </p:nvSpPr>
        <p:spPr>
          <a:xfrm>
            <a:off x="5532120" y="4099941"/>
            <a:ext cx="1408176" cy="230832"/>
          </a:xfrm>
          <a:prstGeom prst="rect">
            <a:avLst/>
          </a:prstGeom>
          <a:noFill/>
        </p:spPr>
        <p:txBody>
          <a:bodyPr wrap="square">
            <a:spAutoFit/>
          </a:bodyPr>
          <a:lstStyle/>
          <a:p>
            <a:pPr algn="l"/>
            <a:r>
              <a:rPr sz="900" b="0">
                <a:solidFill>
                  <a:srgbClr val="333333"/>
                </a:solidFill>
              </a:rPr>
              <a:t>—</a:t>
            </a:r>
          </a:p>
        </p:txBody>
      </p:sp>
      <p:sp>
        <p:nvSpPr>
          <p:cNvPr id="313" name="Rectangle 312"/>
          <p:cNvSpPr/>
          <p:nvPr/>
        </p:nvSpPr>
        <p:spPr>
          <a:xfrm>
            <a:off x="502920" y="4314825"/>
            <a:ext cx="51206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TextBox 313"/>
          <p:cNvSpPr txBox="1"/>
          <p:nvPr/>
        </p:nvSpPr>
        <p:spPr>
          <a:xfrm>
            <a:off x="539496" y="4342257"/>
            <a:ext cx="457200" cy="230832"/>
          </a:xfrm>
          <a:prstGeom prst="rect">
            <a:avLst/>
          </a:prstGeom>
          <a:noFill/>
        </p:spPr>
        <p:txBody>
          <a:bodyPr wrap="square">
            <a:spAutoFit/>
          </a:bodyPr>
          <a:lstStyle/>
          <a:p>
            <a:pPr algn="l"/>
            <a:r>
              <a:rPr sz="900" b="0">
                <a:solidFill>
                  <a:srgbClr val="333333"/>
                </a:solidFill>
              </a:rPr>
              <a:t>5</a:t>
            </a:r>
          </a:p>
        </p:txBody>
      </p:sp>
      <p:sp>
        <p:nvSpPr>
          <p:cNvPr id="315" name="Rectangle 314"/>
          <p:cNvSpPr/>
          <p:nvPr/>
        </p:nvSpPr>
        <p:spPr>
          <a:xfrm>
            <a:off x="1014984" y="4314825"/>
            <a:ext cx="51206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TextBox 315"/>
          <p:cNvSpPr txBox="1"/>
          <p:nvPr/>
        </p:nvSpPr>
        <p:spPr>
          <a:xfrm>
            <a:off x="1051560" y="4342257"/>
            <a:ext cx="457200" cy="230832"/>
          </a:xfrm>
          <a:prstGeom prst="rect">
            <a:avLst/>
          </a:prstGeom>
          <a:noFill/>
        </p:spPr>
        <p:txBody>
          <a:bodyPr wrap="square">
            <a:spAutoFit/>
          </a:bodyPr>
          <a:lstStyle/>
          <a:p>
            <a:pPr algn="l"/>
            <a:r>
              <a:rPr sz="900" b="0">
                <a:solidFill>
                  <a:srgbClr val="333333"/>
                </a:solidFill>
              </a:rPr>
              <a:t>5</a:t>
            </a:r>
          </a:p>
        </p:txBody>
      </p:sp>
      <p:sp>
        <p:nvSpPr>
          <p:cNvPr id="317" name="Rectangle 316"/>
          <p:cNvSpPr/>
          <p:nvPr/>
        </p:nvSpPr>
        <p:spPr>
          <a:xfrm>
            <a:off x="1527048" y="4314825"/>
            <a:ext cx="71323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TextBox 317"/>
          <p:cNvSpPr txBox="1"/>
          <p:nvPr/>
        </p:nvSpPr>
        <p:spPr>
          <a:xfrm>
            <a:off x="1563624" y="4342257"/>
            <a:ext cx="658368" cy="230832"/>
          </a:xfrm>
          <a:prstGeom prst="rect">
            <a:avLst/>
          </a:prstGeom>
          <a:noFill/>
        </p:spPr>
        <p:txBody>
          <a:bodyPr wrap="square">
            <a:spAutoFit/>
          </a:bodyPr>
          <a:lstStyle/>
          <a:p>
            <a:pPr algn="l"/>
            <a:r>
              <a:rPr sz="900" b="0">
                <a:solidFill>
                  <a:srgbClr val="333333"/>
                </a:solidFill>
              </a:rPr>
              <a:t>$336.19</a:t>
            </a:r>
          </a:p>
        </p:txBody>
      </p:sp>
      <p:sp>
        <p:nvSpPr>
          <p:cNvPr id="319" name="Rectangle 318"/>
          <p:cNvSpPr/>
          <p:nvPr/>
        </p:nvSpPr>
        <p:spPr>
          <a:xfrm>
            <a:off x="2240280" y="4314825"/>
            <a:ext cx="84124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TextBox 319"/>
          <p:cNvSpPr txBox="1"/>
          <p:nvPr/>
        </p:nvSpPr>
        <p:spPr>
          <a:xfrm>
            <a:off x="2276856" y="4342257"/>
            <a:ext cx="786384" cy="369332"/>
          </a:xfrm>
          <a:prstGeom prst="rect">
            <a:avLst/>
          </a:prstGeom>
          <a:noFill/>
        </p:spPr>
        <p:txBody>
          <a:bodyPr wrap="square">
            <a:spAutoFit/>
          </a:bodyPr>
          <a:lstStyle/>
          <a:p>
            <a:pPr algn="l"/>
            <a:r>
              <a:rPr sz="900" b="0">
                <a:solidFill>
                  <a:srgbClr val="333333"/>
                </a:solidFill>
              </a:rPr>
              <a:t>00 Approved</a:t>
            </a:r>
          </a:p>
        </p:txBody>
      </p:sp>
      <p:sp>
        <p:nvSpPr>
          <p:cNvPr id="321" name="Rectangle 320"/>
          <p:cNvSpPr/>
          <p:nvPr/>
        </p:nvSpPr>
        <p:spPr>
          <a:xfrm>
            <a:off x="3081528" y="4314825"/>
            <a:ext cx="87782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TextBox 321"/>
          <p:cNvSpPr txBox="1"/>
          <p:nvPr/>
        </p:nvSpPr>
        <p:spPr>
          <a:xfrm>
            <a:off x="3118104" y="4342257"/>
            <a:ext cx="822960" cy="230832"/>
          </a:xfrm>
          <a:prstGeom prst="rect">
            <a:avLst/>
          </a:prstGeom>
          <a:noFill/>
        </p:spPr>
        <p:txBody>
          <a:bodyPr wrap="square">
            <a:spAutoFit/>
          </a:bodyPr>
          <a:lstStyle/>
          <a:p>
            <a:pPr algn="l"/>
            <a:r>
              <a:rPr sz="900" b="0">
                <a:solidFill>
                  <a:srgbClr val="333333"/>
                </a:solidFill>
              </a:rPr>
              <a:t>959001</a:t>
            </a:r>
          </a:p>
        </p:txBody>
      </p:sp>
      <p:sp>
        <p:nvSpPr>
          <p:cNvPr id="323" name="Rectangle 322"/>
          <p:cNvSpPr/>
          <p:nvPr/>
        </p:nvSpPr>
        <p:spPr>
          <a:xfrm>
            <a:off x="3959352" y="4314825"/>
            <a:ext cx="74980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TextBox 323"/>
          <p:cNvSpPr txBox="1"/>
          <p:nvPr/>
        </p:nvSpPr>
        <p:spPr>
          <a:xfrm>
            <a:off x="3995928" y="4342257"/>
            <a:ext cx="694944" cy="230832"/>
          </a:xfrm>
          <a:prstGeom prst="rect">
            <a:avLst/>
          </a:prstGeom>
          <a:noFill/>
        </p:spPr>
        <p:txBody>
          <a:bodyPr wrap="square">
            <a:spAutoFit/>
          </a:bodyPr>
          <a:lstStyle/>
          <a:p>
            <a:pPr algn="l"/>
            <a:r>
              <a:rPr sz="900" b="0">
                <a:solidFill>
                  <a:srgbClr val="333333"/>
                </a:solidFill>
              </a:rPr>
              <a:t>BankNet</a:t>
            </a:r>
          </a:p>
        </p:txBody>
      </p:sp>
      <p:sp>
        <p:nvSpPr>
          <p:cNvPr id="325" name="Rectangle 324"/>
          <p:cNvSpPr/>
          <p:nvPr/>
        </p:nvSpPr>
        <p:spPr>
          <a:xfrm>
            <a:off x="4709160" y="4314825"/>
            <a:ext cx="78638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TextBox 325"/>
          <p:cNvSpPr txBox="1"/>
          <p:nvPr/>
        </p:nvSpPr>
        <p:spPr>
          <a:xfrm>
            <a:off x="4745736" y="4342257"/>
            <a:ext cx="731520" cy="230832"/>
          </a:xfrm>
          <a:prstGeom prst="rect">
            <a:avLst/>
          </a:prstGeom>
          <a:noFill/>
        </p:spPr>
        <p:txBody>
          <a:bodyPr wrap="square">
            <a:spAutoFit/>
          </a:bodyPr>
          <a:lstStyle/>
          <a:p>
            <a:pPr algn="l"/>
            <a:r>
              <a:rPr sz="900" b="0">
                <a:solidFill>
                  <a:srgbClr val="333333"/>
                </a:solidFill>
              </a:rPr>
              <a:t>atm</a:t>
            </a:r>
          </a:p>
        </p:txBody>
      </p:sp>
      <p:sp>
        <p:nvSpPr>
          <p:cNvPr id="327" name="Rectangle 326"/>
          <p:cNvSpPr/>
          <p:nvPr/>
        </p:nvSpPr>
        <p:spPr>
          <a:xfrm>
            <a:off x="5495544" y="4314825"/>
            <a:ext cx="1463040"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TextBox 327"/>
          <p:cNvSpPr txBox="1"/>
          <p:nvPr/>
        </p:nvSpPr>
        <p:spPr>
          <a:xfrm>
            <a:off x="5532120" y="4342257"/>
            <a:ext cx="1408176" cy="230832"/>
          </a:xfrm>
          <a:prstGeom prst="rect">
            <a:avLst/>
          </a:prstGeom>
          <a:noFill/>
        </p:spPr>
        <p:txBody>
          <a:bodyPr wrap="square">
            <a:spAutoFit/>
          </a:bodyPr>
          <a:lstStyle/>
          <a:p>
            <a:pPr algn="l"/>
            <a:r>
              <a:rPr sz="900" b="0">
                <a:solidFill>
                  <a:srgbClr val="333333"/>
                </a:solidFill>
              </a:rPr>
              <a:t>—</a:t>
            </a:r>
          </a:p>
        </p:txBody>
      </p:sp>
      <p:sp>
        <p:nvSpPr>
          <p:cNvPr id="329" name="Rectangle 328"/>
          <p:cNvSpPr/>
          <p:nvPr/>
        </p:nvSpPr>
        <p:spPr>
          <a:xfrm>
            <a:off x="502920" y="4557141"/>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TextBox 329"/>
          <p:cNvSpPr txBox="1"/>
          <p:nvPr/>
        </p:nvSpPr>
        <p:spPr>
          <a:xfrm>
            <a:off x="539496" y="4584573"/>
            <a:ext cx="457200" cy="230832"/>
          </a:xfrm>
          <a:prstGeom prst="rect">
            <a:avLst/>
          </a:prstGeom>
          <a:noFill/>
        </p:spPr>
        <p:txBody>
          <a:bodyPr wrap="square">
            <a:spAutoFit/>
          </a:bodyPr>
          <a:lstStyle/>
          <a:p>
            <a:pPr algn="l"/>
            <a:r>
              <a:rPr sz="900" b="0">
                <a:solidFill>
                  <a:srgbClr val="333333"/>
                </a:solidFill>
              </a:rPr>
              <a:t>6</a:t>
            </a:r>
          </a:p>
        </p:txBody>
      </p:sp>
      <p:sp>
        <p:nvSpPr>
          <p:cNvPr id="331" name="Rectangle 330"/>
          <p:cNvSpPr/>
          <p:nvPr/>
        </p:nvSpPr>
        <p:spPr>
          <a:xfrm>
            <a:off x="1014984" y="4557141"/>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TextBox 331"/>
          <p:cNvSpPr txBox="1"/>
          <p:nvPr/>
        </p:nvSpPr>
        <p:spPr>
          <a:xfrm>
            <a:off x="1051560" y="4584573"/>
            <a:ext cx="457200" cy="230832"/>
          </a:xfrm>
          <a:prstGeom prst="rect">
            <a:avLst/>
          </a:prstGeom>
          <a:noFill/>
        </p:spPr>
        <p:txBody>
          <a:bodyPr wrap="square">
            <a:spAutoFit/>
          </a:bodyPr>
          <a:lstStyle/>
          <a:p>
            <a:pPr algn="l"/>
            <a:r>
              <a:rPr sz="900" b="0">
                <a:solidFill>
                  <a:srgbClr val="333333"/>
                </a:solidFill>
              </a:rPr>
              <a:t>5</a:t>
            </a:r>
          </a:p>
        </p:txBody>
      </p:sp>
      <p:sp>
        <p:nvSpPr>
          <p:cNvPr id="333" name="Rectangle 332"/>
          <p:cNvSpPr/>
          <p:nvPr/>
        </p:nvSpPr>
        <p:spPr>
          <a:xfrm>
            <a:off x="1527048" y="4557141"/>
            <a:ext cx="71323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TextBox 333"/>
          <p:cNvSpPr txBox="1"/>
          <p:nvPr/>
        </p:nvSpPr>
        <p:spPr>
          <a:xfrm>
            <a:off x="1563624" y="4584573"/>
            <a:ext cx="658368" cy="230832"/>
          </a:xfrm>
          <a:prstGeom prst="rect">
            <a:avLst/>
          </a:prstGeom>
          <a:noFill/>
        </p:spPr>
        <p:txBody>
          <a:bodyPr wrap="square">
            <a:spAutoFit/>
          </a:bodyPr>
          <a:lstStyle/>
          <a:p>
            <a:pPr algn="l"/>
            <a:r>
              <a:rPr sz="900" b="0">
                <a:solidFill>
                  <a:srgbClr val="333333"/>
                </a:solidFill>
              </a:rPr>
              <a:t>$406.25</a:t>
            </a:r>
          </a:p>
        </p:txBody>
      </p:sp>
      <p:sp>
        <p:nvSpPr>
          <p:cNvPr id="335" name="Rectangle 334"/>
          <p:cNvSpPr/>
          <p:nvPr/>
        </p:nvSpPr>
        <p:spPr>
          <a:xfrm>
            <a:off x="2240280" y="4557141"/>
            <a:ext cx="84124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 name="TextBox 335"/>
          <p:cNvSpPr txBox="1"/>
          <p:nvPr/>
        </p:nvSpPr>
        <p:spPr>
          <a:xfrm>
            <a:off x="2276856" y="4584573"/>
            <a:ext cx="786384" cy="369332"/>
          </a:xfrm>
          <a:prstGeom prst="rect">
            <a:avLst/>
          </a:prstGeom>
          <a:noFill/>
        </p:spPr>
        <p:txBody>
          <a:bodyPr wrap="square">
            <a:spAutoFit/>
          </a:bodyPr>
          <a:lstStyle/>
          <a:p>
            <a:pPr algn="l"/>
            <a:r>
              <a:rPr sz="900" b="0">
                <a:solidFill>
                  <a:srgbClr val="333333"/>
                </a:solidFill>
              </a:rPr>
              <a:t>00 Approved</a:t>
            </a:r>
          </a:p>
        </p:txBody>
      </p:sp>
      <p:sp>
        <p:nvSpPr>
          <p:cNvPr id="337" name="Rectangle 336"/>
          <p:cNvSpPr/>
          <p:nvPr/>
        </p:nvSpPr>
        <p:spPr>
          <a:xfrm>
            <a:off x="3081528" y="4557141"/>
            <a:ext cx="87782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TextBox 337"/>
          <p:cNvSpPr txBox="1"/>
          <p:nvPr/>
        </p:nvSpPr>
        <p:spPr>
          <a:xfrm>
            <a:off x="3118104" y="4584573"/>
            <a:ext cx="822960" cy="230832"/>
          </a:xfrm>
          <a:prstGeom prst="rect">
            <a:avLst/>
          </a:prstGeom>
          <a:noFill/>
        </p:spPr>
        <p:txBody>
          <a:bodyPr wrap="square">
            <a:spAutoFit/>
          </a:bodyPr>
          <a:lstStyle/>
          <a:p>
            <a:pPr algn="l"/>
            <a:r>
              <a:rPr sz="900" b="0">
                <a:solidFill>
                  <a:srgbClr val="333333"/>
                </a:solidFill>
              </a:rPr>
              <a:t>471027</a:t>
            </a:r>
          </a:p>
        </p:txBody>
      </p:sp>
      <p:sp>
        <p:nvSpPr>
          <p:cNvPr id="339" name="Rectangle 338"/>
          <p:cNvSpPr/>
          <p:nvPr/>
        </p:nvSpPr>
        <p:spPr>
          <a:xfrm>
            <a:off x="3959352" y="4557141"/>
            <a:ext cx="74980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TextBox 339"/>
          <p:cNvSpPr txBox="1"/>
          <p:nvPr/>
        </p:nvSpPr>
        <p:spPr>
          <a:xfrm>
            <a:off x="3995928" y="4584573"/>
            <a:ext cx="694944" cy="230832"/>
          </a:xfrm>
          <a:prstGeom prst="rect">
            <a:avLst/>
          </a:prstGeom>
          <a:noFill/>
        </p:spPr>
        <p:txBody>
          <a:bodyPr wrap="square">
            <a:spAutoFit/>
          </a:bodyPr>
          <a:lstStyle/>
          <a:p>
            <a:pPr algn="l"/>
            <a:r>
              <a:rPr sz="900" b="0">
                <a:solidFill>
                  <a:srgbClr val="333333"/>
                </a:solidFill>
              </a:rPr>
              <a:t>AmexNet</a:t>
            </a:r>
          </a:p>
        </p:txBody>
      </p:sp>
      <p:sp>
        <p:nvSpPr>
          <p:cNvPr id="341" name="Rectangle 340"/>
          <p:cNvSpPr/>
          <p:nvPr/>
        </p:nvSpPr>
        <p:spPr>
          <a:xfrm>
            <a:off x="4709160" y="4557141"/>
            <a:ext cx="78638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TextBox 341"/>
          <p:cNvSpPr txBox="1"/>
          <p:nvPr/>
        </p:nvSpPr>
        <p:spPr>
          <a:xfrm>
            <a:off x="4745736" y="4584573"/>
            <a:ext cx="731520" cy="230832"/>
          </a:xfrm>
          <a:prstGeom prst="rect">
            <a:avLst/>
          </a:prstGeom>
          <a:noFill/>
        </p:spPr>
        <p:txBody>
          <a:bodyPr wrap="square">
            <a:spAutoFit/>
          </a:bodyPr>
          <a:lstStyle/>
          <a:p>
            <a:pPr algn="l"/>
            <a:r>
              <a:rPr sz="900" b="0">
                <a:solidFill>
                  <a:srgbClr val="333333"/>
                </a:solidFill>
              </a:rPr>
              <a:t>telephone</a:t>
            </a:r>
          </a:p>
        </p:txBody>
      </p:sp>
      <p:sp>
        <p:nvSpPr>
          <p:cNvPr id="343" name="Rectangle 342"/>
          <p:cNvSpPr/>
          <p:nvPr/>
        </p:nvSpPr>
        <p:spPr>
          <a:xfrm>
            <a:off x="5495544" y="4557141"/>
            <a:ext cx="146304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TextBox 343"/>
          <p:cNvSpPr txBox="1"/>
          <p:nvPr/>
        </p:nvSpPr>
        <p:spPr>
          <a:xfrm>
            <a:off x="5532120" y="4584573"/>
            <a:ext cx="1408176" cy="230832"/>
          </a:xfrm>
          <a:prstGeom prst="rect">
            <a:avLst/>
          </a:prstGeom>
          <a:noFill/>
        </p:spPr>
        <p:txBody>
          <a:bodyPr wrap="square">
            <a:spAutoFit/>
          </a:bodyPr>
          <a:lstStyle/>
          <a:p>
            <a:pPr algn="l"/>
            <a:r>
              <a:rPr sz="900" b="0">
                <a:solidFill>
                  <a:srgbClr val="333333"/>
                </a:solidFill>
              </a:rPr>
              <a:t>—</a:t>
            </a:r>
          </a:p>
        </p:txBody>
      </p:sp>
      <p:sp>
        <p:nvSpPr>
          <p:cNvPr id="345" name="Rectangle 344"/>
          <p:cNvSpPr/>
          <p:nvPr/>
        </p:nvSpPr>
        <p:spPr>
          <a:xfrm>
            <a:off x="502920" y="4799457"/>
            <a:ext cx="51206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TextBox 345"/>
          <p:cNvSpPr txBox="1"/>
          <p:nvPr/>
        </p:nvSpPr>
        <p:spPr>
          <a:xfrm>
            <a:off x="539496" y="4826889"/>
            <a:ext cx="457200" cy="230832"/>
          </a:xfrm>
          <a:prstGeom prst="rect">
            <a:avLst/>
          </a:prstGeom>
          <a:noFill/>
        </p:spPr>
        <p:txBody>
          <a:bodyPr wrap="square">
            <a:spAutoFit/>
          </a:bodyPr>
          <a:lstStyle/>
          <a:p>
            <a:pPr algn="l"/>
            <a:r>
              <a:rPr sz="900" b="0">
                <a:solidFill>
                  <a:srgbClr val="333333"/>
                </a:solidFill>
              </a:rPr>
              <a:t>1</a:t>
            </a:r>
          </a:p>
        </p:txBody>
      </p:sp>
      <p:sp>
        <p:nvSpPr>
          <p:cNvPr id="347" name="Rectangle 346"/>
          <p:cNvSpPr/>
          <p:nvPr/>
        </p:nvSpPr>
        <p:spPr>
          <a:xfrm>
            <a:off x="1014984" y="4799457"/>
            <a:ext cx="51206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TextBox 347"/>
          <p:cNvSpPr txBox="1"/>
          <p:nvPr/>
        </p:nvSpPr>
        <p:spPr>
          <a:xfrm>
            <a:off x="1051560" y="4826889"/>
            <a:ext cx="457200" cy="230832"/>
          </a:xfrm>
          <a:prstGeom prst="rect">
            <a:avLst/>
          </a:prstGeom>
          <a:noFill/>
        </p:spPr>
        <p:txBody>
          <a:bodyPr wrap="square">
            <a:spAutoFit/>
          </a:bodyPr>
          <a:lstStyle/>
          <a:p>
            <a:pPr algn="l"/>
            <a:r>
              <a:rPr sz="900" b="0">
                <a:solidFill>
                  <a:srgbClr val="333333"/>
                </a:solidFill>
              </a:rPr>
              <a:t>1</a:t>
            </a:r>
          </a:p>
        </p:txBody>
      </p:sp>
      <p:sp>
        <p:nvSpPr>
          <p:cNvPr id="349" name="Rectangle 348"/>
          <p:cNvSpPr/>
          <p:nvPr/>
        </p:nvSpPr>
        <p:spPr>
          <a:xfrm>
            <a:off x="1527048" y="4799457"/>
            <a:ext cx="71323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TextBox 349"/>
          <p:cNvSpPr txBox="1"/>
          <p:nvPr/>
        </p:nvSpPr>
        <p:spPr>
          <a:xfrm>
            <a:off x="1563624" y="4826889"/>
            <a:ext cx="658368" cy="230832"/>
          </a:xfrm>
          <a:prstGeom prst="rect">
            <a:avLst/>
          </a:prstGeom>
          <a:noFill/>
        </p:spPr>
        <p:txBody>
          <a:bodyPr wrap="square">
            <a:spAutoFit/>
          </a:bodyPr>
          <a:lstStyle/>
          <a:p>
            <a:pPr algn="l"/>
            <a:r>
              <a:rPr sz="900" b="0">
                <a:solidFill>
                  <a:srgbClr val="333333"/>
                </a:solidFill>
              </a:rPr>
              <a:t>$681.24</a:t>
            </a:r>
          </a:p>
        </p:txBody>
      </p:sp>
      <p:sp>
        <p:nvSpPr>
          <p:cNvPr id="351" name="Rectangle 350"/>
          <p:cNvSpPr/>
          <p:nvPr/>
        </p:nvSpPr>
        <p:spPr>
          <a:xfrm>
            <a:off x="2240280" y="4799457"/>
            <a:ext cx="84124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TextBox 351"/>
          <p:cNvSpPr txBox="1"/>
          <p:nvPr/>
        </p:nvSpPr>
        <p:spPr>
          <a:xfrm>
            <a:off x="2276856" y="4826889"/>
            <a:ext cx="786384" cy="230832"/>
          </a:xfrm>
          <a:prstGeom prst="rect">
            <a:avLst/>
          </a:prstGeom>
          <a:noFill/>
        </p:spPr>
        <p:txBody>
          <a:bodyPr wrap="square">
            <a:spAutoFit/>
          </a:bodyPr>
          <a:lstStyle/>
          <a:p>
            <a:pPr algn="l"/>
            <a:r>
              <a:rPr sz="900" b="0">
                <a:solidFill>
                  <a:srgbClr val="333333"/>
                </a:solidFill>
              </a:rPr>
              <a:t>51 Declined</a:t>
            </a:r>
          </a:p>
        </p:txBody>
      </p:sp>
      <p:sp>
        <p:nvSpPr>
          <p:cNvPr id="353" name="Rectangle 352"/>
          <p:cNvSpPr/>
          <p:nvPr/>
        </p:nvSpPr>
        <p:spPr>
          <a:xfrm>
            <a:off x="3081528" y="4799457"/>
            <a:ext cx="87782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TextBox 353"/>
          <p:cNvSpPr txBox="1"/>
          <p:nvPr/>
        </p:nvSpPr>
        <p:spPr>
          <a:xfrm>
            <a:off x="3118104" y="4826889"/>
            <a:ext cx="822960" cy="230832"/>
          </a:xfrm>
          <a:prstGeom prst="rect">
            <a:avLst/>
          </a:prstGeom>
          <a:noFill/>
        </p:spPr>
        <p:txBody>
          <a:bodyPr wrap="square">
            <a:spAutoFit/>
          </a:bodyPr>
          <a:lstStyle/>
          <a:p>
            <a:pPr algn="l"/>
            <a:r>
              <a:rPr sz="900" b="0">
                <a:solidFill>
                  <a:srgbClr val="333333"/>
                </a:solidFill>
              </a:rPr>
              <a:t>—</a:t>
            </a:r>
          </a:p>
        </p:txBody>
      </p:sp>
      <p:sp>
        <p:nvSpPr>
          <p:cNvPr id="355" name="Rectangle 354"/>
          <p:cNvSpPr/>
          <p:nvPr/>
        </p:nvSpPr>
        <p:spPr>
          <a:xfrm>
            <a:off x="3959352" y="4799457"/>
            <a:ext cx="74980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TextBox 355"/>
          <p:cNvSpPr txBox="1"/>
          <p:nvPr/>
        </p:nvSpPr>
        <p:spPr>
          <a:xfrm>
            <a:off x="3995928" y="4826889"/>
            <a:ext cx="694944" cy="230832"/>
          </a:xfrm>
          <a:prstGeom prst="rect">
            <a:avLst/>
          </a:prstGeom>
          <a:noFill/>
        </p:spPr>
        <p:txBody>
          <a:bodyPr wrap="square">
            <a:spAutoFit/>
          </a:bodyPr>
          <a:lstStyle/>
          <a:p>
            <a:pPr algn="l"/>
            <a:r>
              <a:rPr sz="900" b="0">
                <a:solidFill>
                  <a:srgbClr val="333333"/>
                </a:solidFill>
              </a:rPr>
              <a:t>VisaNet</a:t>
            </a:r>
          </a:p>
        </p:txBody>
      </p:sp>
      <p:sp>
        <p:nvSpPr>
          <p:cNvPr id="357" name="Rectangle 356"/>
          <p:cNvSpPr/>
          <p:nvPr/>
        </p:nvSpPr>
        <p:spPr>
          <a:xfrm>
            <a:off x="4709160" y="4799457"/>
            <a:ext cx="78638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 name="TextBox 357"/>
          <p:cNvSpPr txBox="1"/>
          <p:nvPr/>
        </p:nvSpPr>
        <p:spPr>
          <a:xfrm>
            <a:off x="4745736" y="4826889"/>
            <a:ext cx="731520" cy="230832"/>
          </a:xfrm>
          <a:prstGeom prst="rect">
            <a:avLst/>
          </a:prstGeom>
          <a:noFill/>
        </p:spPr>
        <p:txBody>
          <a:bodyPr wrap="square">
            <a:spAutoFit/>
          </a:bodyPr>
          <a:lstStyle/>
          <a:p>
            <a:pPr algn="l"/>
            <a:r>
              <a:rPr sz="900" b="0">
                <a:solidFill>
                  <a:srgbClr val="333333"/>
                </a:solidFill>
              </a:rPr>
              <a:t>mobile</a:t>
            </a:r>
          </a:p>
        </p:txBody>
      </p:sp>
      <p:sp>
        <p:nvSpPr>
          <p:cNvPr id="359" name="Rectangle 358"/>
          <p:cNvSpPr/>
          <p:nvPr/>
        </p:nvSpPr>
        <p:spPr>
          <a:xfrm>
            <a:off x="5495544" y="4799457"/>
            <a:ext cx="1463040"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TextBox 359"/>
          <p:cNvSpPr txBox="1"/>
          <p:nvPr/>
        </p:nvSpPr>
        <p:spPr>
          <a:xfrm>
            <a:off x="5532120" y="4826889"/>
            <a:ext cx="1408176" cy="230832"/>
          </a:xfrm>
          <a:prstGeom prst="rect">
            <a:avLst/>
          </a:prstGeom>
          <a:noFill/>
        </p:spPr>
        <p:txBody>
          <a:bodyPr wrap="square">
            <a:spAutoFit/>
          </a:bodyPr>
          <a:lstStyle/>
          <a:p>
            <a:pPr algn="l"/>
            <a:r>
              <a:rPr sz="900" b="0">
                <a:solidFill>
                  <a:srgbClr val="333333"/>
                </a:solidFill>
              </a:rPr>
              <a:t>do_not_honour</a:t>
            </a:r>
          </a:p>
        </p:txBody>
      </p:sp>
      <p:sp>
        <p:nvSpPr>
          <p:cNvPr id="361" name="Rectangle 360"/>
          <p:cNvSpPr/>
          <p:nvPr/>
        </p:nvSpPr>
        <p:spPr>
          <a:xfrm>
            <a:off x="502920" y="5041773"/>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TextBox 361"/>
          <p:cNvSpPr txBox="1"/>
          <p:nvPr/>
        </p:nvSpPr>
        <p:spPr>
          <a:xfrm>
            <a:off x="539496" y="5069205"/>
            <a:ext cx="457200" cy="230832"/>
          </a:xfrm>
          <a:prstGeom prst="rect">
            <a:avLst/>
          </a:prstGeom>
          <a:noFill/>
        </p:spPr>
        <p:txBody>
          <a:bodyPr wrap="square">
            <a:spAutoFit/>
          </a:bodyPr>
          <a:lstStyle/>
          <a:p>
            <a:pPr algn="l"/>
            <a:r>
              <a:rPr sz="900" b="0">
                <a:solidFill>
                  <a:srgbClr val="333333"/>
                </a:solidFill>
              </a:rPr>
              <a:t>4</a:t>
            </a:r>
          </a:p>
        </p:txBody>
      </p:sp>
      <p:sp>
        <p:nvSpPr>
          <p:cNvPr id="363" name="Rectangle 362"/>
          <p:cNvSpPr/>
          <p:nvPr/>
        </p:nvSpPr>
        <p:spPr>
          <a:xfrm>
            <a:off x="1014984" y="5041773"/>
            <a:ext cx="51206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TextBox 363"/>
          <p:cNvSpPr txBox="1"/>
          <p:nvPr/>
        </p:nvSpPr>
        <p:spPr>
          <a:xfrm>
            <a:off x="1051560" y="5069205"/>
            <a:ext cx="457200" cy="230832"/>
          </a:xfrm>
          <a:prstGeom prst="rect">
            <a:avLst/>
          </a:prstGeom>
          <a:noFill/>
        </p:spPr>
        <p:txBody>
          <a:bodyPr wrap="square">
            <a:spAutoFit/>
          </a:bodyPr>
          <a:lstStyle/>
          <a:p>
            <a:pPr algn="l"/>
            <a:r>
              <a:rPr sz="900" b="0">
                <a:solidFill>
                  <a:srgbClr val="333333"/>
                </a:solidFill>
              </a:rPr>
              <a:t>4</a:t>
            </a:r>
          </a:p>
        </p:txBody>
      </p:sp>
      <p:sp>
        <p:nvSpPr>
          <p:cNvPr id="365" name="Rectangle 364"/>
          <p:cNvSpPr/>
          <p:nvPr/>
        </p:nvSpPr>
        <p:spPr>
          <a:xfrm>
            <a:off x="1527048" y="5041773"/>
            <a:ext cx="71323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TextBox 365"/>
          <p:cNvSpPr txBox="1"/>
          <p:nvPr/>
        </p:nvSpPr>
        <p:spPr>
          <a:xfrm>
            <a:off x="1563624" y="5069205"/>
            <a:ext cx="658368" cy="230832"/>
          </a:xfrm>
          <a:prstGeom prst="rect">
            <a:avLst/>
          </a:prstGeom>
          <a:noFill/>
        </p:spPr>
        <p:txBody>
          <a:bodyPr wrap="square">
            <a:spAutoFit/>
          </a:bodyPr>
          <a:lstStyle/>
          <a:p>
            <a:pPr algn="l"/>
            <a:r>
              <a:rPr sz="900" b="0">
                <a:solidFill>
                  <a:srgbClr val="333333"/>
                </a:solidFill>
              </a:rPr>
              <a:t>$526.49</a:t>
            </a:r>
          </a:p>
        </p:txBody>
      </p:sp>
      <p:sp>
        <p:nvSpPr>
          <p:cNvPr id="367" name="Rectangle 366"/>
          <p:cNvSpPr/>
          <p:nvPr/>
        </p:nvSpPr>
        <p:spPr>
          <a:xfrm>
            <a:off x="2240280" y="5041773"/>
            <a:ext cx="84124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TextBox 367"/>
          <p:cNvSpPr txBox="1"/>
          <p:nvPr/>
        </p:nvSpPr>
        <p:spPr>
          <a:xfrm>
            <a:off x="2276856" y="5069205"/>
            <a:ext cx="786384" cy="230832"/>
          </a:xfrm>
          <a:prstGeom prst="rect">
            <a:avLst/>
          </a:prstGeom>
          <a:noFill/>
        </p:spPr>
        <p:txBody>
          <a:bodyPr wrap="square">
            <a:spAutoFit/>
          </a:bodyPr>
          <a:lstStyle/>
          <a:p>
            <a:pPr algn="l"/>
            <a:r>
              <a:rPr sz="900" b="0">
                <a:solidFill>
                  <a:srgbClr val="333333"/>
                </a:solidFill>
              </a:rPr>
              <a:t>54 Declined</a:t>
            </a:r>
          </a:p>
        </p:txBody>
      </p:sp>
      <p:sp>
        <p:nvSpPr>
          <p:cNvPr id="369" name="Rectangle 368"/>
          <p:cNvSpPr/>
          <p:nvPr/>
        </p:nvSpPr>
        <p:spPr>
          <a:xfrm>
            <a:off x="3081528" y="5041773"/>
            <a:ext cx="87782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TextBox 369"/>
          <p:cNvSpPr txBox="1"/>
          <p:nvPr/>
        </p:nvSpPr>
        <p:spPr>
          <a:xfrm>
            <a:off x="3118104" y="5069205"/>
            <a:ext cx="822960" cy="230832"/>
          </a:xfrm>
          <a:prstGeom prst="rect">
            <a:avLst/>
          </a:prstGeom>
          <a:noFill/>
        </p:spPr>
        <p:txBody>
          <a:bodyPr wrap="square">
            <a:spAutoFit/>
          </a:bodyPr>
          <a:lstStyle/>
          <a:p>
            <a:pPr algn="l"/>
            <a:r>
              <a:rPr sz="900" b="0">
                <a:solidFill>
                  <a:srgbClr val="333333"/>
                </a:solidFill>
              </a:rPr>
              <a:t>—</a:t>
            </a:r>
          </a:p>
        </p:txBody>
      </p:sp>
      <p:sp>
        <p:nvSpPr>
          <p:cNvPr id="371" name="Rectangle 370"/>
          <p:cNvSpPr/>
          <p:nvPr/>
        </p:nvSpPr>
        <p:spPr>
          <a:xfrm>
            <a:off x="3959352" y="5041773"/>
            <a:ext cx="74980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TextBox 371"/>
          <p:cNvSpPr txBox="1"/>
          <p:nvPr/>
        </p:nvSpPr>
        <p:spPr>
          <a:xfrm>
            <a:off x="3995928" y="5069205"/>
            <a:ext cx="694944" cy="230832"/>
          </a:xfrm>
          <a:prstGeom prst="rect">
            <a:avLst/>
          </a:prstGeom>
          <a:noFill/>
        </p:spPr>
        <p:txBody>
          <a:bodyPr wrap="square">
            <a:spAutoFit/>
          </a:bodyPr>
          <a:lstStyle/>
          <a:p>
            <a:pPr algn="l"/>
            <a:r>
              <a:rPr sz="900" b="0">
                <a:solidFill>
                  <a:srgbClr val="333333"/>
                </a:solidFill>
              </a:rPr>
              <a:t>BankNet</a:t>
            </a:r>
          </a:p>
        </p:txBody>
      </p:sp>
      <p:sp>
        <p:nvSpPr>
          <p:cNvPr id="373" name="Rectangle 372"/>
          <p:cNvSpPr/>
          <p:nvPr/>
        </p:nvSpPr>
        <p:spPr>
          <a:xfrm>
            <a:off x="4709160" y="5041773"/>
            <a:ext cx="78638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 name="TextBox 373"/>
          <p:cNvSpPr txBox="1"/>
          <p:nvPr/>
        </p:nvSpPr>
        <p:spPr>
          <a:xfrm>
            <a:off x="4745736" y="5069205"/>
            <a:ext cx="731520" cy="230832"/>
          </a:xfrm>
          <a:prstGeom prst="rect">
            <a:avLst/>
          </a:prstGeom>
          <a:noFill/>
        </p:spPr>
        <p:txBody>
          <a:bodyPr wrap="square">
            <a:spAutoFit/>
          </a:bodyPr>
          <a:lstStyle/>
          <a:p>
            <a:pPr algn="l"/>
            <a:r>
              <a:rPr sz="900" b="0">
                <a:solidFill>
                  <a:srgbClr val="333333"/>
                </a:solidFill>
              </a:rPr>
              <a:t>in_store</a:t>
            </a:r>
          </a:p>
        </p:txBody>
      </p:sp>
      <p:sp>
        <p:nvSpPr>
          <p:cNvPr id="375" name="Rectangle 374"/>
          <p:cNvSpPr/>
          <p:nvPr/>
        </p:nvSpPr>
        <p:spPr>
          <a:xfrm>
            <a:off x="5495544" y="5041773"/>
            <a:ext cx="146304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TextBox 375"/>
          <p:cNvSpPr txBox="1"/>
          <p:nvPr/>
        </p:nvSpPr>
        <p:spPr>
          <a:xfrm>
            <a:off x="5532120" y="5069205"/>
            <a:ext cx="1408176" cy="230832"/>
          </a:xfrm>
          <a:prstGeom prst="rect">
            <a:avLst/>
          </a:prstGeom>
          <a:noFill/>
        </p:spPr>
        <p:txBody>
          <a:bodyPr wrap="square">
            <a:spAutoFit/>
          </a:bodyPr>
          <a:lstStyle/>
          <a:p>
            <a:pPr algn="l"/>
            <a:r>
              <a:rPr sz="900" b="0">
                <a:solidFill>
                  <a:srgbClr val="333333"/>
                </a:solidFill>
              </a:rPr>
              <a:t>insufficient_funds</a:t>
            </a:r>
          </a:p>
        </p:txBody>
      </p:sp>
      <p:sp>
        <p:nvSpPr>
          <p:cNvPr id="377" name="Cornerstone">
            <a:extLst>
              <a:ext uri="{FF2B5EF4-FFF2-40B4-BE49-F238E27FC236}">
                <a16:creationId xmlns:a16="http://schemas.microsoft.com/office/drawing/2014/main" id="{F5AA5EE9-C789-9917-B173-CC53EB4A4F88}"/>
              </a:ext>
              <a:ext uri="{C183D7F6-B498-43B3-948B-1728B52AA6E4}">
                <adec:decorative xmlns:adec="http://schemas.microsoft.com/office/drawing/2017/decorative" val="1"/>
              </a:ext>
            </a:extLst>
          </p:cNvPr>
          <p:cNvSpPr>
            <a:spLocks noChangeAspect="1"/>
          </p:cNvSpPr>
          <p:nvPr/>
        </p:nvSpPr>
        <p:spPr bwMode="gray">
          <a:xfrm rot="16200000">
            <a:off x="10393974" y="423158"/>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gradFill>
          <a:ln w="9525" algn="ctr">
            <a:noFill/>
            <a:miter lim="800000"/>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378" name="Rectangle 377">
            <a:extLst>
              <a:ext uri="{FF2B5EF4-FFF2-40B4-BE49-F238E27FC236}">
                <a16:creationId xmlns:a16="http://schemas.microsoft.com/office/drawing/2014/main" id="{D18A2FA5-9EAF-4425-0BAC-4ED20908CFA8}"/>
              </a:ext>
            </a:extLst>
          </p:cNvPr>
          <p:cNvSpPr/>
          <p:nvPr/>
        </p:nvSpPr>
        <p:spPr>
          <a:xfrm>
            <a:off x="504508" y="1261871"/>
            <a:ext cx="8820467" cy="45719"/>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4508" y="164593"/>
            <a:ext cx="11183112" cy="523220"/>
          </a:xfrm>
          <a:prstGeom prst="rect">
            <a:avLst/>
          </a:prstGeom>
          <a:noFill/>
        </p:spPr>
        <p:txBody>
          <a:bodyPr wrap="square">
            <a:spAutoFit/>
          </a:bodyPr>
          <a:lstStyle/>
          <a:p>
            <a:r>
              <a:rPr lang="en-US" sz="2800" dirty="0"/>
              <a:t>A 30-Day Advancing </a:t>
            </a:r>
            <a:r>
              <a:rPr sz="2800" dirty="0">
                <a:latin typeface="+mj-lt"/>
                <a:ea typeface="+mj-ea"/>
                <a:cs typeface="+mj-cs"/>
              </a:rPr>
              <a:t>Sample -  Dispute, Alert &amp; Collection</a:t>
            </a:r>
          </a:p>
        </p:txBody>
      </p:sp>
      <p:sp>
        <p:nvSpPr>
          <p:cNvPr id="4" name="TextBox 3"/>
          <p:cNvSpPr txBox="1"/>
          <p:nvPr/>
        </p:nvSpPr>
        <p:spPr>
          <a:xfrm>
            <a:off x="504508" y="886968"/>
            <a:ext cx="11183112" cy="292388"/>
          </a:xfrm>
          <a:prstGeom prst="rect">
            <a:avLst/>
          </a:prstGeom>
          <a:noFill/>
        </p:spPr>
        <p:txBody>
          <a:bodyPr wrap="square">
            <a:spAutoFit/>
          </a:bodyPr>
          <a:lstStyle/>
          <a:p>
            <a:r>
              <a:rPr lang="en-US" sz="1300" dirty="0">
                <a:solidFill>
                  <a:srgbClr val="6E6E6E"/>
                </a:solidFill>
              </a:rPr>
              <a:t>Lifecycle entities progress through states each day  |  30-day run shown</a:t>
            </a:r>
          </a:p>
        </p:txBody>
      </p:sp>
      <p:sp>
        <p:nvSpPr>
          <p:cNvPr id="5" name="Rectangle 4"/>
          <p:cNvSpPr/>
          <p:nvPr/>
        </p:nvSpPr>
        <p:spPr>
          <a:xfrm>
            <a:off x="504508" y="1261871"/>
            <a:ext cx="8820467" cy="45719"/>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Rectangle 226"/>
          <p:cNvSpPr/>
          <p:nvPr/>
        </p:nvSpPr>
        <p:spPr>
          <a:xfrm>
            <a:off x="502920" y="1426464"/>
            <a:ext cx="5852160" cy="292608"/>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TextBox 227"/>
          <p:cNvSpPr txBox="1"/>
          <p:nvPr/>
        </p:nvSpPr>
        <p:spPr>
          <a:xfrm>
            <a:off x="585216" y="1463040"/>
            <a:ext cx="5724144" cy="261610"/>
          </a:xfrm>
          <a:prstGeom prst="rect">
            <a:avLst/>
          </a:prstGeom>
          <a:noFill/>
        </p:spPr>
        <p:txBody>
          <a:bodyPr wrap="square">
            <a:spAutoFit/>
          </a:bodyPr>
          <a:lstStyle/>
          <a:p>
            <a:pPr algn="l"/>
            <a:r>
              <a:rPr sz="1100" b="1">
                <a:solidFill>
                  <a:srgbClr val="FFFFFF"/>
                </a:solidFill>
              </a:rPr>
              <a:t>DISPUTE  (35 total  |  18 days with new disputes  |  multiple resolution outcomes)</a:t>
            </a:r>
          </a:p>
        </p:txBody>
      </p:sp>
      <p:sp>
        <p:nvSpPr>
          <p:cNvPr id="229" name="Rectangle 228"/>
          <p:cNvSpPr/>
          <p:nvPr/>
        </p:nvSpPr>
        <p:spPr>
          <a:xfrm>
            <a:off x="502920" y="1719072"/>
            <a:ext cx="731520"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TextBox 229"/>
          <p:cNvSpPr txBox="1"/>
          <p:nvPr/>
        </p:nvSpPr>
        <p:spPr>
          <a:xfrm>
            <a:off x="539495" y="1746504"/>
            <a:ext cx="761619" cy="230832"/>
          </a:xfrm>
          <a:prstGeom prst="rect">
            <a:avLst/>
          </a:prstGeom>
          <a:noFill/>
        </p:spPr>
        <p:txBody>
          <a:bodyPr wrap="square">
            <a:spAutoFit/>
          </a:bodyPr>
          <a:lstStyle/>
          <a:p>
            <a:pPr algn="l"/>
            <a:r>
              <a:rPr sz="900" b="1" dirty="0" err="1">
                <a:solidFill>
                  <a:srgbClr val="FFFFFF"/>
                </a:solidFill>
              </a:rPr>
              <a:t>dispute_id</a:t>
            </a:r>
            <a:endParaRPr sz="900" b="1" dirty="0">
              <a:solidFill>
                <a:srgbClr val="FFFFFF"/>
              </a:solidFill>
            </a:endParaRPr>
          </a:p>
        </p:txBody>
      </p:sp>
      <p:sp>
        <p:nvSpPr>
          <p:cNvPr id="231" name="Rectangle 230"/>
          <p:cNvSpPr/>
          <p:nvPr/>
        </p:nvSpPr>
        <p:spPr>
          <a:xfrm>
            <a:off x="1234440" y="1719072"/>
            <a:ext cx="640080"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TextBox 231"/>
          <p:cNvSpPr txBox="1"/>
          <p:nvPr/>
        </p:nvSpPr>
        <p:spPr>
          <a:xfrm>
            <a:off x="1271016" y="1746504"/>
            <a:ext cx="585216" cy="230832"/>
          </a:xfrm>
          <a:prstGeom prst="rect">
            <a:avLst/>
          </a:prstGeom>
          <a:noFill/>
        </p:spPr>
        <p:txBody>
          <a:bodyPr wrap="square">
            <a:spAutoFit/>
          </a:bodyPr>
          <a:lstStyle/>
          <a:p>
            <a:pPr algn="l"/>
            <a:r>
              <a:rPr sz="900" b="1">
                <a:solidFill>
                  <a:srgbClr val="FFFFFF"/>
                </a:solidFill>
              </a:rPr>
              <a:t>txn_id</a:t>
            </a:r>
          </a:p>
        </p:txBody>
      </p:sp>
      <p:sp>
        <p:nvSpPr>
          <p:cNvPr id="233" name="Rectangle 232"/>
          <p:cNvSpPr/>
          <p:nvPr/>
        </p:nvSpPr>
        <p:spPr>
          <a:xfrm>
            <a:off x="1874520" y="1719072"/>
            <a:ext cx="1078992"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TextBox 233"/>
          <p:cNvSpPr txBox="1"/>
          <p:nvPr/>
        </p:nvSpPr>
        <p:spPr>
          <a:xfrm>
            <a:off x="1911096" y="1746504"/>
            <a:ext cx="1024128" cy="230832"/>
          </a:xfrm>
          <a:prstGeom prst="rect">
            <a:avLst/>
          </a:prstGeom>
          <a:noFill/>
        </p:spPr>
        <p:txBody>
          <a:bodyPr wrap="square">
            <a:spAutoFit/>
          </a:bodyPr>
          <a:lstStyle/>
          <a:p>
            <a:pPr algn="l"/>
            <a:r>
              <a:rPr sz="900" b="1">
                <a:solidFill>
                  <a:srgbClr val="FFFFFF"/>
                </a:solidFill>
              </a:rPr>
              <a:t>type</a:t>
            </a:r>
          </a:p>
        </p:txBody>
      </p:sp>
      <p:sp>
        <p:nvSpPr>
          <p:cNvPr id="235" name="Rectangle 234"/>
          <p:cNvSpPr/>
          <p:nvPr/>
        </p:nvSpPr>
        <p:spPr>
          <a:xfrm>
            <a:off x="2953512" y="1719072"/>
            <a:ext cx="731520"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TextBox 235"/>
          <p:cNvSpPr txBox="1"/>
          <p:nvPr/>
        </p:nvSpPr>
        <p:spPr>
          <a:xfrm>
            <a:off x="2990088" y="1746504"/>
            <a:ext cx="676656" cy="230832"/>
          </a:xfrm>
          <a:prstGeom prst="rect">
            <a:avLst/>
          </a:prstGeom>
          <a:noFill/>
        </p:spPr>
        <p:txBody>
          <a:bodyPr wrap="square">
            <a:spAutoFit/>
          </a:bodyPr>
          <a:lstStyle/>
          <a:p>
            <a:pPr algn="l"/>
            <a:r>
              <a:rPr sz="900" b="1">
                <a:solidFill>
                  <a:srgbClr val="FFFFFF"/>
                </a:solidFill>
              </a:rPr>
              <a:t>amount</a:t>
            </a:r>
          </a:p>
        </p:txBody>
      </p:sp>
      <p:sp>
        <p:nvSpPr>
          <p:cNvPr id="237" name="Rectangle 236"/>
          <p:cNvSpPr/>
          <p:nvPr/>
        </p:nvSpPr>
        <p:spPr>
          <a:xfrm>
            <a:off x="3685032" y="1719072"/>
            <a:ext cx="877824"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TextBox 237"/>
          <p:cNvSpPr txBox="1"/>
          <p:nvPr/>
        </p:nvSpPr>
        <p:spPr>
          <a:xfrm>
            <a:off x="3721608" y="1746504"/>
            <a:ext cx="822960" cy="230832"/>
          </a:xfrm>
          <a:prstGeom prst="rect">
            <a:avLst/>
          </a:prstGeom>
          <a:noFill/>
        </p:spPr>
        <p:txBody>
          <a:bodyPr wrap="square">
            <a:spAutoFit/>
          </a:bodyPr>
          <a:lstStyle/>
          <a:p>
            <a:pPr algn="l"/>
            <a:r>
              <a:rPr sz="900" b="1">
                <a:solidFill>
                  <a:srgbClr val="FFFFFF"/>
                </a:solidFill>
              </a:rPr>
              <a:t>opened</a:t>
            </a:r>
          </a:p>
        </p:txBody>
      </p:sp>
      <p:sp>
        <p:nvSpPr>
          <p:cNvPr id="239" name="Rectangle 238"/>
          <p:cNvSpPr/>
          <p:nvPr/>
        </p:nvSpPr>
        <p:spPr>
          <a:xfrm>
            <a:off x="4562856" y="1719072"/>
            <a:ext cx="914400"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TextBox 239"/>
          <p:cNvSpPr txBox="1"/>
          <p:nvPr/>
        </p:nvSpPr>
        <p:spPr>
          <a:xfrm>
            <a:off x="4599432" y="1746504"/>
            <a:ext cx="859536" cy="230832"/>
          </a:xfrm>
          <a:prstGeom prst="rect">
            <a:avLst/>
          </a:prstGeom>
          <a:noFill/>
        </p:spPr>
        <p:txBody>
          <a:bodyPr wrap="square">
            <a:spAutoFit/>
          </a:bodyPr>
          <a:lstStyle/>
          <a:p>
            <a:pPr algn="l"/>
            <a:r>
              <a:rPr sz="900" b="1">
                <a:solidFill>
                  <a:srgbClr val="FFFFFF"/>
                </a:solidFill>
              </a:rPr>
              <a:t>status</a:t>
            </a:r>
          </a:p>
        </p:txBody>
      </p:sp>
      <p:sp>
        <p:nvSpPr>
          <p:cNvPr id="241" name="Rectangle 240"/>
          <p:cNvSpPr/>
          <p:nvPr/>
        </p:nvSpPr>
        <p:spPr>
          <a:xfrm>
            <a:off x="5477256" y="1719072"/>
            <a:ext cx="877824"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TextBox 241"/>
          <p:cNvSpPr txBox="1"/>
          <p:nvPr/>
        </p:nvSpPr>
        <p:spPr>
          <a:xfrm>
            <a:off x="5513832" y="1746504"/>
            <a:ext cx="822960" cy="230832"/>
          </a:xfrm>
          <a:prstGeom prst="rect">
            <a:avLst/>
          </a:prstGeom>
          <a:noFill/>
        </p:spPr>
        <p:txBody>
          <a:bodyPr wrap="square">
            <a:spAutoFit/>
          </a:bodyPr>
          <a:lstStyle/>
          <a:p>
            <a:pPr algn="l"/>
            <a:r>
              <a:rPr sz="900" b="1">
                <a:solidFill>
                  <a:srgbClr val="FFFFFF"/>
                </a:solidFill>
              </a:rPr>
              <a:t>resolution</a:t>
            </a:r>
          </a:p>
        </p:txBody>
      </p:sp>
      <p:sp>
        <p:nvSpPr>
          <p:cNvPr id="243" name="Rectangle 242"/>
          <p:cNvSpPr/>
          <p:nvPr/>
        </p:nvSpPr>
        <p:spPr>
          <a:xfrm>
            <a:off x="502920" y="1961388"/>
            <a:ext cx="73152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TextBox 243"/>
          <p:cNvSpPr txBox="1"/>
          <p:nvPr/>
        </p:nvSpPr>
        <p:spPr>
          <a:xfrm>
            <a:off x="539496" y="1988820"/>
            <a:ext cx="676656" cy="230832"/>
          </a:xfrm>
          <a:prstGeom prst="rect">
            <a:avLst/>
          </a:prstGeom>
          <a:noFill/>
        </p:spPr>
        <p:txBody>
          <a:bodyPr wrap="square">
            <a:spAutoFit/>
          </a:bodyPr>
          <a:lstStyle/>
          <a:p>
            <a:pPr algn="l"/>
            <a:r>
              <a:rPr sz="900" b="0">
                <a:solidFill>
                  <a:srgbClr val="333333"/>
                </a:solidFill>
              </a:rPr>
              <a:t>1</a:t>
            </a:r>
          </a:p>
        </p:txBody>
      </p:sp>
      <p:sp>
        <p:nvSpPr>
          <p:cNvPr id="245" name="Rectangle 244"/>
          <p:cNvSpPr/>
          <p:nvPr/>
        </p:nvSpPr>
        <p:spPr>
          <a:xfrm>
            <a:off x="1234440" y="1961388"/>
            <a:ext cx="64008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TextBox 245"/>
          <p:cNvSpPr txBox="1"/>
          <p:nvPr/>
        </p:nvSpPr>
        <p:spPr>
          <a:xfrm>
            <a:off x="1271016" y="1988820"/>
            <a:ext cx="585216" cy="230832"/>
          </a:xfrm>
          <a:prstGeom prst="rect">
            <a:avLst/>
          </a:prstGeom>
          <a:noFill/>
        </p:spPr>
        <p:txBody>
          <a:bodyPr wrap="square">
            <a:spAutoFit/>
          </a:bodyPr>
          <a:lstStyle/>
          <a:p>
            <a:pPr algn="l"/>
            <a:r>
              <a:rPr sz="900" b="0">
                <a:solidFill>
                  <a:srgbClr val="333333"/>
                </a:solidFill>
              </a:rPr>
              <a:t>1802</a:t>
            </a:r>
          </a:p>
        </p:txBody>
      </p:sp>
      <p:sp>
        <p:nvSpPr>
          <p:cNvPr id="247" name="Rectangle 246"/>
          <p:cNvSpPr/>
          <p:nvPr/>
        </p:nvSpPr>
        <p:spPr>
          <a:xfrm>
            <a:off x="1874520" y="1961388"/>
            <a:ext cx="107899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TextBox 247"/>
          <p:cNvSpPr txBox="1"/>
          <p:nvPr/>
        </p:nvSpPr>
        <p:spPr>
          <a:xfrm>
            <a:off x="1844421" y="1988820"/>
            <a:ext cx="1024128" cy="230832"/>
          </a:xfrm>
          <a:prstGeom prst="rect">
            <a:avLst/>
          </a:prstGeom>
          <a:noFill/>
        </p:spPr>
        <p:txBody>
          <a:bodyPr wrap="square">
            <a:spAutoFit/>
          </a:bodyPr>
          <a:lstStyle/>
          <a:p>
            <a:pPr algn="l"/>
            <a:r>
              <a:rPr sz="900" b="0">
                <a:solidFill>
                  <a:srgbClr val="333333"/>
                </a:solidFill>
              </a:rPr>
              <a:t>QUALITY</a:t>
            </a:r>
          </a:p>
        </p:txBody>
      </p:sp>
      <p:sp>
        <p:nvSpPr>
          <p:cNvPr id="249" name="Rectangle 248"/>
          <p:cNvSpPr/>
          <p:nvPr/>
        </p:nvSpPr>
        <p:spPr>
          <a:xfrm>
            <a:off x="2953512" y="1961388"/>
            <a:ext cx="73152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TextBox 249"/>
          <p:cNvSpPr txBox="1"/>
          <p:nvPr/>
        </p:nvSpPr>
        <p:spPr>
          <a:xfrm>
            <a:off x="2990088" y="1988820"/>
            <a:ext cx="676656" cy="230832"/>
          </a:xfrm>
          <a:prstGeom prst="rect">
            <a:avLst/>
          </a:prstGeom>
          <a:noFill/>
        </p:spPr>
        <p:txBody>
          <a:bodyPr wrap="square">
            <a:spAutoFit/>
          </a:bodyPr>
          <a:lstStyle/>
          <a:p>
            <a:pPr algn="l"/>
            <a:r>
              <a:rPr sz="900" b="0">
                <a:solidFill>
                  <a:srgbClr val="333333"/>
                </a:solidFill>
              </a:rPr>
              <a:t>$201.56</a:t>
            </a:r>
          </a:p>
        </p:txBody>
      </p:sp>
      <p:sp>
        <p:nvSpPr>
          <p:cNvPr id="251" name="Rectangle 250"/>
          <p:cNvSpPr/>
          <p:nvPr/>
        </p:nvSpPr>
        <p:spPr>
          <a:xfrm>
            <a:off x="3685032" y="1961388"/>
            <a:ext cx="87782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TextBox 251"/>
          <p:cNvSpPr txBox="1"/>
          <p:nvPr/>
        </p:nvSpPr>
        <p:spPr>
          <a:xfrm>
            <a:off x="3721608" y="1988820"/>
            <a:ext cx="822960" cy="230832"/>
          </a:xfrm>
          <a:prstGeom prst="rect">
            <a:avLst/>
          </a:prstGeom>
          <a:noFill/>
        </p:spPr>
        <p:txBody>
          <a:bodyPr wrap="square">
            <a:spAutoFit/>
          </a:bodyPr>
          <a:lstStyle/>
          <a:p>
            <a:pPr algn="l"/>
            <a:r>
              <a:rPr sz="900" b="0">
                <a:solidFill>
                  <a:srgbClr val="333333"/>
                </a:solidFill>
              </a:rPr>
              <a:t>2026-04-04</a:t>
            </a:r>
          </a:p>
        </p:txBody>
      </p:sp>
      <p:sp>
        <p:nvSpPr>
          <p:cNvPr id="253" name="Rectangle 252"/>
          <p:cNvSpPr/>
          <p:nvPr/>
        </p:nvSpPr>
        <p:spPr>
          <a:xfrm>
            <a:off x="4562856" y="1961388"/>
            <a:ext cx="91440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TextBox 253"/>
          <p:cNvSpPr txBox="1"/>
          <p:nvPr/>
        </p:nvSpPr>
        <p:spPr>
          <a:xfrm>
            <a:off x="4599432" y="1988820"/>
            <a:ext cx="859536" cy="230832"/>
          </a:xfrm>
          <a:prstGeom prst="rect">
            <a:avLst/>
          </a:prstGeom>
          <a:noFill/>
        </p:spPr>
        <p:txBody>
          <a:bodyPr wrap="square">
            <a:spAutoFit/>
          </a:bodyPr>
          <a:lstStyle/>
          <a:p>
            <a:pPr algn="l"/>
            <a:r>
              <a:rPr sz="900" b="0">
                <a:solidFill>
                  <a:srgbClr val="333333"/>
                </a:solidFill>
              </a:rPr>
              <a:t>RESOLVED</a:t>
            </a:r>
          </a:p>
        </p:txBody>
      </p:sp>
      <p:sp>
        <p:nvSpPr>
          <p:cNvPr id="255" name="Rectangle 254"/>
          <p:cNvSpPr/>
          <p:nvPr/>
        </p:nvSpPr>
        <p:spPr>
          <a:xfrm>
            <a:off x="5477256" y="1961388"/>
            <a:ext cx="87782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TextBox 255"/>
          <p:cNvSpPr txBox="1"/>
          <p:nvPr/>
        </p:nvSpPr>
        <p:spPr>
          <a:xfrm>
            <a:off x="5513832" y="1988820"/>
            <a:ext cx="822960" cy="230832"/>
          </a:xfrm>
          <a:prstGeom prst="rect">
            <a:avLst/>
          </a:prstGeom>
          <a:noFill/>
        </p:spPr>
        <p:txBody>
          <a:bodyPr wrap="square">
            <a:spAutoFit/>
          </a:bodyPr>
          <a:lstStyle/>
          <a:p>
            <a:pPr algn="l"/>
            <a:r>
              <a:rPr sz="900" b="0">
                <a:solidFill>
                  <a:srgbClr val="333333"/>
                </a:solidFill>
              </a:rPr>
              <a:t>APPROVED</a:t>
            </a:r>
          </a:p>
        </p:txBody>
      </p:sp>
      <p:sp>
        <p:nvSpPr>
          <p:cNvPr id="257" name="Rectangle 256"/>
          <p:cNvSpPr/>
          <p:nvPr/>
        </p:nvSpPr>
        <p:spPr>
          <a:xfrm>
            <a:off x="502920" y="2203704"/>
            <a:ext cx="731520"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TextBox 257"/>
          <p:cNvSpPr txBox="1"/>
          <p:nvPr/>
        </p:nvSpPr>
        <p:spPr>
          <a:xfrm>
            <a:off x="539496" y="2231136"/>
            <a:ext cx="676656" cy="230832"/>
          </a:xfrm>
          <a:prstGeom prst="rect">
            <a:avLst/>
          </a:prstGeom>
          <a:noFill/>
        </p:spPr>
        <p:txBody>
          <a:bodyPr wrap="square">
            <a:spAutoFit/>
          </a:bodyPr>
          <a:lstStyle/>
          <a:p>
            <a:pPr algn="l"/>
            <a:r>
              <a:rPr sz="900" b="0">
                <a:solidFill>
                  <a:srgbClr val="333333"/>
                </a:solidFill>
              </a:rPr>
              <a:t>2</a:t>
            </a:r>
          </a:p>
        </p:txBody>
      </p:sp>
      <p:sp>
        <p:nvSpPr>
          <p:cNvPr id="259" name="Rectangle 258"/>
          <p:cNvSpPr/>
          <p:nvPr/>
        </p:nvSpPr>
        <p:spPr>
          <a:xfrm>
            <a:off x="1234440" y="2203704"/>
            <a:ext cx="640080"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TextBox 259"/>
          <p:cNvSpPr txBox="1"/>
          <p:nvPr/>
        </p:nvSpPr>
        <p:spPr>
          <a:xfrm>
            <a:off x="1271016" y="2231136"/>
            <a:ext cx="585216" cy="230832"/>
          </a:xfrm>
          <a:prstGeom prst="rect">
            <a:avLst/>
          </a:prstGeom>
          <a:noFill/>
        </p:spPr>
        <p:txBody>
          <a:bodyPr wrap="square">
            <a:spAutoFit/>
          </a:bodyPr>
          <a:lstStyle/>
          <a:p>
            <a:pPr algn="l"/>
            <a:r>
              <a:rPr sz="900" b="0">
                <a:solidFill>
                  <a:srgbClr val="333333"/>
                </a:solidFill>
              </a:rPr>
              <a:t>1954</a:t>
            </a:r>
          </a:p>
        </p:txBody>
      </p:sp>
      <p:sp>
        <p:nvSpPr>
          <p:cNvPr id="261" name="Rectangle 260"/>
          <p:cNvSpPr/>
          <p:nvPr/>
        </p:nvSpPr>
        <p:spPr>
          <a:xfrm>
            <a:off x="1874520" y="2203704"/>
            <a:ext cx="107899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TextBox 261"/>
          <p:cNvSpPr txBox="1"/>
          <p:nvPr/>
        </p:nvSpPr>
        <p:spPr>
          <a:xfrm>
            <a:off x="1844421" y="2231136"/>
            <a:ext cx="1024128" cy="230832"/>
          </a:xfrm>
          <a:prstGeom prst="rect">
            <a:avLst/>
          </a:prstGeom>
          <a:noFill/>
        </p:spPr>
        <p:txBody>
          <a:bodyPr wrap="square">
            <a:spAutoFit/>
          </a:bodyPr>
          <a:lstStyle/>
          <a:p>
            <a:pPr algn="l"/>
            <a:r>
              <a:rPr sz="900" b="0">
                <a:solidFill>
                  <a:srgbClr val="333333"/>
                </a:solidFill>
              </a:rPr>
              <a:t>FRAUD</a:t>
            </a:r>
          </a:p>
        </p:txBody>
      </p:sp>
      <p:sp>
        <p:nvSpPr>
          <p:cNvPr id="263" name="Rectangle 262"/>
          <p:cNvSpPr/>
          <p:nvPr/>
        </p:nvSpPr>
        <p:spPr>
          <a:xfrm>
            <a:off x="2953512" y="2203704"/>
            <a:ext cx="731520"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TextBox 263"/>
          <p:cNvSpPr txBox="1"/>
          <p:nvPr/>
        </p:nvSpPr>
        <p:spPr>
          <a:xfrm>
            <a:off x="2990088" y="2231136"/>
            <a:ext cx="676656" cy="230832"/>
          </a:xfrm>
          <a:prstGeom prst="rect">
            <a:avLst/>
          </a:prstGeom>
          <a:noFill/>
        </p:spPr>
        <p:txBody>
          <a:bodyPr wrap="square">
            <a:spAutoFit/>
          </a:bodyPr>
          <a:lstStyle/>
          <a:p>
            <a:pPr algn="l"/>
            <a:r>
              <a:rPr sz="900" b="0">
                <a:solidFill>
                  <a:srgbClr val="333333"/>
                </a:solidFill>
              </a:rPr>
              <a:t>$60.90</a:t>
            </a:r>
          </a:p>
        </p:txBody>
      </p:sp>
      <p:sp>
        <p:nvSpPr>
          <p:cNvPr id="265" name="Rectangle 264"/>
          <p:cNvSpPr/>
          <p:nvPr/>
        </p:nvSpPr>
        <p:spPr>
          <a:xfrm>
            <a:off x="3685032" y="2203704"/>
            <a:ext cx="87782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TextBox 265"/>
          <p:cNvSpPr txBox="1"/>
          <p:nvPr/>
        </p:nvSpPr>
        <p:spPr>
          <a:xfrm>
            <a:off x="3721608" y="2231136"/>
            <a:ext cx="822960" cy="230832"/>
          </a:xfrm>
          <a:prstGeom prst="rect">
            <a:avLst/>
          </a:prstGeom>
          <a:noFill/>
        </p:spPr>
        <p:txBody>
          <a:bodyPr wrap="square">
            <a:spAutoFit/>
          </a:bodyPr>
          <a:lstStyle/>
          <a:p>
            <a:pPr algn="l"/>
            <a:r>
              <a:rPr sz="900" b="0">
                <a:solidFill>
                  <a:srgbClr val="333333"/>
                </a:solidFill>
              </a:rPr>
              <a:t>2026-04-04</a:t>
            </a:r>
          </a:p>
        </p:txBody>
      </p:sp>
      <p:sp>
        <p:nvSpPr>
          <p:cNvPr id="267" name="Rectangle 266"/>
          <p:cNvSpPr/>
          <p:nvPr/>
        </p:nvSpPr>
        <p:spPr>
          <a:xfrm>
            <a:off x="4562856" y="2203704"/>
            <a:ext cx="914400"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TextBox 267"/>
          <p:cNvSpPr txBox="1"/>
          <p:nvPr/>
        </p:nvSpPr>
        <p:spPr>
          <a:xfrm>
            <a:off x="4599432" y="2231136"/>
            <a:ext cx="859536" cy="369332"/>
          </a:xfrm>
          <a:prstGeom prst="rect">
            <a:avLst/>
          </a:prstGeom>
          <a:noFill/>
        </p:spPr>
        <p:txBody>
          <a:bodyPr wrap="square">
            <a:spAutoFit/>
          </a:bodyPr>
          <a:lstStyle/>
          <a:p>
            <a:pPr algn="l"/>
            <a:r>
              <a:rPr sz="900" b="0">
                <a:solidFill>
                  <a:srgbClr val="333333"/>
                </a:solidFill>
              </a:rPr>
              <a:t>WITHDRAWN</a:t>
            </a:r>
          </a:p>
        </p:txBody>
      </p:sp>
      <p:sp>
        <p:nvSpPr>
          <p:cNvPr id="269" name="Rectangle 268"/>
          <p:cNvSpPr/>
          <p:nvPr/>
        </p:nvSpPr>
        <p:spPr>
          <a:xfrm>
            <a:off x="5477256" y="2203704"/>
            <a:ext cx="87782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TextBox 269"/>
          <p:cNvSpPr txBox="1"/>
          <p:nvPr/>
        </p:nvSpPr>
        <p:spPr>
          <a:xfrm>
            <a:off x="5513832" y="2231136"/>
            <a:ext cx="822960" cy="230832"/>
          </a:xfrm>
          <a:prstGeom prst="rect">
            <a:avLst/>
          </a:prstGeom>
          <a:noFill/>
        </p:spPr>
        <p:txBody>
          <a:bodyPr wrap="square">
            <a:spAutoFit/>
          </a:bodyPr>
          <a:lstStyle/>
          <a:p>
            <a:pPr algn="l"/>
            <a:r>
              <a:rPr sz="900" b="0">
                <a:solidFill>
                  <a:srgbClr val="333333"/>
                </a:solidFill>
              </a:rPr>
              <a:t>—</a:t>
            </a:r>
          </a:p>
        </p:txBody>
      </p:sp>
      <p:sp>
        <p:nvSpPr>
          <p:cNvPr id="271" name="Rectangle 270"/>
          <p:cNvSpPr/>
          <p:nvPr/>
        </p:nvSpPr>
        <p:spPr>
          <a:xfrm>
            <a:off x="502920" y="2446020"/>
            <a:ext cx="73152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271"/>
          <p:cNvSpPr txBox="1"/>
          <p:nvPr/>
        </p:nvSpPr>
        <p:spPr>
          <a:xfrm>
            <a:off x="539496" y="2473452"/>
            <a:ext cx="676656" cy="230832"/>
          </a:xfrm>
          <a:prstGeom prst="rect">
            <a:avLst/>
          </a:prstGeom>
          <a:noFill/>
        </p:spPr>
        <p:txBody>
          <a:bodyPr wrap="square">
            <a:spAutoFit/>
          </a:bodyPr>
          <a:lstStyle/>
          <a:p>
            <a:pPr algn="l"/>
            <a:r>
              <a:rPr sz="900" b="0">
                <a:solidFill>
                  <a:srgbClr val="333333"/>
                </a:solidFill>
              </a:rPr>
              <a:t>3</a:t>
            </a:r>
          </a:p>
        </p:txBody>
      </p:sp>
      <p:sp>
        <p:nvSpPr>
          <p:cNvPr id="273" name="Rectangle 272"/>
          <p:cNvSpPr/>
          <p:nvPr/>
        </p:nvSpPr>
        <p:spPr>
          <a:xfrm>
            <a:off x="1234440" y="2446020"/>
            <a:ext cx="64008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TextBox 273"/>
          <p:cNvSpPr txBox="1"/>
          <p:nvPr/>
        </p:nvSpPr>
        <p:spPr>
          <a:xfrm>
            <a:off x="1271016" y="2473452"/>
            <a:ext cx="585216" cy="230832"/>
          </a:xfrm>
          <a:prstGeom prst="rect">
            <a:avLst/>
          </a:prstGeom>
          <a:noFill/>
        </p:spPr>
        <p:txBody>
          <a:bodyPr wrap="square">
            <a:spAutoFit/>
          </a:bodyPr>
          <a:lstStyle/>
          <a:p>
            <a:pPr algn="l"/>
            <a:r>
              <a:rPr sz="900" b="0">
                <a:solidFill>
                  <a:srgbClr val="333333"/>
                </a:solidFill>
              </a:rPr>
              <a:t>2163</a:t>
            </a:r>
          </a:p>
        </p:txBody>
      </p:sp>
      <p:sp>
        <p:nvSpPr>
          <p:cNvPr id="275" name="Rectangle 274"/>
          <p:cNvSpPr/>
          <p:nvPr/>
        </p:nvSpPr>
        <p:spPr>
          <a:xfrm>
            <a:off x="1874520" y="2446020"/>
            <a:ext cx="107899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275"/>
          <p:cNvSpPr txBox="1"/>
          <p:nvPr/>
        </p:nvSpPr>
        <p:spPr>
          <a:xfrm>
            <a:off x="1844420" y="2473452"/>
            <a:ext cx="1090803" cy="230832"/>
          </a:xfrm>
          <a:prstGeom prst="rect">
            <a:avLst/>
          </a:prstGeom>
          <a:noFill/>
        </p:spPr>
        <p:txBody>
          <a:bodyPr wrap="square">
            <a:spAutoFit/>
          </a:bodyPr>
          <a:lstStyle/>
          <a:p>
            <a:pPr algn="l"/>
            <a:r>
              <a:rPr sz="900" b="0" dirty="0">
                <a:solidFill>
                  <a:srgbClr val="333333"/>
                </a:solidFill>
              </a:rPr>
              <a:t>SUBSCRIPTION</a:t>
            </a:r>
          </a:p>
        </p:txBody>
      </p:sp>
      <p:sp>
        <p:nvSpPr>
          <p:cNvPr id="277" name="Rectangle 276"/>
          <p:cNvSpPr/>
          <p:nvPr/>
        </p:nvSpPr>
        <p:spPr>
          <a:xfrm>
            <a:off x="2953512" y="2446020"/>
            <a:ext cx="73152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TextBox 277"/>
          <p:cNvSpPr txBox="1"/>
          <p:nvPr/>
        </p:nvSpPr>
        <p:spPr>
          <a:xfrm>
            <a:off x="2990088" y="2473452"/>
            <a:ext cx="676656" cy="230832"/>
          </a:xfrm>
          <a:prstGeom prst="rect">
            <a:avLst/>
          </a:prstGeom>
          <a:noFill/>
        </p:spPr>
        <p:txBody>
          <a:bodyPr wrap="square">
            <a:spAutoFit/>
          </a:bodyPr>
          <a:lstStyle/>
          <a:p>
            <a:pPr algn="l"/>
            <a:r>
              <a:rPr sz="900" b="0">
                <a:solidFill>
                  <a:srgbClr val="333333"/>
                </a:solidFill>
              </a:rPr>
              <a:t>$340.94</a:t>
            </a:r>
          </a:p>
        </p:txBody>
      </p:sp>
      <p:sp>
        <p:nvSpPr>
          <p:cNvPr id="279" name="Rectangle 278"/>
          <p:cNvSpPr/>
          <p:nvPr/>
        </p:nvSpPr>
        <p:spPr>
          <a:xfrm>
            <a:off x="3685032" y="2446020"/>
            <a:ext cx="87782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TextBox 279"/>
          <p:cNvSpPr txBox="1"/>
          <p:nvPr/>
        </p:nvSpPr>
        <p:spPr>
          <a:xfrm>
            <a:off x="3721608" y="2473452"/>
            <a:ext cx="822960" cy="230832"/>
          </a:xfrm>
          <a:prstGeom prst="rect">
            <a:avLst/>
          </a:prstGeom>
          <a:noFill/>
        </p:spPr>
        <p:txBody>
          <a:bodyPr wrap="square">
            <a:spAutoFit/>
          </a:bodyPr>
          <a:lstStyle/>
          <a:p>
            <a:pPr algn="l"/>
            <a:r>
              <a:rPr sz="900" b="0">
                <a:solidFill>
                  <a:srgbClr val="333333"/>
                </a:solidFill>
              </a:rPr>
              <a:t>2026-04-04</a:t>
            </a:r>
          </a:p>
        </p:txBody>
      </p:sp>
      <p:sp>
        <p:nvSpPr>
          <p:cNvPr id="281" name="Rectangle 280"/>
          <p:cNvSpPr/>
          <p:nvPr/>
        </p:nvSpPr>
        <p:spPr>
          <a:xfrm>
            <a:off x="4562856" y="2446020"/>
            <a:ext cx="91440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TextBox 281"/>
          <p:cNvSpPr txBox="1"/>
          <p:nvPr/>
        </p:nvSpPr>
        <p:spPr>
          <a:xfrm>
            <a:off x="4599432" y="2473452"/>
            <a:ext cx="859536" cy="230832"/>
          </a:xfrm>
          <a:prstGeom prst="rect">
            <a:avLst/>
          </a:prstGeom>
          <a:noFill/>
        </p:spPr>
        <p:txBody>
          <a:bodyPr wrap="square">
            <a:spAutoFit/>
          </a:bodyPr>
          <a:lstStyle/>
          <a:p>
            <a:pPr algn="l"/>
            <a:r>
              <a:rPr sz="900" b="0">
                <a:solidFill>
                  <a:srgbClr val="333333"/>
                </a:solidFill>
              </a:rPr>
              <a:t>RESOLVED</a:t>
            </a:r>
          </a:p>
        </p:txBody>
      </p:sp>
      <p:sp>
        <p:nvSpPr>
          <p:cNvPr id="283" name="Rectangle 282"/>
          <p:cNvSpPr/>
          <p:nvPr/>
        </p:nvSpPr>
        <p:spPr>
          <a:xfrm>
            <a:off x="5477256" y="2446020"/>
            <a:ext cx="87782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TextBox 283"/>
          <p:cNvSpPr txBox="1"/>
          <p:nvPr/>
        </p:nvSpPr>
        <p:spPr>
          <a:xfrm>
            <a:off x="5513832" y="2473452"/>
            <a:ext cx="822960" cy="230832"/>
          </a:xfrm>
          <a:prstGeom prst="rect">
            <a:avLst/>
          </a:prstGeom>
          <a:noFill/>
        </p:spPr>
        <p:txBody>
          <a:bodyPr wrap="square">
            <a:spAutoFit/>
          </a:bodyPr>
          <a:lstStyle/>
          <a:p>
            <a:pPr algn="l"/>
            <a:r>
              <a:rPr sz="900" b="0">
                <a:solidFill>
                  <a:srgbClr val="333333"/>
                </a:solidFill>
              </a:rPr>
              <a:t>PARTIAL</a:t>
            </a:r>
          </a:p>
        </p:txBody>
      </p:sp>
      <p:sp>
        <p:nvSpPr>
          <p:cNvPr id="285" name="Rectangle 284"/>
          <p:cNvSpPr/>
          <p:nvPr/>
        </p:nvSpPr>
        <p:spPr>
          <a:xfrm>
            <a:off x="502920" y="2688336"/>
            <a:ext cx="731520"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TextBox 285"/>
          <p:cNvSpPr txBox="1"/>
          <p:nvPr/>
        </p:nvSpPr>
        <p:spPr>
          <a:xfrm>
            <a:off x="539496" y="2715768"/>
            <a:ext cx="676656" cy="230832"/>
          </a:xfrm>
          <a:prstGeom prst="rect">
            <a:avLst/>
          </a:prstGeom>
          <a:noFill/>
        </p:spPr>
        <p:txBody>
          <a:bodyPr wrap="square">
            <a:spAutoFit/>
          </a:bodyPr>
          <a:lstStyle/>
          <a:p>
            <a:pPr algn="l"/>
            <a:r>
              <a:rPr sz="900" b="0">
                <a:solidFill>
                  <a:srgbClr val="333333"/>
                </a:solidFill>
              </a:rPr>
              <a:t>5</a:t>
            </a:r>
          </a:p>
        </p:txBody>
      </p:sp>
      <p:sp>
        <p:nvSpPr>
          <p:cNvPr id="287" name="Rectangle 286"/>
          <p:cNvSpPr/>
          <p:nvPr/>
        </p:nvSpPr>
        <p:spPr>
          <a:xfrm>
            <a:off x="1234440" y="2688336"/>
            <a:ext cx="640080"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TextBox 287"/>
          <p:cNvSpPr txBox="1"/>
          <p:nvPr/>
        </p:nvSpPr>
        <p:spPr>
          <a:xfrm>
            <a:off x="1271016" y="2715768"/>
            <a:ext cx="585216" cy="230832"/>
          </a:xfrm>
          <a:prstGeom prst="rect">
            <a:avLst/>
          </a:prstGeom>
          <a:noFill/>
        </p:spPr>
        <p:txBody>
          <a:bodyPr wrap="square">
            <a:spAutoFit/>
          </a:bodyPr>
          <a:lstStyle/>
          <a:p>
            <a:pPr algn="l"/>
            <a:r>
              <a:rPr sz="900" b="0">
                <a:solidFill>
                  <a:srgbClr val="333333"/>
                </a:solidFill>
              </a:rPr>
              <a:t>5018</a:t>
            </a:r>
          </a:p>
        </p:txBody>
      </p:sp>
      <p:sp>
        <p:nvSpPr>
          <p:cNvPr id="289" name="Rectangle 288"/>
          <p:cNvSpPr/>
          <p:nvPr/>
        </p:nvSpPr>
        <p:spPr>
          <a:xfrm>
            <a:off x="1874520" y="2688336"/>
            <a:ext cx="107899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TextBox 289"/>
          <p:cNvSpPr txBox="1"/>
          <p:nvPr/>
        </p:nvSpPr>
        <p:spPr>
          <a:xfrm>
            <a:off x="1844421" y="2715768"/>
            <a:ext cx="1024128" cy="230832"/>
          </a:xfrm>
          <a:prstGeom prst="rect">
            <a:avLst/>
          </a:prstGeom>
          <a:noFill/>
        </p:spPr>
        <p:txBody>
          <a:bodyPr wrap="square">
            <a:spAutoFit/>
          </a:bodyPr>
          <a:lstStyle/>
          <a:p>
            <a:pPr algn="l"/>
            <a:r>
              <a:rPr sz="900" b="0" dirty="0">
                <a:solidFill>
                  <a:srgbClr val="333333"/>
                </a:solidFill>
              </a:rPr>
              <a:t>FRAUD</a:t>
            </a:r>
          </a:p>
        </p:txBody>
      </p:sp>
      <p:sp>
        <p:nvSpPr>
          <p:cNvPr id="291" name="Rectangle 290"/>
          <p:cNvSpPr/>
          <p:nvPr/>
        </p:nvSpPr>
        <p:spPr>
          <a:xfrm>
            <a:off x="2953512" y="2688336"/>
            <a:ext cx="731520"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TextBox 291"/>
          <p:cNvSpPr txBox="1"/>
          <p:nvPr/>
        </p:nvSpPr>
        <p:spPr>
          <a:xfrm>
            <a:off x="2990088" y="2715768"/>
            <a:ext cx="676656" cy="230832"/>
          </a:xfrm>
          <a:prstGeom prst="rect">
            <a:avLst/>
          </a:prstGeom>
          <a:noFill/>
        </p:spPr>
        <p:txBody>
          <a:bodyPr wrap="square">
            <a:spAutoFit/>
          </a:bodyPr>
          <a:lstStyle/>
          <a:p>
            <a:pPr algn="l"/>
            <a:r>
              <a:rPr sz="900" b="0">
                <a:solidFill>
                  <a:srgbClr val="333333"/>
                </a:solidFill>
              </a:rPr>
              <a:t>$585.61</a:t>
            </a:r>
          </a:p>
        </p:txBody>
      </p:sp>
      <p:sp>
        <p:nvSpPr>
          <p:cNvPr id="293" name="Rectangle 292"/>
          <p:cNvSpPr/>
          <p:nvPr/>
        </p:nvSpPr>
        <p:spPr>
          <a:xfrm>
            <a:off x="3685032" y="2688336"/>
            <a:ext cx="87782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TextBox 293"/>
          <p:cNvSpPr txBox="1"/>
          <p:nvPr/>
        </p:nvSpPr>
        <p:spPr>
          <a:xfrm>
            <a:off x="3721608" y="2715768"/>
            <a:ext cx="822960" cy="230832"/>
          </a:xfrm>
          <a:prstGeom prst="rect">
            <a:avLst/>
          </a:prstGeom>
          <a:noFill/>
        </p:spPr>
        <p:txBody>
          <a:bodyPr wrap="square">
            <a:spAutoFit/>
          </a:bodyPr>
          <a:lstStyle/>
          <a:p>
            <a:pPr algn="l"/>
            <a:r>
              <a:rPr sz="900" b="0">
                <a:solidFill>
                  <a:srgbClr val="333333"/>
                </a:solidFill>
              </a:rPr>
              <a:t>2026-04-09</a:t>
            </a:r>
          </a:p>
        </p:txBody>
      </p:sp>
      <p:sp>
        <p:nvSpPr>
          <p:cNvPr id="295" name="Rectangle 294"/>
          <p:cNvSpPr/>
          <p:nvPr/>
        </p:nvSpPr>
        <p:spPr>
          <a:xfrm>
            <a:off x="4562856" y="2688336"/>
            <a:ext cx="914400"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TextBox 295"/>
          <p:cNvSpPr txBox="1"/>
          <p:nvPr/>
        </p:nvSpPr>
        <p:spPr>
          <a:xfrm>
            <a:off x="4599432" y="2715768"/>
            <a:ext cx="859536" cy="230832"/>
          </a:xfrm>
          <a:prstGeom prst="rect">
            <a:avLst/>
          </a:prstGeom>
          <a:noFill/>
        </p:spPr>
        <p:txBody>
          <a:bodyPr wrap="square">
            <a:spAutoFit/>
          </a:bodyPr>
          <a:lstStyle/>
          <a:p>
            <a:pPr algn="l"/>
            <a:r>
              <a:rPr sz="900" b="0">
                <a:solidFill>
                  <a:srgbClr val="333333"/>
                </a:solidFill>
              </a:rPr>
              <a:t>RESOLVED</a:t>
            </a:r>
          </a:p>
        </p:txBody>
      </p:sp>
      <p:sp>
        <p:nvSpPr>
          <p:cNvPr id="297" name="Rectangle 296"/>
          <p:cNvSpPr/>
          <p:nvPr/>
        </p:nvSpPr>
        <p:spPr>
          <a:xfrm>
            <a:off x="5477256" y="2688336"/>
            <a:ext cx="87782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TextBox 297"/>
          <p:cNvSpPr txBox="1"/>
          <p:nvPr/>
        </p:nvSpPr>
        <p:spPr>
          <a:xfrm>
            <a:off x="5513832" y="2715768"/>
            <a:ext cx="822960" cy="230832"/>
          </a:xfrm>
          <a:prstGeom prst="rect">
            <a:avLst/>
          </a:prstGeom>
          <a:noFill/>
        </p:spPr>
        <p:txBody>
          <a:bodyPr wrap="square">
            <a:spAutoFit/>
          </a:bodyPr>
          <a:lstStyle/>
          <a:p>
            <a:pPr algn="l"/>
            <a:r>
              <a:rPr sz="900" b="0">
                <a:solidFill>
                  <a:srgbClr val="333333"/>
                </a:solidFill>
              </a:rPr>
              <a:t>DENIED</a:t>
            </a:r>
          </a:p>
        </p:txBody>
      </p:sp>
      <p:sp>
        <p:nvSpPr>
          <p:cNvPr id="299" name="Rectangle 298"/>
          <p:cNvSpPr/>
          <p:nvPr/>
        </p:nvSpPr>
        <p:spPr>
          <a:xfrm>
            <a:off x="502920" y="2930652"/>
            <a:ext cx="73152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TextBox 299"/>
          <p:cNvSpPr txBox="1"/>
          <p:nvPr/>
        </p:nvSpPr>
        <p:spPr>
          <a:xfrm>
            <a:off x="539496" y="2958084"/>
            <a:ext cx="676656" cy="230832"/>
          </a:xfrm>
          <a:prstGeom prst="rect">
            <a:avLst/>
          </a:prstGeom>
          <a:noFill/>
        </p:spPr>
        <p:txBody>
          <a:bodyPr wrap="square">
            <a:spAutoFit/>
          </a:bodyPr>
          <a:lstStyle/>
          <a:p>
            <a:pPr algn="l"/>
            <a:r>
              <a:rPr sz="900" b="0">
                <a:solidFill>
                  <a:srgbClr val="333333"/>
                </a:solidFill>
              </a:rPr>
              <a:t>8</a:t>
            </a:r>
          </a:p>
        </p:txBody>
      </p:sp>
      <p:sp>
        <p:nvSpPr>
          <p:cNvPr id="301" name="Rectangle 300"/>
          <p:cNvSpPr/>
          <p:nvPr/>
        </p:nvSpPr>
        <p:spPr>
          <a:xfrm>
            <a:off x="1234440" y="2930652"/>
            <a:ext cx="64008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TextBox 301"/>
          <p:cNvSpPr txBox="1"/>
          <p:nvPr/>
        </p:nvSpPr>
        <p:spPr>
          <a:xfrm>
            <a:off x="1271016" y="2958084"/>
            <a:ext cx="585216" cy="230832"/>
          </a:xfrm>
          <a:prstGeom prst="rect">
            <a:avLst/>
          </a:prstGeom>
          <a:noFill/>
        </p:spPr>
        <p:txBody>
          <a:bodyPr wrap="square">
            <a:spAutoFit/>
          </a:bodyPr>
          <a:lstStyle/>
          <a:p>
            <a:pPr algn="l"/>
            <a:r>
              <a:rPr sz="900" b="0">
                <a:solidFill>
                  <a:srgbClr val="333333"/>
                </a:solidFill>
              </a:rPr>
              <a:t>6559</a:t>
            </a:r>
          </a:p>
        </p:txBody>
      </p:sp>
      <p:sp>
        <p:nvSpPr>
          <p:cNvPr id="303" name="Rectangle 302"/>
          <p:cNvSpPr/>
          <p:nvPr/>
        </p:nvSpPr>
        <p:spPr>
          <a:xfrm>
            <a:off x="1874520" y="2930652"/>
            <a:ext cx="107899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TextBox 303"/>
          <p:cNvSpPr txBox="1"/>
          <p:nvPr/>
        </p:nvSpPr>
        <p:spPr>
          <a:xfrm>
            <a:off x="1834896" y="2958084"/>
            <a:ext cx="1251204" cy="230832"/>
          </a:xfrm>
          <a:prstGeom prst="rect">
            <a:avLst/>
          </a:prstGeom>
          <a:noFill/>
        </p:spPr>
        <p:txBody>
          <a:bodyPr wrap="square">
            <a:spAutoFit/>
          </a:bodyPr>
          <a:lstStyle/>
          <a:p>
            <a:pPr algn="l"/>
            <a:r>
              <a:rPr sz="900" b="0" dirty="0">
                <a:solidFill>
                  <a:srgbClr val="333333"/>
                </a:solidFill>
              </a:rPr>
              <a:t>WRONG_AMOUNT</a:t>
            </a:r>
          </a:p>
        </p:txBody>
      </p:sp>
      <p:sp>
        <p:nvSpPr>
          <p:cNvPr id="305" name="Rectangle 304"/>
          <p:cNvSpPr/>
          <p:nvPr/>
        </p:nvSpPr>
        <p:spPr>
          <a:xfrm>
            <a:off x="2953512" y="2930652"/>
            <a:ext cx="73152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TextBox 305"/>
          <p:cNvSpPr txBox="1"/>
          <p:nvPr/>
        </p:nvSpPr>
        <p:spPr>
          <a:xfrm>
            <a:off x="2990088" y="2958084"/>
            <a:ext cx="676656" cy="230832"/>
          </a:xfrm>
          <a:prstGeom prst="rect">
            <a:avLst/>
          </a:prstGeom>
          <a:noFill/>
        </p:spPr>
        <p:txBody>
          <a:bodyPr wrap="square">
            <a:spAutoFit/>
          </a:bodyPr>
          <a:lstStyle/>
          <a:p>
            <a:pPr algn="l"/>
            <a:r>
              <a:rPr sz="900" b="0">
                <a:solidFill>
                  <a:srgbClr val="333333"/>
                </a:solidFill>
              </a:rPr>
              <a:t>$224.86</a:t>
            </a:r>
          </a:p>
        </p:txBody>
      </p:sp>
      <p:sp>
        <p:nvSpPr>
          <p:cNvPr id="307" name="Rectangle 306"/>
          <p:cNvSpPr/>
          <p:nvPr/>
        </p:nvSpPr>
        <p:spPr>
          <a:xfrm>
            <a:off x="3685032" y="2930652"/>
            <a:ext cx="87782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TextBox 307"/>
          <p:cNvSpPr txBox="1"/>
          <p:nvPr/>
        </p:nvSpPr>
        <p:spPr>
          <a:xfrm>
            <a:off x="3721608" y="2958084"/>
            <a:ext cx="822960" cy="230832"/>
          </a:xfrm>
          <a:prstGeom prst="rect">
            <a:avLst/>
          </a:prstGeom>
          <a:noFill/>
        </p:spPr>
        <p:txBody>
          <a:bodyPr wrap="square">
            <a:spAutoFit/>
          </a:bodyPr>
          <a:lstStyle/>
          <a:p>
            <a:pPr algn="l"/>
            <a:r>
              <a:rPr sz="900" b="0">
                <a:solidFill>
                  <a:srgbClr val="333333"/>
                </a:solidFill>
              </a:rPr>
              <a:t>2026-04-12</a:t>
            </a:r>
          </a:p>
        </p:txBody>
      </p:sp>
      <p:sp>
        <p:nvSpPr>
          <p:cNvPr id="309" name="Rectangle 308"/>
          <p:cNvSpPr/>
          <p:nvPr/>
        </p:nvSpPr>
        <p:spPr>
          <a:xfrm>
            <a:off x="4562856" y="2930652"/>
            <a:ext cx="91440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TextBox 309"/>
          <p:cNvSpPr txBox="1"/>
          <p:nvPr/>
        </p:nvSpPr>
        <p:spPr>
          <a:xfrm>
            <a:off x="4599432" y="2958084"/>
            <a:ext cx="859536" cy="230832"/>
          </a:xfrm>
          <a:prstGeom prst="rect">
            <a:avLst/>
          </a:prstGeom>
          <a:noFill/>
        </p:spPr>
        <p:txBody>
          <a:bodyPr wrap="square">
            <a:spAutoFit/>
          </a:bodyPr>
          <a:lstStyle/>
          <a:p>
            <a:pPr algn="l"/>
            <a:r>
              <a:rPr sz="900" b="0">
                <a:solidFill>
                  <a:srgbClr val="333333"/>
                </a:solidFill>
              </a:rPr>
              <a:t>RESOLVED</a:t>
            </a:r>
          </a:p>
        </p:txBody>
      </p:sp>
      <p:sp>
        <p:nvSpPr>
          <p:cNvPr id="311" name="Rectangle 310"/>
          <p:cNvSpPr/>
          <p:nvPr/>
        </p:nvSpPr>
        <p:spPr>
          <a:xfrm>
            <a:off x="5477256" y="2930652"/>
            <a:ext cx="87782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TextBox 311"/>
          <p:cNvSpPr txBox="1"/>
          <p:nvPr/>
        </p:nvSpPr>
        <p:spPr>
          <a:xfrm>
            <a:off x="5513832" y="2958084"/>
            <a:ext cx="822960" cy="230832"/>
          </a:xfrm>
          <a:prstGeom prst="rect">
            <a:avLst/>
          </a:prstGeom>
          <a:noFill/>
        </p:spPr>
        <p:txBody>
          <a:bodyPr wrap="square">
            <a:spAutoFit/>
          </a:bodyPr>
          <a:lstStyle/>
          <a:p>
            <a:pPr algn="l"/>
            <a:r>
              <a:rPr sz="900" b="0">
                <a:solidFill>
                  <a:srgbClr val="333333"/>
                </a:solidFill>
              </a:rPr>
              <a:t>DENIED</a:t>
            </a:r>
          </a:p>
        </p:txBody>
      </p:sp>
      <p:sp>
        <p:nvSpPr>
          <p:cNvPr id="313" name="Rectangle 312"/>
          <p:cNvSpPr/>
          <p:nvPr/>
        </p:nvSpPr>
        <p:spPr>
          <a:xfrm>
            <a:off x="502920" y="3234309"/>
            <a:ext cx="6437375" cy="292608"/>
          </a:xfrm>
          <a:prstGeom prst="rect">
            <a:avLst/>
          </a:prstGeom>
          <a:solidFill>
            <a:srgbClr val="CC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TextBox 313"/>
          <p:cNvSpPr txBox="1"/>
          <p:nvPr/>
        </p:nvSpPr>
        <p:spPr>
          <a:xfrm>
            <a:off x="585216" y="3270885"/>
            <a:ext cx="6309359" cy="261610"/>
          </a:xfrm>
          <a:prstGeom prst="rect">
            <a:avLst/>
          </a:prstGeom>
          <a:noFill/>
        </p:spPr>
        <p:txBody>
          <a:bodyPr wrap="square">
            <a:spAutoFit/>
          </a:bodyPr>
          <a:lstStyle/>
          <a:p>
            <a:pPr algn="l"/>
            <a:r>
              <a:rPr sz="1100" b="1">
                <a:solidFill>
                  <a:srgbClr val="FFFFFF"/>
                </a:solidFill>
              </a:rPr>
              <a:t>FRAUD_ALERT  (11 total  |  5 confirmed, 6 false-positive  |  CONFIRMED triggers card block)</a:t>
            </a:r>
          </a:p>
        </p:txBody>
      </p:sp>
      <p:sp>
        <p:nvSpPr>
          <p:cNvPr id="315" name="Rectangle 314"/>
          <p:cNvSpPr/>
          <p:nvPr/>
        </p:nvSpPr>
        <p:spPr>
          <a:xfrm>
            <a:off x="502920" y="3526917"/>
            <a:ext cx="566928"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TextBox 315"/>
          <p:cNvSpPr txBox="1"/>
          <p:nvPr/>
        </p:nvSpPr>
        <p:spPr>
          <a:xfrm>
            <a:off x="539495" y="3554349"/>
            <a:ext cx="676656" cy="230832"/>
          </a:xfrm>
          <a:prstGeom prst="rect">
            <a:avLst/>
          </a:prstGeom>
          <a:noFill/>
        </p:spPr>
        <p:txBody>
          <a:bodyPr wrap="square">
            <a:spAutoFit/>
          </a:bodyPr>
          <a:lstStyle/>
          <a:p>
            <a:pPr algn="l"/>
            <a:r>
              <a:rPr sz="900" b="1" dirty="0" err="1">
                <a:solidFill>
                  <a:srgbClr val="FFFFFF"/>
                </a:solidFill>
              </a:rPr>
              <a:t>alert_id</a:t>
            </a:r>
            <a:endParaRPr sz="900" b="1" dirty="0">
              <a:solidFill>
                <a:srgbClr val="FFFFFF"/>
              </a:solidFill>
            </a:endParaRPr>
          </a:p>
        </p:txBody>
      </p:sp>
      <p:sp>
        <p:nvSpPr>
          <p:cNvPr id="317" name="Rectangle 316"/>
          <p:cNvSpPr/>
          <p:nvPr/>
        </p:nvSpPr>
        <p:spPr>
          <a:xfrm>
            <a:off x="1069848" y="3526917"/>
            <a:ext cx="566928"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TextBox 317"/>
          <p:cNvSpPr txBox="1"/>
          <p:nvPr/>
        </p:nvSpPr>
        <p:spPr>
          <a:xfrm>
            <a:off x="1106424" y="3554349"/>
            <a:ext cx="676656" cy="230832"/>
          </a:xfrm>
          <a:prstGeom prst="rect">
            <a:avLst/>
          </a:prstGeom>
          <a:noFill/>
        </p:spPr>
        <p:txBody>
          <a:bodyPr wrap="square">
            <a:spAutoFit/>
          </a:bodyPr>
          <a:lstStyle/>
          <a:p>
            <a:pPr algn="l"/>
            <a:r>
              <a:rPr sz="900" b="1" dirty="0" err="1">
                <a:solidFill>
                  <a:srgbClr val="FFFFFF"/>
                </a:solidFill>
              </a:rPr>
              <a:t>acct_id</a:t>
            </a:r>
            <a:endParaRPr sz="900" b="1" dirty="0">
              <a:solidFill>
                <a:srgbClr val="FFFFFF"/>
              </a:solidFill>
            </a:endParaRPr>
          </a:p>
        </p:txBody>
      </p:sp>
      <p:sp>
        <p:nvSpPr>
          <p:cNvPr id="319" name="Rectangle 318"/>
          <p:cNvSpPr/>
          <p:nvPr/>
        </p:nvSpPr>
        <p:spPr>
          <a:xfrm>
            <a:off x="1636776" y="3526917"/>
            <a:ext cx="841248"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TextBox 319"/>
          <p:cNvSpPr txBox="1"/>
          <p:nvPr/>
        </p:nvSpPr>
        <p:spPr>
          <a:xfrm>
            <a:off x="1673352" y="3554349"/>
            <a:ext cx="786384" cy="230832"/>
          </a:xfrm>
          <a:prstGeom prst="rect">
            <a:avLst/>
          </a:prstGeom>
          <a:noFill/>
        </p:spPr>
        <p:txBody>
          <a:bodyPr wrap="square">
            <a:spAutoFit/>
          </a:bodyPr>
          <a:lstStyle/>
          <a:p>
            <a:pPr algn="l"/>
            <a:r>
              <a:rPr sz="900" b="1">
                <a:solidFill>
                  <a:srgbClr val="FFFFFF"/>
                </a:solidFill>
              </a:rPr>
              <a:t>source</a:t>
            </a:r>
          </a:p>
        </p:txBody>
      </p:sp>
      <p:sp>
        <p:nvSpPr>
          <p:cNvPr id="321" name="Rectangle 320"/>
          <p:cNvSpPr/>
          <p:nvPr/>
        </p:nvSpPr>
        <p:spPr>
          <a:xfrm>
            <a:off x="2478024" y="3526917"/>
            <a:ext cx="1024128"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TextBox 321"/>
          <p:cNvSpPr txBox="1"/>
          <p:nvPr/>
        </p:nvSpPr>
        <p:spPr>
          <a:xfrm>
            <a:off x="2514600" y="3554349"/>
            <a:ext cx="969264" cy="230832"/>
          </a:xfrm>
          <a:prstGeom prst="rect">
            <a:avLst/>
          </a:prstGeom>
          <a:noFill/>
        </p:spPr>
        <p:txBody>
          <a:bodyPr wrap="square">
            <a:spAutoFit/>
          </a:bodyPr>
          <a:lstStyle/>
          <a:p>
            <a:pPr algn="l"/>
            <a:r>
              <a:rPr sz="900" b="1">
                <a:solidFill>
                  <a:srgbClr val="FFFFFF"/>
                </a:solidFill>
              </a:rPr>
              <a:t>type</a:t>
            </a:r>
          </a:p>
        </p:txBody>
      </p:sp>
      <p:sp>
        <p:nvSpPr>
          <p:cNvPr id="323" name="Rectangle 322"/>
          <p:cNvSpPr/>
          <p:nvPr/>
        </p:nvSpPr>
        <p:spPr>
          <a:xfrm>
            <a:off x="3502152" y="3526917"/>
            <a:ext cx="749808"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TextBox 323"/>
          <p:cNvSpPr txBox="1"/>
          <p:nvPr/>
        </p:nvSpPr>
        <p:spPr>
          <a:xfrm>
            <a:off x="3538728" y="3554349"/>
            <a:ext cx="877824" cy="230832"/>
          </a:xfrm>
          <a:prstGeom prst="rect">
            <a:avLst/>
          </a:prstGeom>
          <a:noFill/>
        </p:spPr>
        <p:txBody>
          <a:bodyPr wrap="square">
            <a:spAutoFit/>
          </a:bodyPr>
          <a:lstStyle/>
          <a:p>
            <a:pPr algn="l"/>
            <a:r>
              <a:rPr sz="900" b="1" dirty="0" err="1">
                <a:solidFill>
                  <a:srgbClr val="FFFFFF"/>
                </a:solidFill>
              </a:rPr>
              <a:t>risk_score</a:t>
            </a:r>
            <a:endParaRPr sz="900" b="1" dirty="0">
              <a:solidFill>
                <a:srgbClr val="FFFFFF"/>
              </a:solidFill>
            </a:endParaRPr>
          </a:p>
        </p:txBody>
      </p:sp>
      <p:sp>
        <p:nvSpPr>
          <p:cNvPr id="325" name="Rectangle 324"/>
          <p:cNvSpPr/>
          <p:nvPr/>
        </p:nvSpPr>
        <p:spPr>
          <a:xfrm>
            <a:off x="4251960" y="3526917"/>
            <a:ext cx="1042415"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TextBox 325"/>
          <p:cNvSpPr txBox="1"/>
          <p:nvPr/>
        </p:nvSpPr>
        <p:spPr>
          <a:xfrm>
            <a:off x="4288536" y="3554349"/>
            <a:ext cx="987551" cy="230832"/>
          </a:xfrm>
          <a:prstGeom prst="rect">
            <a:avLst/>
          </a:prstGeom>
          <a:noFill/>
        </p:spPr>
        <p:txBody>
          <a:bodyPr wrap="square">
            <a:spAutoFit/>
          </a:bodyPr>
          <a:lstStyle/>
          <a:p>
            <a:pPr algn="l"/>
            <a:r>
              <a:rPr sz="900" b="1">
                <a:solidFill>
                  <a:srgbClr val="FFFFFF"/>
                </a:solidFill>
              </a:rPr>
              <a:t>status</a:t>
            </a:r>
          </a:p>
        </p:txBody>
      </p:sp>
      <p:sp>
        <p:nvSpPr>
          <p:cNvPr id="327" name="Rectangle 326"/>
          <p:cNvSpPr/>
          <p:nvPr/>
        </p:nvSpPr>
        <p:spPr>
          <a:xfrm>
            <a:off x="5294375" y="3526917"/>
            <a:ext cx="804672"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TextBox 327"/>
          <p:cNvSpPr txBox="1"/>
          <p:nvPr/>
        </p:nvSpPr>
        <p:spPr>
          <a:xfrm>
            <a:off x="5330951" y="3554349"/>
            <a:ext cx="749808" cy="230832"/>
          </a:xfrm>
          <a:prstGeom prst="rect">
            <a:avLst/>
          </a:prstGeom>
          <a:noFill/>
        </p:spPr>
        <p:txBody>
          <a:bodyPr wrap="square">
            <a:spAutoFit/>
          </a:bodyPr>
          <a:lstStyle/>
          <a:p>
            <a:pPr algn="l"/>
            <a:r>
              <a:rPr sz="900" b="1">
                <a:solidFill>
                  <a:srgbClr val="FFFFFF"/>
                </a:solidFill>
              </a:rPr>
              <a:t>action</a:t>
            </a:r>
          </a:p>
        </p:txBody>
      </p:sp>
      <p:sp>
        <p:nvSpPr>
          <p:cNvPr id="329" name="Rectangle 328"/>
          <p:cNvSpPr/>
          <p:nvPr/>
        </p:nvSpPr>
        <p:spPr>
          <a:xfrm>
            <a:off x="6099047" y="3526917"/>
            <a:ext cx="841248"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TextBox 329"/>
          <p:cNvSpPr txBox="1"/>
          <p:nvPr/>
        </p:nvSpPr>
        <p:spPr>
          <a:xfrm>
            <a:off x="6135623" y="3554349"/>
            <a:ext cx="786384" cy="230832"/>
          </a:xfrm>
          <a:prstGeom prst="rect">
            <a:avLst/>
          </a:prstGeom>
          <a:noFill/>
        </p:spPr>
        <p:txBody>
          <a:bodyPr wrap="square">
            <a:spAutoFit/>
          </a:bodyPr>
          <a:lstStyle/>
          <a:p>
            <a:pPr algn="l"/>
            <a:r>
              <a:rPr sz="900" b="1">
                <a:solidFill>
                  <a:srgbClr val="FFFFFF"/>
                </a:solidFill>
              </a:rPr>
              <a:t>resolved</a:t>
            </a:r>
          </a:p>
        </p:txBody>
      </p:sp>
      <p:sp>
        <p:nvSpPr>
          <p:cNvPr id="331" name="Rectangle 330"/>
          <p:cNvSpPr/>
          <p:nvPr/>
        </p:nvSpPr>
        <p:spPr>
          <a:xfrm>
            <a:off x="502920" y="3769233"/>
            <a:ext cx="56692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TextBox 331"/>
          <p:cNvSpPr txBox="1"/>
          <p:nvPr/>
        </p:nvSpPr>
        <p:spPr>
          <a:xfrm>
            <a:off x="539496" y="3796665"/>
            <a:ext cx="512064" cy="230832"/>
          </a:xfrm>
          <a:prstGeom prst="rect">
            <a:avLst/>
          </a:prstGeom>
          <a:noFill/>
        </p:spPr>
        <p:txBody>
          <a:bodyPr wrap="square">
            <a:spAutoFit/>
          </a:bodyPr>
          <a:lstStyle/>
          <a:p>
            <a:pPr algn="l"/>
            <a:r>
              <a:rPr sz="900" b="0">
                <a:solidFill>
                  <a:srgbClr val="333333"/>
                </a:solidFill>
              </a:rPr>
              <a:t>1</a:t>
            </a:r>
          </a:p>
        </p:txBody>
      </p:sp>
      <p:sp>
        <p:nvSpPr>
          <p:cNvPr id="333" name="Rectangle 332"/>
          <p:cNvSpPr/>
          <p:nvPr/>
        </p:nvSpPr>
        <p:spPr>
          <a:xfrm>
            <a:off x="1069848" y="3769233"/>
            <a:ext cx="56692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TextBox 333"/>
          <p:cNvSpPr txBox="1"/>
          <p:nvPr/>
        </p:nvSpPr>
        <p:spPr>
          <a:xfrm>
            <a:off x="1106424" y="3796665"/>
            <a:ext cx="512064" cy="230832"/>
          </a:xfrm>
          <a:prstGeom prst="rect">
            <a:avLst/>
          </a:prstGeom>
          <a:noFill/>
        </p:spPr>
        <p:txBody>
          <a:bodyPr wrap="square">
            <a:spAutoFit/>
          </a:bodyPr>
          <a:lstStyle/>
          <a:p>
            <a:pPr algn="l"/>
            <a:r>
              <a:rPr sz="900" b="0">
                <a:solidFill>
                  <a:srgbClr val="333333"/>
                </a:solidFill>
              </a:rPr>
              <a:t>28</a:t>
            </a:r>
          </a:p>
        </p:txBody>
      </p:sp>
      <p:sp>
        <p:nvSpPr>
          <p:cNvPr id="335" name="Rectangle 334"/>
          <p:cNvSpPr/>
          <p:nvPr/>
        </p:nvSpPr>
        <p:spPr>
          <a:xfrm>
            <a:off x="1636776" y="3769233"/>
            <a:ext cx="84124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 name="TextBox 335"/>
          <p:cNvSpPr txBox="1"/>
          <p:nvPr/>
        </p:nvSpPr>
        <p:spPr>
          <a:xfrm>
            <a:off x="1673352" y="3796665"/>
            <a:ext cx="786384" cy="230832"/>
          </a:xfrm>
          <a:prstGeom prst="rect">
            <a:avLst/>
          </a:prstGeom>
          <a:noFill/>
        </p:spPr>
        <p:txBody>
          <a:bodyPr wrap="square">
            <a:spAutoFit/>
          </a:bodyPr>
          <a:lstStyle/>
          <a:p>
            <a:pPr algn="l"/>
            <a:r>
              <a:rPr sz="900" b="0">
                <a:solidFill>
                  <a:srgbClr val="333333"/>
                </a:solidFill>
              </a:rPr>
              <a:t>3DS</a:t>
            </a:r>
          </a:p>
        </p:txBody>
      </p:sp>
      <p:sp>
        <p:nvSpPr>
          <p:cNvPr id="337" name="Rectangle 336"/>
          <p:cNvSpPr/>
          <p:nvPr/>
        </p:nvSpPr>
        <p:spPr>
          <a:xfrm>
            <a:off x="2478024" y="3769233"/>
            <a:ext cx="102412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TextBox 337"/>
          <p:cNvSpPr txBox="1"/>
          <p:nvPr/>
        </p:nvSpPr>
        <p:spPr>
          <a:xfrm>
            <a:off x="2514600" y="3796665"/>
            <a:ext cx="969264" cy="230832"/>
          </a:xfrm>
          <a:prstGeom prst="rect">
            <a:avLst/>
          </a:prstGeom>
          <a:noFill/>
        </p:spPr>
        <p:txBody>
          <a:bodyPr wrap="square">
            <a:spAutoFit/>
          </a:bodyPr>
          <a:lstStyle/>
          <a:p>
            <a:pPr algn="l"/>
            <a:r>
              <a:rPr sz="900" b="0">
                <a:solidFill>
                  <a:srgbClr val="333333"/>
                </a:solidFill>
              </a:rPr>
              <a:t>LARGE_TXN</a:t>
            </a:r>
          </a:p>
        </p:txBody>
      </p:sp>
      <p:sp>
        <p:nvSpPr>
          <p:cNvPr id="339" name="Rectangle 338"/>
          <p:cNvSpPr/>
          <p:nvPr/>
        </p:nvSpPr>
        <p:spPr>
          <a:xfrm>
            <a:off x="3502152" y="3769233"/>
            <a:ext cx="74980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TextBox 339"/>
          <p:cNvSpPr txBox="1"/>
          <p:nvPr/>
        </p:nvSpPr>
        <p:spPr>
          <a:xfrm>
            <a:off x="3538728" y="3796665"/>
            <a:ext cx="694944" cy="230832"/>
          </a:xfrm>
          <a:prstGeom prst="rect">
            <a:avLst/>
          </a:prstGeom>
          <a:noFill/>
        </p:spPr>
        <p:txBody>
          <a:bodyPr wrap="square">
            <a:spAutoFit/>
          </a:bodyPr>
          <a:lstStyle/>
          <a:p>
            <a:pPr algn="l"/>
            <a:r>
              <a:rPr sz="900" b="0">
                <a:solidFill>
                  <a:srgbClr val="333333"/>
                </a:solidFill>
              </a:rPr>
              <a:t>701</a:t>
            </a:r>
          </a:p>
        </p:txBody>
      </p:sp>
      <p:sp>
        <p:nvSpPr>
          <p:cNvPr id="341" name="Rectangle 340"/>
          <p:cNvSpPr/>
          <p:nvPr/>
        </p:nvSpPr>
        <p:spPr>
          <a:xfrm>
            <a:off x="4251960" y="3769233"/>
            <a:ext cx="1042415"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TextBox 341"/>
          <p:cNvSpPr txBox="1"/>
          <p:nvPr/>
        </p:nvSpPr>
        <p:spPr>
          <a:xfrm>
            <a:off x="4288536" y="3796665"/>
            <a:ext cx="987551" cy="369332"/>
          </a:xfrm>
          <a:prstGeom prst="rect">
            <a:avLst/>
          </a:prstGeom>
          <a:noFill/>
        </p:spPr>
        <p:txBody>
          <a:bodyPr wrap="square">
            <a:spAutoFit/>
          </a:bodyPr>
          <a:lstStyle/>
          <a:p>
            <a:pPr algn="l"/>
            <a:r>
              <a:rPr sz="900" b="0">
                <a:solidFill>
                  <a:srgbClr val="333333"/>
                </a:solidFill>
              </a:rPr>
              <a:t>FALSE_POSITIVE</a:t>
            </a:r>
          </a:p>
        </p:txBody>
      </p:sp>
      <p:sp>
        <p:nvSpPr>
          <p:cNvPr id="343" name="Rectangle 342"/>
          <p:cNvSpPr/>
          <p:nvPr/>
        </p:nvSpPr>
        <p:spPr>
          <a:xfrm>
            <a:off x="5294375" y="3769233"/>
            <a:ext cx="80467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TextBox 343"/>
          <p:cNvSpPr txBox="1"/>
          <p:nvPr/>
        </p:nvSpPr>
        <p:spPr>
          <a:xfrm>
            <a:off x="5330951" y="3796665"/>
            <a:ext cx="749808" cy="230832"/>
          </a:xfrm>
          <a:prstGeom prst="rect">
            <a:avLst/>
          </a:prstGeom>
          <a:noFill/>
        </p:spPr>
        <p:txBody>
          <a:bodyPr wrap="square">
            <a:spAutoFit/>
          </a:bodyPr>
          <a:lstStyle/>
          <a:p>
            <a:pPr algn="l"/>
            <a:r>
              <a:rPr sz="900" b="0">
                <a:solidFill>
                  <a:srgbClr val="333333"/>
                </a:solidFill>
              </a:rPr>
              <a:t>none</a:t>
            </a:r>
          </a:p>
        </p:txBody>
      </p:sp>
      <p:sp>
        <p:nvSpPr>
          <p:cNvPr id="345" name="Rectangle 344"/>
          <p:cNvSpPr/>
          <p:nvPr/>
        </p:nvSpPr>
        <p:spPr>
          <a:xfrm>
            <a:off x="6099047" y="3769233"/>
            <a:ext cx="84124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TextBox 345"/>
          <p:cNvSpPr txBox="1"/>
          <p:nvPr/>
        </p:nvSpPr>
        <p:spPr>
          <a:xfrm>
            <a:off x="6135623" y="3796665"/>
            <a:ext cx="786384" cy="230832"/>
          </a:xfrm>
          <a:prstGeom prst="rect">
            <a:avLst/>
          </a:prstGeom>
          <a:noFill/>
        </p:spPr>
        <p:txBody>
          <a:bodyPr wrap="square">
            <a:spAutoFit/>
          </a:bodyPr>
          <a:lstStyle/>
          <a:p>
            <a:pPr algn="l"/>
            <a:r>
              <a:rPr sz="900" b="0">
                <a:solidFill>
                  <a:srgbClr val="333333"/>
                </a:solidFill>
              </a:rPr>
              <a:t>2026-04-02</a:t>
            </a:r>
          </a:p>
        </p:txBody>
      </p:sp>
      <p:sp>
        <p:nvSpPr>
          <p:cNvPr id="347" name="Rectangle 346"/>
          <p:cNvSpPr/>
          <p:nvPr/>
        </p:nvSpPr>
        <p:spPr>
          <a:xfrm>
            <a:off x="502920" y="4011549"/>
            <a:ext cx="56692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TextBox 347"/>
          <p:cNvSpPr txBox="1"/>
          <p:nvPr/>
        </p:nvSpPr>
        <p:spPr>
          <a:xfrm>
            <a:off x="539496" y="4038981"/>
            <a:ext cx="512064" cy="230832"/>
          </a:xfrm>
          <a:prstGeom prst="rect">
            <a:avLst/>
          </a:prstGeom>
          <a:noFill/>
        </p:spPr>
        <p:txBody>
          <a:bodyPr wrap="square">
            <a:spAutoFit/>
          </a:bodyPr>
          <a:lstStyle/>
          <a:p>
            <a:pPr algn="l"/>
            <a:r>
              <a:rPr sz="900" b="0">
                <a:solidFill>
                  <a:srgbClr val="333333"/>
                </a:solidFill>
              </a:rPr>
              <a:t>4</a:t>
            </a:r>
          </a:p>
        </p:txBody>
      </p:sp>
      <p:sp>
        <p:nvSpPr>
          <p:cNvPr id="349" name="Rectangle 348"/>
          <p:cNvSpPr/>
          <p:nvPr/>
        </p:nvSpPr>
        <p:spPr>
          <a:xfrm>
            <a:off x="1069848" y="4011549"/>
            <a:ext cx="56692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TextBox 349"/>
          <p:cNvSpPr txBox="1"/>
          <p:nvPr/>
        </p:nvSpPr>
        <p:spPr>
          <a:xfrm>
            <a:off x="1106424" y="4038981"/>
            <a:ext cx="512064" cy="230832"/>
          </a:xfrm>
          <a:prstGeom prst="rect">
            <a:avLst/>
          </a:prstGeom>
          <a:noFill/>
        </p:spPr>
        <p:txBody>
          <a:bodyPr wrap="square">
            <a:spAutoFit/>
          </a:bodyPr>
          <a:lstStyle/>
          <a:p>
            <a:pPr algn="l"/>
            <a:r>
              <a:rPr sz="900" b="0">
                <a:solidFill>
                  <a:srgbClr val="333333"/>
                </a:solidFill>
              </a:rPr>
              <a:t>33</a:t>
            </a:r>
          </a:p>
        </p:txBody>
      </p:sp>
      <p:sp>
        <p:nvSpPr>
          <p:cNvPr id="351" name="Rectangle 350"/>
          <p:cNvSpPr/>
          <p:nvPr/>
        </p:nvSpPr>
        <p:spPr>
          <a:xfrm>
            <a:off x="1636776" y="4011549"/>
            <a:ext cx="84124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TextBox 351"/>
          <p:cNvSpPr txBox="1"/>
          <p:nvPr/>
        </p:nvSpPr>
        <p:spPr>
          <a:xfrm>
            <a:off x="1673352" y="4038981"/>
            <a:ext cx="786384" cy="230832"/>
          </a:xfrm>
          <a:prstGeom prst="rect">
            <a:avLst/>
          </a:prstGeom>
          <a:noFill/>
        </p:spPr>
        <p:txBody>
          <a:bodyPr wrap="square">
            <a:spAutoFit/>
          </a:bodyPr>
          <a:lstStyle/>
          <a:p>
            <a:pPr algn="l"/>
            <a:r>
              <a:rPr sz="900" b="0">
                <a:solidFill>
                  <a:srgbClr val="333333"/>
                </a:solidFill>
              </a:rPr>
              <a:t>rule_engine</a:t>
            </a:r>
          </a:p>
        </p:txBody>
      </p:sp>
      <p:sp>
        <p:nvSpPr>
          <p:cNvPr id="353" name="Rectangle 352"/>
          <p:cNvSpPr/>
          <p:nvPr/>
        </p:nvSpPr>
        <p:spPr>
          <a:xfrm>
            <a:off x="2478024" y="4011549"/>
            <a:ext cx="102412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TextBox 353"/>
          <p:cNvSpPr txBox="1"/>
          <p:nvPr/>
        </p:nvSpPr>
        <p:spPr>
          <a:xfrm>
            <a:off x="2514600" y="4038981"/>
            <a:ext cx="969264" cy="369332"/>
          </a:xfrm>
          <a:prstGeom prst="rect">
            <a:avLst/>
          </a:prstGeom>
          <a:noFill/>
        </p:spPr>
        <p:txBody>
          <a:bodyPr wrap="square">
            <a:spAutoFit/>
          </a:bodyPr>
          <a:lstStyle/>
          <a:p>
            <a:pPr algn="l"/>
            <a:r>
              <a:rPr sz="900" b="0">
                <a:solidFill>
                  <a:srgbClr val="333333"/>
                </a:solidFill>
              </a:rPr>
              <a:t>GEO_ANOMALY</a:t>
            </a:r>
          </a:p>
        </p:txBody>
      </p:sp>
      <p:sp>
        <p:nvSpPr>
          <p:cNvPr id="355" name="Rectangle 354"/>
          <p:cNvSpPr/>
          <p:nvPr/>
        </p:nvSpPr>
        <p:spPr>
          <a:xfrm>
            <a:off x="3502152" y="4011549"/>
            <a:ext cx="74980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TextBox 355"/>
          <p:cNvSpPr txBox="1"/>
          <p:nvPr/>
        </p:nvSpPr>
        <p:spPr>
          <a:xfrm>
            <a:off x="3538728" y="4038981"/>
            <a:ext cx="694944" cy="230832"/>
          </a:xfrm>
          <a:prstGeom prst="rect">
            <a:avLst/>
          </a:prstGeom>
          <a:noFill/>
        </p:spPr>
        <p:txBody>
          <a:bodyPr wrap="square">
            <a:spAutoFit/>
          </a:bodyPr>
          <a:lstStyle/>
          <a:p>
            <a:pPr algn="l"/>
            <a:r>
              <a:rPr sz="900" b="0">
                <a:solidFill>
                  <a:srgbClr val="333333"/>
                </a:solidFill>
              </a:rPr>
              <a:t>736</a:t>
            </a:r>
          </a:p>
        </p:txBody>
      </p:sp>
      <p:sp>
        <p:nvSpPr>
          <p:cNvPr id="357" name="Rectangle 356"/>
          <p:cNvSpPr/>
          <p:nvPr/>
        </p:nvSpPr>
        <p:spPr>
          <a:xfrm>
            <a:off x="4251960" y="4011549"/>
            <a:ext cx="1042415"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 name="TextBox 357"/>
          <p:cNvSpPr txBox="1"/>
          <p:nvPr/>
        </p:nvSpPr>
        <p:spPr>
          <a:xfrm>
            <a:off x="4288536" y="4038981"/>
            <a:ext cx="987551" cy="230832"/>
          </a:xfrm>
          <a:prstGeom prst="rect">
            <a:avLst/>
          </a:prstGeom>
          <a:noFill/>
        </p:spPr>
        <p:txBody>
          <a:bodyPr wrap="square">
            <a:spAutoFit/>
          </a:bodyPr>
          <a:lstStyle/>
          <a:p>
            <a:pPr algn="l"/>
            <a:r>
              <a:rPr sz="900" b="0">
                <a:solidFill>
                  <a:srgbClr val="333333"/>
                </a:solidFill>
              </a:rPr>
              <a:t>CONFIRMED</a:t>
            </a:r>
          </a:p>
        </p:txBody>
      </p:sp>
      <p:sp>
        <p:nvSpPr>
          <p:cNvPr id="359" name="Rectangle 358"/>
          <p:cNvSpPr/>
          <p:nvPr/>
        </p:nvSpPr>
        <p:spPr>
          <a:xfrm>
            <a:off x="5294375" y="4011549"/>
            <a:ext cx="80467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TextBox 359"/>
          <p:cNvSpPr txBox="1"/>
          <p:nvPr/>
        </p:nvSpPr>
        <p:spPr>
          <a:xfrm>
            <a:off x="5330951" y="4038981"/>
            <a:ext cx="749808" cy="230832"/>
          </a:xfrm>
          <a:prstGeom prst="rect">
            <a:avLst/>
          </a:prstGeom>
          <a:noFill/>
        </p:spPr>
        <p:txBody>
          <a:bodyPr wrap="square">
            <a:spAutoFit/>
          </a:bodyPr>
          <a:lstStyle/>
          <a:p>
            <a:pPr algn="l"/>
            <a:r>
              <a:rPr sz="900" b="0">
                <a:solidFill>
                  <a:srgbClr val="333333"/>
                </a:solidFill>
              </a:rPr>
              <a:t>block_card</a:t>
            </a:r>
          </a:p>
        </p:txBody>
      </p:sp>
      <p:sp>
        <p:nvSpPr>
          <p:cNvPr id="361" name="Rectangle 360"/>
          <p:cNvSpPr/>
          <p:nvPr/>
        </p:nvSpPr>
        <p:spPr>
          <a:xfrm>
            <a:off x="6099047" y="4011549"/>
            <a:ext cx="84124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TextBox 361"/>
          <p:cNvSpPr txBox="1"/>
          <p:nvPr/>
        </p:nvSpPr>
        <p:spPr>
          <a:xfrm>
            <a:off x="6135623" y="4038981"/>
            <a:ext cx="786384" cy="230832"/>
          </a:xfrm>
          <a:prstGeom prst="rect">
            <a:avLst/>
          </a:prstGeom>
          <a:noFill/>
        </p:spPr>
        <p:txBody>
          <a:bodyPr wrap="square">
            <a:spAutoFit/>
          </a:bodyPr>
          <a:lstStyle/>
          <a:p>
            <a:pPr algn="l"/>
            <a:r>
              <a:rPr sz="900" b="0">
                <a:solidFill>
                  <a:srgbClr val="333333"/>
                </a:solidFill>
              </a:rPr>
              <a:t>2026-04-04</a:t>
            </a:r>
          </a:p>
        </p:txBody>
      </p:sp>
      <p:sp>
        <p:nvSpPr>
          <p:cNvPr id="363" name="Rectangle 362"/>
          <p:cNvSpPr/>
          <p:nvPr/>
        </p:nvSpPr>
        <p:spPr>
          <a:xfrm>
            <a:off x="502920" y="4253865"/>
            <a:ext cx="56692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TextBox 363"/>
          <p:cNvSpPr txBox="1"/>
          <p:nvPr/>
        </p:nvSpPr>
        <p:spPr>
          <a:xfrm>
            <a:off x="539496" y="4281297"/>
            <a:ext cx="512064" cy="230832"/>
          </a:xfrm>
          <a:prstGeom prst="rect">
            <a:avLst/>
          </a:prstGeom>
          <a:noFill/>
        </p:spPr>
        <p:txBody>
          <a:bodyPr wrap="square">
            <a:spAutoFit/>
          </a:bodyPr>
          <a:lstStyle/>
          <a:p>
            <a:pPr algn="l"/>
            <a:r>
              <a:rPr sz="900" b="0">
                <a:solidFill>
                  <a:srgbClr val="333333"/>
                </a:solidFill>
              </a:rPr>
              <a:t>5</a:t>
            </a:r>
          </a:p>
        </p:txBody>
      </p:sp>
      <p:sp>
        <p:nvSpPr>
          <p:cNvPr id="365" name="Rectangle 364"/>
          <p:cNvSpPr/>
          <p:nvPr/>
        </p:nvSpPr>
        <p:spPr>
          <a:xfrm>
            <a:off x="1069848" y="4253865"/>
            <a:ext cx="56692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TextBox 365"/>
          <p:cNvSpPr txBox="1"/>
          <p:nvPr/>
        </p:nvSpPr>
        <p:spPr>
          <a:xfrm>
            <a:off x="1106424" y="4281297"/>
            <a:ext cx="512064" cy="230832"/>
          </a:xfrm>
          <a:prstGeom prst="rect">
            <a:avLst/>
          </a:prstGeom>
          <a:noFill/>
        </p:spPr>
        <p:txBody>
          <a:bodyPr wrap="square">
            <a:spAutoFit/>
          </a:bodyPr>
          <a:lstStyle/>
          <a:p>
            <a:pPr algn="l"/>
            <a:r>
              <a:rPr sz="900" b="0">
                <a:solidFill>
                  <a:srgbClr val="333333"/>
                </a:solidFill>
              </a:rPr>
              <a:t>121</a:t>
            </a:r>
          </a:p>
        </p:txBody>
      </p:sp>
      <p:sp>
        <p:nvSpPr>
          <p:cNvPr id="367" name="Rectangle 366"/>
          <p:cNvSpPr/>
          <p:nvPr/>
        </p:nvSpPr>
        <p:spPr>
          <a:xfrm>
            <a:off x="1636776" y="4253865"/>
            <a:ext cx="84124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TextBox 367"/>
          <p:cNvSpPr txBox="1"/>
          <p:nvPr/>
        </p:nvSpPr>
        <p:spPr>
          <a:xfrm>
            <a:off x="1673352" y="4281297"/>
            <a:ext cx="786384" cy="230832"/>
          </a:xfrm>
          <a:prstGeom prst="rect">
            <a:avLst/>
          </a:prstGeom>
          <a:noFill/>
        </p:spPr>
        <p:txBody>
          <a:bodyPr wrap="square">
            <a:spAutoFit/>
          </a:bodyPr>
          <a:lstStyle/>
          <a:p>
            <a:pPr algn="l"/>
            <a:r>
              <a:rPr sz="900" b="0">
                <a:solidFill>
                  <a:srgbClr val="333333"/>
                </a:solidFill>
              </a:rPr>
              <a:t>rule_engine</a:t>
            </a:r>
          </a:p>
        </p:txBody>
      </p:sp>
      <p:sp>
        <p:nvSpPr>
          <p:cNvPr id="369" name="Rectangle 368"/>
          <p:cNvSpPr/>
          <p:nvPr/>
        </p:nvSpPr>
        <p:spPr>
          <a:xfrm>
            <a:off x="2478024" y="4253865"/>
            <a:ext cx="102412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TextBox 369"/>
          <p:cNvSpPr txBox="1"/>
          <p:nvPr/>
        </p:nvSpPr>
        <p:spPr>
          <a:xfrm>
            <a:off x="2514600" y="4281297"/>
            <a:ext cx="969264" cy="230832"/>
          </a:xfrm>
          <a:prstGeom prst="rect">
            <a:avLst/>
          </a:prstGeom>
          <a:noFill/>
        </p:spPr>
        <p:txBody>
          <a:bodyPr wrap="square">
            <a:spAutoFit/>
          </a:bodyPr>
          <a:lstStyle/>
          <a:p>
            <a:pPr algn="l"/>
            <a:r>
              <a:rPr sz="900" b="0">
                <a:solidFill>
                  <a:srgbClr val="333333"/>
                </a:solidFill>
              </a:rPr>
              <a:t>LARGE_TXN</a:t>
            </a:r>
          </a:p>
        </p:txBody>
      </p:sp>
      <p:sp>
        <p:nvSpPr>
          <p:cNvPr id="371" name="Rectangle 370"/>
          <p:cNvSpPr/>
          <p:nvPr/>
        </p:nvSpPr>
        <p:spPr>
          <a:xfrm>
            <a:off x="3502152" y="4253865"/>
            <a:ext cx="74980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TextBox 371"/>
          <p:cNvSpPr txBox="1"/>
          <p:nvPr/>
        </p:nvSpPr>
        <p:spPr>
          <a:xfrm>
            <a:off x="3538728" y="4281297"/>
            <a:ext cx="694944" cy="230832"/>
          </a:xfrm>
          <a:prstGeom prst="rect">
            <a:avLst/>
          </a:prstGeom>
          <a:noFill/>
        </p:spPr>
        <p:txBody>
          <a:bodyPr wrap="square">
            <a:spAutoFit/>
          </a:bodyPr>
          <a:lstStyle/>
          <a:p>
            <a:pPr algn="l"/>
            <a:r>
              <a:rPr sz="900" b="0">
                <a:solidFill>
                  <a:srgbClr val="333333"/>
                </a:solidFill>
              </a:rPr>
              <a:t>759</a:t>
            </a:r>
          </a:p>
        </p:txBody>
      </p:sp>
      <p:sp>
        <p:nvSpPr>
          <p:cNvPr id="373" name="Rectangle 372"/>
          <p:cNvSpPr/>
          <p:nvPr/>
        </p:nvSpPr>
        <p:spPr>
          <a:xfrm>
            <a:off x="4251960" y="4253865"/>
            <a:ext cx="1042415"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 name="TextBox 373"/>
          <p:cNvSpPr txBox="1"/>
          <p:nvPr/>
        </p:nvSpPr>
        <p:spPr>
          <a:xfrm>
            <a:off x="4288536" y="4281297"/>
            <a:ext cx="987551" cy="230832"/>
          </a:xfrm>
          <a:prstGeom prst="rect">
            <a:avLst/>
          </a:prstGeom>
          <a:noFill/>
        </p:spPr>
        <p:txBody>
          <a:bodyPr wrap="square">
            <a:spAutoFit/>
          </a:bodyPr>
          <a:lstStyle/>
          <a:p>
            <a:pPr algn="l"/>
            <a:r>
              <a:rPr sz="900" b="0">
                <a:solidFill>
                  <a:srgbClr val="333333"/>
                </a:solidFill>
              </a:rPr>
              <a:t>CONFIRMED</a:t>
            </a:r>
          </a:p>
        </p:txBody>
      </p:sp>
      <p:sp>
        <p:nvSpPr>
          <p:cNvPr id="375" name="Rectangle 374"/>
          <p:cNvSpPr/>
          <p:nvPr/>
        </p:nvSpPr>
        <p:spPr>
          <a:xfrm>
            <a:off x="5294375" y="4253865"/>
            <a:ext cx="80467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TextBox 375"/>
          <p:cNvSpPr txBox="1"/>
          <p:nvPr/>
        </p:nvSpPr>
        <p:spPr>
          <a:xfrm>
            <a:off x="5330951" y="4281297"/>
            <a:ext cx="749808" cy="230832"/>
          </a:xfrm>
          <a:prstGeom prst="rect">
            <a:avLst/>
          </a:prstGeom>
          <a:noFill/>
        </p:spPr>
        <p:txBody>
          <a:bodyPr wrap="square">
            <a:spAutoFit/>
          </a:bodyPr>
          <a:lstStyle/>
          <a:p>
            <a:pPr algn="l"/>
            <a:r>
              <a:rPr sz="900" b="0">
                <a:solidFill>
                  <a:srgbClr val="333333"/>
                </a:solidFill>
              </a:rPr>
              <a:t>block_card</a:t>
            </a:r>
          </a:p>
        </p:txBody>
      </p:sp>
      <p:sp>
        <p:nvSpPr>
          <p:cNvPr id="377" name="Rectangle 376"/>
          <p:cNvSpPr/>
          <p:nvPr/>
        </p:nvSpPr>
        <p:spPr>
          <a:xfrm>
            <a:off x="6099047" y="4253865"/>
            <a:ext cx="84124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TextBox 377"/>
          <p:cNvSpPr txBox="1"/>
          <p:nvPr/>
        </p:nvSpPr>
        <p:spPr>
          <a:xfrm>
            <a:off x="6135623" y="4281297"/>
            <a:ext cx="786384" cy="230832"/>
          </a:xfrm>
          <a:prstGeom prst="rect">
            <a:avLst/>
          </a:prstGeom>
          <a:noFill/>
        </p:spPr>
        <p:txBody>
          <a:bodyPr wrap="square">
            <a:spAutoFit/>
          </a:bodyPr>
          <a:lstStyle/>
          <a:p>
            <a:pPr algn="l"/>
            <a:r>
              <a:rPr sz="900" b="0">
                <a:solidFill>
                  <a:srgbClr val="333333"/>
                </a:solidFill>
              </a:rPr>
              <a:t>2026-04-05</a:t>
            </a:r>
          </a:p>
        </p:txBody>
      </p:sp>
      <p:sp>
        <p:nvSpPr>
          <p:cNvPr id="379" name="Rectangle 378"/>
          <p:cNvSpPr/>
          <p:nvPr/>
        </p:nvSpPr>
        <p:spPr>
          <a:xfrm>
            <a:off x="502920" y="4496181"/>
            <a:ext cx="56692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 name="TextBox 379"/>
          <p:cNvSpPr txBox="1"/>
          <p:nvPr/>
        </p:nvSpPr>
        <p:spPr>
          <a:xfrm>
            <a:off x="539496" y="4523613"/>
            <a:ext cx="512064" cy="230832"/>
          </a:xfrm>
          <a:prstGeom prst="rect">
            <a:avLst/>
          </a:prstGeom>
          <a:noFill/>
        </p:spPr>
        <p:txBody>
          <a:bodyPr wrap="square">
            <a:spAutoFit/>
          </a:bodyPr>
          <a:lstStyle/>
          <a:p>
            <a:pPr algn="l"/>
            <a:r>
              <a:rPr sz="900" b="0">
                <a:solidFill>
                  <a:srgbClr val="333333"/>
                </a:solidFill>
              </a:rPr>
              <a:t>6</a:t>
            </a:r>
          </a:p>
        </p:txBody>
      </p:sp>
      <p:sp>
        <p:nvSpPr>
          <p:cNvPr id="381" name="Rectangle 380"/>
          <p:cNvSpPr/>
          <p:nvPr/>
        </p:nvSpPr>
        <p:spPr>
          <a:xfrm>
            <a:off x="1069848" y="4496181"/>
            <a:ext cx="56692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 name="TextBox 381"/>
          <p:cNvSpPr txBox="1"/>
          <p:nvPr/>
        </p:nvSpPr>
        <p:spPr>
          <a:xfrm>
            <a:off x="1106424" y="4523613"/>
            <a:ext cx="512064" cy="230832"/>
          </a:xfrm>
          <a:prstGeom prst="rect">
            <a:avLst/>
          </a:prstGeom>
          <a:noFill/>
        </p:spPr>
        <p:txBody>
          <a:bodyPr wrap="square">
            <a:spAutoFit/>
          </a:bodyPr>
          <a:lstStyle/>
          <a:p>
            <a:pPr algn="l"/>
            <a:r>
              <a:rPr sz="900" b="0">
                <a:solidFill>
                  <a:srgbClr val="333333"/>
                </a:solidFill>
              </a:rPr>
              <a:t>481</a:t>
            </a:r>
          </a:p>
        </p:txBody>
      </p:sp>
      <p:sp>
        <p:nvSpPr>
          <p:cNvPr id="383" name="Rectangle 382"/>
          <p:cNvSpPr/>
          <p:nvPr/>
        </p:nvSpPr>
        <p:spPr>
          <a:xfrm>
            <a:off x="1636776" y="4496181"/>
            <a:ext cx="84124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 name="TextBox 383"/>
          <p:cNvSpPr txBox="1"/>
          <p:nvPr/>
        </p:nvSpPr>
        <p:spPr>
          <a:xfrm>
            <a:off x="1673352" y="4523613"/>
            <a:ext cx="786384" cy="230832"/>
          </a:xfrm>
          <a:prstGeom prst="rect">
            <a:avLst/>
          </a:prstGeom>
          <a:noFill/>
        </p:spPr>
        <p:txBody>
          <a:bodyPr wrap="square">
            <a:spAutoFit/>
          </a:bodyPr>
          <a:lstStyle/>
          <a:p>
            <a:pPr algn="l"/>
            <a:r>
              <a:rPr sz="900" b="0">
                <a:solidFill>
                  <a:srgbClr val="333333"/>
                </a:solidFill>
              </a:rPr>
              <a:t>3DS</a:t>
            </a:r>
          </a:p>
        </p:txBody>
      </p:sp>
      <p:sp>
        <p:nvSpPr>
          <p:cNvPr id="385" name="Rectangle 384"/>
          <p:cNvSpPr/>
          <p:nvPr/>
        </p:nvSpPr>
        <p:spPr>
          <a:xfrm>
            <a:off x="2478024" y="4496181"/>
            <a:ext cx="102412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 name="TextBox 385"/>
          <p:cNvSpPr txBox="1"/>
          <p:nvPr/>
        </p:nvSpPr>
        <p:spPr>
          <a:xfrm>
            <a:off x="2514600" y="4523613"/>
            <a:ext cx="969264" cy="369332"/>
          </a:xfrm>
          <a:prstGeom prst="rect">
            <a:avLst/>
          </a:prstGeom>
          <a:noFill/>
        </p:spPr>
        <p:txBody>
          <a:bodyPr wrap="square">
            <a:spAutoFit/>
          </a:bodyPr>
          <a:lstStyle/>
          <a:p>
            <a:pPr algn="l"/>
            <a:r>
              <a:rPr sz="900" b="0">
                <a:solidFill>
                  <a:srgbClr val="333333"/>
                </a:solidFill>
              </a:rPr>
              <a:t>HIGH_RISK_MCC</a:t>
            </a:r>
          </a:p>
        </p:txBody>
      </p:sp>
      <p:sp>
        <p:nvSpPr>
          <p:cNvPr id="387" name="Rectangle 386"/>
          <p:cNvSpPr/>
          <p:nvPr/>
        </p:nvSpPr>
        <p:spPr>
          <a:xfrm>
            <a:off x="3502152" y="4496181"/>
            <a:ext cx="74980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 name="TextBox 387"/>
          <p:cNvSpPr txBox="1"/>
          <p:nvPr/>
        </p:nvSpPr>
        <p:spPr>
          <a:xfrm>
            <a:off x="3538728" y="4523613"/>
            <a:ext cx="694944" cy="230832"/>
          </a:xfrm>
          <a:prstGeom prst="rect">
            <a:avLst/>
          </a:prstGeom>
          <a:noFill/>
        </p:spPr>
        <p:txBody>
          <a:bodyPr wrap="square">
            <a:spAutoFit/>
          </a:bodyPr>
          <a:lstStyle/>
          <a:p>
            <a:pPr algn="l"/>
            <a:r>
              <a:rPr sz="900" b="0">
                <a:solidFill>
                  <a:srgbClr val="333333"/>
                </a:solidFill>
              </a:rPr>
              <a:t>908</a:t>
            </a:r>
          </a:p>
        </p:txBody>
      </p:sp>
      <p:sp>
        <p:nvSpPr>
          <p:cNvPr id="389" name="Rectangle 388"/>
          <p:cNvSpPr/>
          <p:nvPr/>
        </p:nvSpPr>
        <p:spPr>
          <a:xfrm>
            <a:off x="4251960" y="4496181"/>
            <a:ext cx="1042415"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 name="TextBox 389"/>
          <p:cNvSpPr txBox="1"/>
          <p:nvPr/>
        </p:nvSpPr>
        <p:spPr>
          <a:xfrm>
            <a:off x="4288536" y="4523613"/>
            <a:ext cx="987551" cy="369332"/>
          </a:xfrm>
          <a:prstGeom prst="rect">
            <a:avLst/>
          </a:prstGeom>
          <a:noFill/>
        </p:spPr>
        <p:txBody>
          <a:bodyPr wrap="square">
            <a:spAutoFit/>
          </a:bodyPr>
          <a:lstStyle/>
          <a:p>
            <a:pPr algn="l"/>
            <a:r>
              <a:rPr sz="900" b="0">
                <a:solidFill>
                  <a:srgbClr val="333333"/>
                </a:solidFill>
              </a:rPr>
              <a:t>FALSE_POSITIVE</a:t>
            </a:r>
          </a:p>
        </p:txBody>
      </p:sp>
      <p:sp>
        <p:nvSpPr>
          <p:cNvPr id="391" name="Rectangle 390"/>
          <p:cNvSpPr/>
          <p:nvPr/>
        </p:nvSpPr>
        <p:spPr>
          <a:xfrm>
            <a:off x="5294375" y="4496181"/>
            <a:ext cx="80467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 name="TextBox 391"/>
          <p:cNvSpPr txBox="1"/>
          <p:nvPr/>
        </p:nvSpPr>
        <p:spPr>
          <a:xfrm>
            <a:off x="5330951" y="4523613"/>
            <a:ext cx="749808" cy="230832"/>
          </a:xfrm>
          <a:prstGeom prst="rect">
            <a:avLst/>
          </a:prstGeom>
          <a:noFill/>
        </p:spPr>
        <p:txBody>
          <a:bodyPr wrap="square">
            <a:spAutoFit/>
          </a:bodyPr>
          <a:lstStyle/>
          <a:p>
            <a:pPr algn="l"/>
            <a:r>
              <a:rPr sz="900" b="0">
                <a:solidFill>
                  <a:srgbClr val="333333"/>
                </a:solidFill>
              </a:rPr>
              <a:t>none</a:t>
            </a:r>
          </a:p>
        </p:txBody>
      </p:sp>
      <p:sp>
        <p:nvSpPr>
          <p:cNvPr id="393" name="Rectangle 392"/>
          <p:cNvSpPr/>
          <p:nvPr/>
        </p:nvSpPr>
        <p:spPr>
          <a:xfrm>
            <a:off x="6099047" y="4496181"/>
            <a:ext cx="84124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 name="TextBox 393"/>
          <p:cNvSpPr txBox="1"/>
          <p:nvPr/>
        </p:nvSpPr>
        <p:spPr>
          <a:xfrm>
            <a:off x="6135623" y="4523613"/>
            <a:ext cx="786384" cy="230832"/>
          </a:xfrm>
          <a:prstGeom prst="rect">
            <a:avLst/>
          </a:prstGeom>
          <a:noFill/>
        </p:spPr>
        <p:txBody>
          <a:bodyPr wrap="square">
            <a:spAutoFit/>
          </a:bodyPr>
          <a:lstStyle/>
          <a:p>
            <a:pPr algn="l"/>
            <a:r>
              <a:rPr sz="900" b="0">
                <a:solidFill>
                  <a:srgbClr val="333333"/>
                </a:solidFill>
              </a:rPr>
              <a:t>2026-04-16</a:t>
            </a:r>
          </a:p>
        </p:txBody>
      </p:sp>
      <p:sp>
        <p:nvSpPr>
          <p:cNvPr id="395" name="Rectangle 394"/>
          <p:cNvSpPr/>
          <p:nvPr/>
        </p:nvSpPr>
        <p:spPr>
          <a:xfrm>
            <a:off x="502920" y="4738497"/>
            <a:ext cx="56692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 name="TextBox 395"/>
          <p:cNvSpPr txBox="1"/>
          <p:nvPr/>
        </p:nvSpPr>
        <p:spPr>
          <a:xfrm>
            <a:off x="539496" y="4765929"/>
            <a:ext cx="512064" cy="230832"/>
          </a:xfrm>
          <a:prstGeom prst="rect">
            <a:avLst/>
          </a:prstGeom>
          <a:noFill/>
        </p:spPr>
        <p:txBody>
          <a:bodyPr wrap="square">
            <a:spAutoFit/>
          </a:bodyPr>
          <a:lstStyle/>
          <a:p>
            <a:pPr algn="l"/>
            <a:r>
              <a:rPr sz="900" b="0">
                <a:solidFill>
                  <a:srgbClr val="333333"/>
                </a:solidFill>
              </a:rPr>
              <a:t>8</a:t>
            </a:r>
          </a:p>
        </p:txBody>
      </p:sp>
      <p:sp>
        <p:nvSpPr>
          <p:cNvPr id="397" name="Rectangle 396"/>
          <p:cNvSpPr/>
          <p:nvPr/>
        </p:nvSpPr>
        <p:spPr>
          <a:xfrm>
            <a:off x="1069848" y="4738497"/>
            <a:ext cx="56692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 name="TextBox 397"/>
          <p:cNvSpPr txBox="1"/>
          <p:nvPr/>
        </p:nvSpPr>
        <p:spPr>
          <a:xfrm>
            <a:off x="1106424" y="4765929"/>
            <a:ext cx="512064" cy="230832"/>
          </a:xfrm>
          <a:prstGeom prst="rect">
            <a:avLst/>
          </a:prstGeom>
          <a:noFill/>
        </p:spPr>
        <p:txBody>
          <a:bodyPr wrap="square">
            <a:spAutoFit/>
          </a:bodyPr>
          <a:lstStyle/>
          <a:p>
            <a:pPr algn="l"/>
            <a:r>
              <a:rPr sz="900" b="0">
                <a:solidFill>
                  <a:srgbClr val="333333"/>
                </a:solidFill>
              </a:rPr>
              <a:t>208</a:t>
            </a:r>
          </a:p>
        </p:txBody>
      </p:sp>
      <p:sp>
        <p:nvSpPr>
          <p:cNvPr id="399" name="Rectangle 398"/>
          <p:cNvSpPr/>
          <p:nvPr/>
        </p:nvSpPr>
        <p:spPr>
          <a:xfrm>
            <a:off x="1636776" y="4738497"/>
            <a:ext cx="84124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 name="TextBox 399"/>
          <p:cNvSpPr txBox="1"/>
          <p:nvPr/>
        </p:nvSpPr>
        <p:spPr>
          <a:xfrm>
            <a:off x="1673352" y="4765929"/>
            <a:ext cx="786384" cy="230832"/>
          </a:xfrm>
          <a:prstGeom prst="rect">
            <a:avLst/>
          </a:prstGeom>
          <a:noFill/>
        </p:spPr>
        <p:txBody>
          <a:bodyPr wrap="square">
            <a:spAutoFit/>
          </a:bodyPr>
          <a:lstStyle/>
          <a:p>
            <a:pPr algn="l"/>
            <a:r>
              <a:rPr sz="900" b="0">
                <a:solidFill>
                  <a:srgbClr val="333333"/>
                </a:solidFill>
              </a:rPr>
              <a:t>RTD</a:t>
            </a:r>
          </a:p>
        </p:txBody>
      </p:sp>
      <p:sp>
        <p:nvSpPr>
          <p:cNvPr id="401" name="Rectangle 400"/>
          <p:cNvSpPr/>
          <p:nvPr/>
        </p:nvSpPr>
        <p:spPr>
          <a:xfrm>
            <a:off x="2478024" y="4738497"/>
            <a:ext cx="102412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 name="TextBox 401"/>
          <p:cNvSpPr txBox="1"/>
          <p:nvPr/>
        </p:nvSpPr>
        <p:spPr>
          <a:xfrm>
            <a:off x="2514600" y="4765929"/>
            <a:ext cx="969264" cy="230832"/>
          </a:xfrm>
          <a:prstGeom prst="rect">
            <a:avLst/>
          </a:prstGeom>
          <a:noFill/>
        </p:spPr>
        <p:txBody>
          <a:bodyPr wrap="square">
            <a:spAutoFit/>
          </a:bodyPr>
          <a:lstStyle/>
          <a:p>
            <a:pPr algn="l"/>
            <a:r>
              <a:rPr sz="900" b="0">
                <a:solidFill>
                  <a:srgbClr val="333333"/>
                </a:solidFill>
              </a:rPr>
              <a:t>LARGE_TXN</a:t>
            </a:r>
          </a:p>
        </p:txBody>
      </p:sp>
      <p:sp>
        <p:nvSpPr>
          <p:cNvPr id="403" name="Rectangle 402"/>
          <p:cNvSpPr/>
          <p:nvPr/>
        </p:nvSpPr>
        <p:spPr>
          <a:xfrm>
            <a:off x="3502152" y="4738497"/>
            <a:ext cx="74980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TextBox 403"/>
          <p:cNvSpPr txBox="1"/>
          <p:nvPr/>
        </p:nvSpPr>
        <p:spPr>
          <a:xfrm>
            <a:off x="3538728" y="4765929"/>
            <a:ext cx="694944" cy="230832"/>
          </a:xfrm>
          <a:prstGeom prst="rect">
            <a:avLst/>
          </a:prstGeom>
          <a:noFill/>
        </p:spPr>
        <p:txBody>
          <a:bodyPr wrap="square">
            <a:spAutoFit/>
          </a:bodyPr>
          <a:lstStyle/>
          <a:p>
            <a:pPr algn="l"/>
            <a:r>
              <a:rPr sz="900" b="0">
                <a:solidFill>
                  <a:srgbClr val="333333"/>
                </a:solidFill>
              </a:rPr>
              <a:t>826</a:t>
            </a:r>
          </a:p>
        </p:txBody>
      </p:sp>
      <p:sp>
        <p:nvSpPr>
          <p:cNvPr id="405" name="Rectangle 404"/>
          <p:cNvSpPr/>
          <p:nvPr/>
        </p:nvSpPr>
        <p:spPr>
          <a:xfrm>
            <a:off x="4251960" y="4738497"/>
            <a:ext cx="1042415"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 name="TextBox 405"/>
          <p:cNvSpPr txBox="1"/>
          <p:nvPr/>
        </p:nvSpPr>
        <p:spPr>
          <a:xfrm>
            <a:off x="4288536" y="4765929"/>
            <a:ext cx="987551" cy="230832"/>
          </a:xfrm>
          <a:prstGeom prst="rect">
            <a:avLst/>
          </a:prstGeom>
          <a:noFill/>
        </p:spPr>
        <p:txBody>
          <a:bodyPr wrap="square">
            <a:spAutoFit/>
          </a:bodyPr>
          <a:lstStyle/>
          <a:p>
            <a:pPr algn="l"/>
            <a:r>
              <a:rPr sz="900" b="0">
                <a:solidFill>
                  <a:srgbClr val="333333"/>
                </a:solidFill>
              </a:rPr>
              <a:t>CONFIRMED</a:t>
            </a:r>
          </a:p>
        </p:txBody>
      </p:sp>
      <p:sp>
        <p:nvSpPr>
          <p:cNvPr id="407" name="Rectangle 406"/>
          <p:cNvSpPr/>
          <p:nvPr/>
        </p:nvSpPr>
        <p:spPr>
          <a:xfrm>
            <a:off x="5294375" y="4738497"/>
            <a:ext cx="80467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 name="TextBox 407"/>
          <p:cNvSpPr txBox="1"/>
          <p:nvPr/>
        </p:nvSpPr>
        <p:spPr>
          <a:xfrm>
            <a:off x="5330951" y="4765929"/>
            <a:ext cx="749808" cy="230832"/>
          </a:xfrm>
          <a:prstGeom prst="rect">
            <a:avLst/>
          </a:prstGeom>
          <a:noFill/>
        </p:spPr>
        <p:txBody>
          <a:bodyPr wrap="square">
            <a:spAutoFit/>
          </a:bodyPr>
          <a:lstStyle/>
          <a:p>
            <a:pPr algn="l"/>
            <a:r>
              <a:rPr sz="900" b="0">
                <a:solidFill>
                  <a:srgbClr val="333333"/>
                </a:solidFill>
              </a:rPr>
              <a:t>block_card</a:t>
            </a:r>
          </a:p>
        </p:txBody>
      </p:sp>
      <p:sp>
        <p:nvSpPr>
          <p:cNvPr id="409" name="Rectangle 408"/>
          <p:cNvSpPr/>
          <p:nvPr/>
        </p:nvSpPr>
        <p:spPr>
          <a:xfrm>
            <a:off x="6099047" y="4738497"/>
            <a:ext cx="84124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 name="TextBox 409"/>
          <p:cNvSpPr txBox="1"/>
          <p:nvPr/>
        </p:nvSpPr>
        <p:spPr>
          <a:xfrm>
            <a:off x="6135623" y="4765929"/>
            <a:ext cx="786384" cy="230832"/>
          </a:xfrm>
          <a:prstGeom prst="rect">
            <a:avLst/>
          </a:prstGeom>
          <a:noFill/>
        </p:spPr>
        <p:txBody>
          <a:bodyPr wrap="square">
            <a:spAutoFit/>
          </a:bodyPr>
          <a:lstStyle/>
          <a:p>
            <a:pPr algn="l"/>
            <a:r>
              <a:rPr sz="900" b="0">
                <a:solidFill>
                  <a:srgbClr val="333333"/>
                </a:solidFill>
              </a:rPr>
              <a:t>2026-04-22</a:t>
            </a:r>
          </a:p>
        </p:txBody>
      </p:sp>
      <p:sp>
        <p:nvSpPr>
          <p:cNvPr id="411" name="Rectangle 410"/>
          <p:cNvSpPr/>
          <p:nvPr/>
        </p:nvSpPr>
        <p:spPr>
          <a:xfrm>
            <a:off x="502920" y="5041773"/>
            <a:ext cx="5250180" cy="292608"/>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 name="TextBox 411"/>
          <p:cNvSpPr txBox="1"/>
          <p:nvPr/>
        </p:nvSpPr>
        <p:spPr>
          <a:xfrm>
            <a:off x="499491" y="5059299"/>
            <a:ext cx="6234684" cy="261610"/>
          </a:xfrm>
          <a:prstGeom prst="rect">
            <a:avLst/>
          </a:prstGeom>
          <a:noFill/>
        </p:spPr>
        <p:txBody>
          <a:bodyPr wrap="square">
            <a:spAutoFit/>
          </a:bodyPr>
          <a:lstStyle/>
          <a:p>
            <a:pPr algn="l"/>
            <a:r>
              <a:rPr sz="1100" b="1" dirty="0">
                <a:solidFill>
                  <a:srgbClr val="FFFFFF"/>
                </a:solidFill>
              </a:rPr>
              <a:t>COLLECTION_CASE  (27 total  |  auto-opened at </a:t>
            </a:r>
            <a:r>
              <a:rPr sz="1100" b="1" dirty="0" err="1">
                <a:solidFill>
                  <a:srgbClr val="FFFFFF"/>
                </a:solidFill>
              </a:rPr>
              <a:t>days_delinquent</a:t>
            </a:r>
            <a:r>
              <a:rPr sz="1100" b="1" dirty="0">
                <a:solidFill>
                  <a:srgbClr val="FFFFFF"/>
                </a:solidFill>
              </a:rPr>
              <a:t> ≥ 30</a:t>
            </a:r>
          </a:p>
        </p:txBody>
      </p:sp>
      <p:sp>
        <p:nvSpPr>
          <p:cNvPr id="413" name="Rectangle 412"/>
          <p:cNvSpPr/>
          <p:nvPr/>
        </p:nvSpPr>
        <p:spPr>
          <a:xfrm>
            <a:off x="502920" y="5334381"/>
            <a:ext cx="566928"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 name="TextBox 413"/>
          <p:cNvSpPr txBox="1"/>
          <p:nvPr/>
        </p:nvSpPr>
        <p:spPr>
          <a:xfrm>
            <a:off x="539495" y="5361813"/>
            <a:ext cx="676655" cy="230832"/>
          </a:xfrm>
          <a:prstGeom prst="rect">
            <a:avLst/>
          </a:prstGeom>
          <a:noFill/>
        </p:spPr>
        <p:txBody>
          <a:bodyPr wrap="square">
            <a:spAutoFit/>
          </a:bodyPr>
          <a:lstStyle/>
          <a:p>
            <a:pPr algn="l"/>
            <a:r>
              <a:rPr sz="900" b="1" dirty="0" err="1">
                <a:solidFill>
                  <a:srgbClr val="FFFFFF"/>
                </a:solidFill>
              </a:rPr>
              <a:t>case_id</a:t>
            </a:r>
            <a:endParaRPr sz="900" b="1" dirty="0">
              <a:solidFill>
                <a:srgbClr val="FFFFFF"/>
              </a:solidFill>
            </a:endParaRPr>
          </a:p>
        </p:txBody>
      </p:sp>
      <p:sp>
        <p:nvSpPr>
          <p:cNvPr id="415" name="Rectangle 414"/>
          <p:cNvSpPr/>
          <p:nvPr/>
        </p:nvSpPr>
        <p:spPr>
          <a:xfrm>
            <a:off x="1069848" y="5334381"/>
            <a:ext cx="566928"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 name="TextBox 415"/>
          <p:cNvSpPr txBox="1"/>
          <p:nvPr/>
        </p:nvSpPr>
        <p:spPr>
          <a:xfrm>
            <a:off x="1106424" y="5361813"/>
            <a:ext cx="585216" cy="230832"/>
          </a:xfrm>
          <a:prstGeom prst="rect">
            <a:avLst/>
          </a:prstGeom>
          <a:noFill/>
        </p:spPr>
        <p:txBody>
          <a:bodyPr wrap="square">
            <a:spAutoFit/>
          </a:bodyPr>
          <a:lstStyle/>
          <a:p>
            <a:pPr algn="l"/>
            <a:r>
              <a:rPr sz="900" b="1" dirty="0" err="1">
                <a:solidFill>
                  <a:srgbClr val="FFFFFF"/>
                </a:solidFill>
              </a:rPr>
              <a:t>acct_id</a:t>
            </a:r>
            <a:endParaRPr sz="900" b="1" dirty="0">
              <a:solidFill>
                <a:srgbClr val="FFFFFF"/>
              </a:solidFill>
            </a:endParaRPr>
          </a:p>
        </p:txBody>
      </p:sp>
      <p:sp>
        <p:nvSpPr>
          <p:cNvPr id="417" name="Rectangle 416"/>
          <p:cNvSpPr/>
          <p:nvPr/>
        </p:nvSpPr>
        <p:spPr>
          <a:xfrm>
            <a:off x="1636776" y="5334381"/>
            <a:ext cx="859536"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 name="TextBox 417"/>
          <p:cNvSpPr txBox="1"/>
          <p:nvPr/>
        </p:nvSpPr>
        <p:spPr>
          <a:xfrm>
            <a:off x="1673352" y="5361813"/>
            <a:ext cx="804672" cy="230832"/>
          </a:xfrm>
          <a:prstGeom prst="rect">
            <a:avLst/>
          </a:prstGeom>
          <a:noFill/>
        </p:spPr>
        <p:txBody>
          <a:bodyPr wrap="square">
            <a:spAutoFit/>
          </a:bodyPr>
          <a:lstStyle/>
          <a:p>
            <a:pPr algn="l"/>
            <a:r>
              <a:rPr sz="900" b="1">
                <a:solidFill>
                  <a:srgbClr val="FFFFFF"/>
                </a:solidFill>
              </a:rPr>
              <a:t>opened</a:t>
            </a:r>
          </a:p>
        </p:txBody>
      </p:sp>
      <p:sp>
        <p:nvSpPr>
          <p:cNvPr id="419" name="Rectangle 418"/>
          <p:cNvSpPr/>
          <p:nvPr/>
        </p:nvSpPr>
        <p:spPr>
          <a:xfrm>
            <a:off x="2496312" y="5334381"/>
            <a:ext cx="566928"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 name="TextBox 419"/>
          <p:cNvSpPr txBox="1"/>
          <p:nvPr/>
        </p:nvSpPr>
        <p:spPr>
          <a:xfrm>
            <a:off x="2532888" y="5361813"/>
            <a:ext cx="512064" cy="369332"/>
          </a:xfrm>
          <a:prstGeom prst="rect">
            <a:avLst/>
          </a:prstGeom>
          <a:noFill/>
        </p:spPr>
        <p:txBody>
          <a:bodyPr wrap="square">
            <a:spAutoFit/>
          </a:bodyPr>
          <a:lstStyle/>
          <a:p>
            <a:pPr algn="l"/>
            <a:r>
              <a:rPr sz="900" b="1">
                <a:solidFill>
                  <a:srgbClr val="FFFFFF"/>
                </a:solidFill>
              </a:rPr>
              <a:t>bucket</a:t>
            </a:r>
          </a:p>
        </p:txBody>
      </p:sp>
      <p:sp>
        <p:nvSpPr>
          <p:cNvPr id="421" name="Rectangle 420"/>
          <p:cNvSpPr/>
          <p:nvPr/>
        </p:nvSpPr>
        <p:spPr>
          <a:xfrm>
            <a:off x="3063240" y="5334381"/>
            <a:ext cx="731520"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 name="TextBox 421"/>
          <p:cNvSpPr txBox="1"/>
          <p:nvPr/>
        </p:nvSpPr>
        <p:spPr>
          <a:xfrm>
            <a:off x="3099816" y="5361813"/>
            <a:ext cx="731520" cy="230832"/>
          </a:xfrm>
          <a:prstGeom prst="rect">
            <a:avLst/>
          </a:prstGeom>
          <a:noFill/>
        </p:spPr>
        <p:txBody>
          <a:bodyPr wrap="square">
            <a:spAutoFit/>
          </a:bodyPr>
          <a:lstStyle/>
          <a:p>
            <a:pPr algn="l"/>
            <a:r>
              <a:rPr sz="900" b="1" dirty="0" err="1">
                <a:solidFill>
                  <a:srgbClr val="FFFFFF"/>
                </a:solidFill>
              </a:rPr>
              <a:t>past_due</a:t>
            </a:r>
            <a:endParaRPr sz="900" b="1" dirty="0">
              <a:solidFill>
                <a:srgbClr val="FFFFFF"/>
              </a:solidFill>
            </a:endParaRPr>
          </a:p>
        </p:txBody>
      </p:sp>
      <p:sp>
        <p:nvSpPr>
          <p:cNvPr id="423" name="Rectangle 422"/>
          <p:cNvSpPr/>
          <p:nvPr/>
        </p:nvSpPr>
        <p:spPr>
          <a:xfrm>
            <a:off x="3794760" y="5334381"/>
            <a:ext cx="786384"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 name="TextBox 423"/>
          <p:cNvSpPr txBox="1"/>
          <p:nvPr/>
        </p:nvSpPr>
        <p:spPr>
          <a:xfrm>
            <a:off x="3831336" y="5361813"/>
            <a:ext cx="859536" cy="230832"/>
          </a:xfrm>
          <a:prstGeom prst="rect">
            <a:avLst/>
          </a:prstGeom>
          <a:noFill/>
        </p:spPr>
        <p:txBody>
          <a:bodyPr wrap="square">
            <a:spAutoFit/>
          </a:bodyPr>
          <a:lstStyle/>
          <a:p>
            <a:pPr algn="l"/>
            <a:r>
              <a:rPr sz="900" b="1" dirty="0" err="1">
                <a:solidFill>
                  <a:srgbClr val="FFFFFF"/>
                </a:solidFill>
              </a:rPr>
              <a:t>total_owed</a:t>
            </a:r>
            <a:endParaRPr sz="900" b="1" dirty="0">
              <a:solidFill>
                <a:srgbClr val="FFFFFF"/>
              </a:solidFill>
            </a:endParaRPr>
          </a:p>
        </p:txBody>
      </p:sp>
      <p:sp>
        <p:nvSpPr>
          <p:cNvPr id="425" name="Rectangle 424"/>
          <p:cNvSpPr/>
          <p:nvPr/>
        </p:nvSpPr>
        <p:spPr>
          <a:xfrm>
            <a:off x="4581144" y="5334381"/>
            <a:ext cx="1170432" cy="24231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 name="TextBox 425"/>
          <p:cNvSpPr txBox="1"/>
          <p:nvPr/>
        </p:nvSpPr>
        <p:spPr>
          <a:xfrm>
            <a:off x="4617720" y="5361813"/>
            <a:ext cx="1115568" cy="230832"/>
          </a:xfrm>
          <a:prstGeom prst="rect">
            <a:avLst/>
          </a:prstGeom>
          <a:noFill/>
        </p:spPr>
        <p:txBody>
          <a:bodyPr wrap="square">
            <a:spAutoFit/>
          </a:bodyPr>
          <a:lstStyle/>
          <a:p>
            <a:pPr algn="l"/>
            <a:r>
              <a:rPr sz="900" b="1">
                <a:solidFill>
                  <a:srgbClr val="FFFFFF"/>
                </a:solidFill>
              </a:rPr>
              <a:t>status</a:t>
            </a:r>
          </a:p>
        </p:txBody>
      </p:sp>
      <p:sp>
        <p:nvSpPr>
          <p:cNvPr id="427" name="Rectangle 426"/>
          <p:cNvSpPr/>
          <p:nvPr/>
        </p:nvSpPr>
        <p:spPr>
          <a:xfrm>
            <a:off x="502920" y="5576697"/>
            <a:ext cx="56692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 name="TextBox 427"/>
          <p:cNvSpPr txBox="1"/>
          <p:nvPr/>
        </p:nvSpPr>
        <p:spPr>
          <a:xfrm>
            <a:off x="539496" y="5604129"/>
            <a:ext cx="512064" cy="230832"/>
          </a:xfrm>
          <a:prstGeom prst="rect">
            <a:avLst/>
          </a:prstGeom>
          <a:noFill/>
        </p:spPr>
        <p:txBody>
          <a:bodyPr wrap="square">
            <a:spAutoFit/>
          </a:bodyPr>
          <a:lstStyle/>
          <a:p>
            <a:pPr algn="l"/>
            <a:r>
              <a:rPr sz="900" b="0">
                <a:solidFill>
                  <a:srgbClr val="333333"/>
                </a:solidFill>
              </a:rPr>
              <a:t>1</a:t>
            </a:r>
          </a:p>
        </p:txBody>
      </p:sp>
      <p:sp>
        <p:nvSpPr>
          <p:cNvPr id="429" name="Rectangle 428"/>
          <p:cNvSpPr/>
          <p:nvPr/>
        </p:nvSpPr>
        <p:spPr>
          <a:xfrm>
            <a:off x="1069848" y="5576697"/>
            <a:ext cx="56692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 name="TextBox 429"/>
          <p:cNvSpPr txBox="1"/>
          <p:nvPr/>
        </p:nvSpPr>
        <p:spPr>
          <a:xfrm>
            <a:off x="1106424" y="5604129"/>
            <a:ext cx="512064" cy="230832"/>
          </a:xfrm>
          <a:prstGeom prst="rect">
            <a:avLst/>
          </a:prstGeom>
          <a:noFill/>
        </p:spPr>
        <p:txBody>
          <a:bodyPr wrap="square">
            <a:spAutoFit/>
          </a:bodyPr>
          <a:lstStyle/>
          <a:p>
            <a:pPr algn="l"/>
            <a:r>
              <a:rPr sz="900" b="0">
                <a:solidFill>
                  <a:srgbClr val="333333"/>
                </a:solidFill>
              </a:rPr>
              <a:t>3</a:t>
            </a:r>
          </a:p>
        </p:txBody>
      </p:sp>
      <p:sp>
        <p:nvSpPr>
          <p:cNvPr id="431" name="Rectangle 430"/>
          <p:cNvSpPr/>
          <p:nvPr/>
        </p:nvSpPr>
        <p:spPr>
          <a:xfrm>
            <a:off x="1636776" y="5576697"/>
            <a:ext cx="859536"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 name="TextBox 431"/>
          <p:cNvSpPr txBox="1"/>
          <p:nvPr/>
        </p:nvSpPr>
        <p:spPr>
          <a:xfrm>
            <a:off x="1673352" y="5604129"/>
            <a:ext cx="804672" cy="230832"/>
          </a:xfrm>
          <a:prstGeom prst="rect">
            <a:avLst/>
          </a:prstGeom>
          <a:noFill/>
        </p:spPr>
        <p:txBody>
          <a:bodyPr wrap="square">
            <a:spAutoFit/>
          </a:bodyPr>
          <a:lstStyle/>
          <a:p>
            <a:pPr algn="l"/>
            <a:r>
              <a:rPr sz="900" b="0">
                <a:solidFill>
                  <a:srgbClr val="333333"/>
                </a:solidFill>
              </a:rPr>
              <a:t>2026-04-01</a:t>
            </a:r>
          </a:p>
        </p:txBody>
      </p:sp>
      <p:sp>
        <p:nvSpPr>
          <p:cNvPr id="433" name="Rectangle 432"/>
          <p:cNvSpPr/>
          <p:nvPr/>
        </p:nvSpPr>
        <p:spPr>
          <a:xfrm>
            <a:off x="2496312" y="5576697"/>
            <a:ext cx="56692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 name="TextBox 433"/>
          <p:cNvSpPr txBox="1"/>
          <p:nvPr/>
        </p:nvSpPr>
        <p:spPr>
          <a:xfrm>
            <a:off x="2532888" y="5604129"/>
            <a:ext cx="512064" cy="230832"/>
          </a:xfrm>
          <a:prstGeom prst="rect">
            <a:avLst/>
          </a:prstGeom>
          <a:noFill/>
        </p:spPr>
        <p:txBody>
          <a:bodyPr wrap="square">
            <a:spAutoFit/>
          </a:bodyPr>
          <a:lstStyle/>
          <a:p>
            <a:pPr algn="l"/>
            <a:r>
              <a:rPr sz="900" b="0">
                <a:solidFill>
                  <a:srgbClr val="333333"/>
                </a:solidFill>
              </a:rPr>
              <a:t>B2</a:t>
            </a:r>
          </a:p>
        </p:txBody>
      </p:sp>
      <p:sp>
        <p:nvSpPr>
          <p:cNvPr id="435" name="Rectangle 434"/>
          <p:cNvSpPr/>
          <p:nvPr/>
        </p:nvSpPr>
        <p:spPr>
          <a:xfrm>
            <a:off x="3063240" y="5576697"/>
            <a:ext cx="73152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 name="TextBox 435"/>
          <p:cNvSpPr txBox="1"/>
          <p:nvPr/>
        </p:nvSpPr>
        <p:spPr>
          <a:xfrm>
            <a:off x="3099816" y="5604129"/>
            <a:ext cx="676656" cy="230832"/>
          </a:xfrm>
          <a:prstGeom prst="rect">
            <a:avLst/>
          </a:prstGeom>
          <a:noFill/>
        </p:spPr>
        <p:txBody>
          <a:bodyPr wrap="square">
            <a:spAutoFit/>
          </a:bodyPr>
          <a:lstStyle/>
          <a:p>
            <a:pPr algn="l"/>
            <a:r>
              <a:rPr sz="900" b="0">
                <a:solidFill>
                  <a:srgbClr val="333333"/>
                </a:solidFill>
              </a:rPr>
              <a:t>$49.46</a:t>
            </a:r>
          </a:p>
        </p:txBody>
      </p:sp>
      <p:sp>
        <p:nvSpPr>
          <p:cNvPr id="437" name="Rectangle 436"/>
          <p:cNvSpPr/>
          <p:nvPr/>
        </p:nvSpPr>
        <p:spPr>
          <a:xfrm>
            <a:off x="3794760" y="5576697"/>
            <a:ext cx="78638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 name="TextBox 437"/>
          <p:cNvSpPr txBox="1"/>
          <p:nvPr/>
        </p:nvSpPr>
        <p:spPr>
          <a:xfrm>
            <a:off x="3831336" y="5604129"/>
            <a:ext cx="731520" cy="230832"/>
          </a:xfrm>
          <a:prstGeom prst="rect">
            <a:avLst/>
          </a:prstGeom>
          <a:noFill/>
        </p:spPr>
        <p:txBody>
          <a:bodyPr wrap="square">
            <a:spAutoFit/>
          </a:bodyPr>
          <a:lstStyle/>
          <a:p>
            <a:pPr algn="l"/>
            <a:r>
              <a:rPr sz="900" b="0">
                <a:solidFill>
                  <a:srgbClr val="333333"/>
                </a:solidFill>
              </a:rPr>
              <a:t>$2,473</a:t>
            </a:r>
          </a:p>
        </p:txBody>
      </p:sp>
      <p:sp>
        <p:nvSpPr>
          <p:cNvPr id="439" name="Rectangle 438"/>
          <p:cNvSpPr/>
          <p:nvPr/>
        </p:nvSpPr>
        <p:spPr>
          <a:xfrm>
            <a:off x="4581144" y="5576697"/>
            <a:ext cx="117043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 name="TextBox 439"/>
          <p:cNvSpPr txBox="1"/>
          <p:nvPr/>
        </p:nvSpPr>
        <p:spPr>
          <a:xfrm>
            <a:off x="4541520" y="5604129"/>
            <a:ext cx="1287780" cy="230832"/>
          </a:xfrm>
          <a:prstGeom prst="rect">
            <a:avLst/>
          </a:prstGeom>
          <a:noFill/>
        </p:spPr>
        <p:txBody>
          <a:bodyPr wrap="square">
            <a:spAutoFit/>
          </a:bodyPr>
          <a:lstStyle/>
          <a:p>
            <a:pPr algn="l"/>
            <a:r>
              <a:rPr sz="900" b="0" dirty="0">
                <a:solidFill>
                  <a:srgbClr val="333333"/>
                </a:solidFill>
              </a:rPr>
              <a:t>PROMISE_TO_PAY</a:t>
            </a:r>
          </a:p>
        </p:txBody>
      </p:sp>
      <p:sp>
        <p:nvSpPr>
          <p:cNvPr id="441" name="Rectangle 440"/>
          <p:cNvSpPr/>
          <p:nvPr/>
        </p:nvSpPr>
        <p:spPr>
          <a:xfrm>
            <a:off x="502920" y="5819013"/>
            <a:ext cx="56692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 name="TextBox 441"/>
          <p:cNvSpPr txBox="1"/>
          <p:nvPr/>
        </p:nvSpPr>
        <p:spPr>
          <a:xfrm>
            <a:off x="539496" y="5846445"/>
            <a:ext cx="512064" cy="230832"/>
          </a:xfrm>
          <a:prstGeom prst="rect">
            <a:avLst/>
          </a:prstGeom>
          <a:noFill/>
        </p:spPr>
        <p:txBody>
          <a:bodyPr wrap="square">
            <a:spAutoFit/>
          </a:bodyPr>
          <a:lstStyle/>
          <a:p>
            <a:pPr algn="l"/>
            <a:r>
              <a:rPr sz="900" b="0">
                <a:solidFill>
                  <a:srgbClr val="333333"/>
                </a:solidFill>
              </a:rPr>
              <a:t>2</a:t>
            </a:r>
          </a:p>
        </p:txBody>
      </p:sp>
      <p:sp>
        <p:nvSpPr>
          <p:cNvPr id="443" name="Rectangle 442"/>
          <p:cNvSpPr/>
          <p:nvPr/>
        </p:nvSpPr>
        <p:spPr>
          <a:xfrm>
            <a:off x="1069848" y="5819013"/>
            <a:ext cx="56692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 name="TextBox 443"/>
          <p:cNvSpPr txBox="1"/>
          <p:nvPr/>
        </p:nvSpPr>
        <p:spPr>
          <a:xfrm>
            <a:off x="1106424" y="5846445"/>
            <a:ext cx="512064" cy="230832"/>
          </a:xfrm>
          <a:prstGeom prst="rect">
            <a:avLst/>
          </a:prstGeom>
          <a:noFill/>
        </p:spPr>
        <p:txBody>
          <a:bodyPr wrap="square">
            <a:spAutoFit/>
          </a:bodyPr>
          <a:lstStyle/>
          <a:p>
            <a:pPr algn="l"/>
            <a:r>
              <a:rPr sz="900" b="0">
                <a:solidFill>
                  <a:srgbClr val="333333"/>
                </a:solidFill>
              </a:rPr>
              <a:t>42</a:t>
            </a:r>
          </a:p>
        </p:txBody>
      </p:sp>
      <p:sp>
        <p:nvSpPr>
          <p:cNvPr id="445" name="Rectangle 444"/>
          <p:cNvSpPr/>
          <p:nvPr/>
        </p:nvSpPr>
        <p:spPr>
          <a:xfrm>
            <a:off x="1636776" y="5819013"/>
            <a:ext cx="859536"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 name="TextBox 445"/>
          <p:cNvSpPr txBox="1"/>
          <p:nvPr/>
        </p:nvSpPr>
        <p:spPr>
          <a:xfrm>
            <a:off x="1673352" y="5846445"/>
            <a:ext cx="804672" cy="230832"/>
          </a:xfrm>
          <a:prstGeom prst="rect">
            <a:avLst/>
          </a:prstGeom>
          <a:noFill/>
        </p:spPr>
        <p:txBody>
          <a:bodyPr wrap="square">
            <a:spAutoFit/>
          </a:bodyPr>
          <a:lstStyle/>
          <a:p>
            <a:pPr algn="l"/>
            <a:r>
              <a:rPr sz="900" b="0">
                <a:solidFill>
                  <a:srgbClr val="333333"/>
                </a:solidFill>
              </a:rPr>
              <a:t>2026-04-01</a:t>
            </a:r>
          </a:p>
        </p:txBody>
      </p:sp>
      <p:sp>
        <p:nvSpPr>
          <p:cNvPr id="447" name="Rectangle 446"/>
          <p:cNvSpPr/>
          <p:nvPr/>
        </p:nvSpPr>
        <p:spPr>
          <a:xfrm>
            <a:off x="2496312" y="5819013"/>
            <a:ext cx="56692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 name="TextBox 447"/>
          <p:cNvSpPr txBox="1"/>
          <p:nvPr/>
        </p:nvSpPr>
        <p:spPr>
          <a:xfrm>
            <a:off x="2532888" y="5846445"/>
            <a:ext cx="512064" cy="230832"/>
          </a:xfrm>
          <a:prstGeom prst="rect">
            <a:avLst/>
          </a:prstGeom>
          <a:noFill/>
        </p:spPr>
        <p:txBody>
          <a:bodyPr wrap="square">
            <a:spAutoFit/>
          </a:bodyPr>
          <a:lstStyle/>
          <a:p>
            <a:pPr algn="l"/>
            <a:r>
              <a:rPr sz="900" b="0">
                <a:solidFill>
                  <a:srgbClr val="333333"/>
                </a:solidFill>
              </a:rPr>
              <a:t>B2</a:t>
            </a:r>
          </a:p>
        </p:txBody>
      </p:sp>
      <p:sp>
        <p:nvSpPr>
          <p:cNvPr id="449" name="Rectangle 448"/>
          <p:cNvSpPr/>
          <p:nvPr/>
        </p:nvSpPr>
        <p:spPr>
          <a:xfrm>
            <a:off x="3063240" y="5819013"/>
            <a:ext cx="731520"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 name="TextBox 449"/>
          <p:cNvSpPr txBox="1"/>
          <p:nvPr/>
        </p:nvSpPr>
        <p:spPr>
          <a:xfrm>
            <a:off x="3099816" y="5846445"/>
            <a:ext cx="676656" cy="230832"/>
          </a:xfrm>
          <a:prstGeom prst="rect">
            <a:avLst/>
          </a:prstGeom>
          <a:noFill/>
        </p:spPr>
        <p:txBody>
          <a:bodyPr wrap="square">
            <a:spAutoFit/>
          </a:bodyPr>
          <a:lstStyle/>
          <a:p>
            <a:pPr algn="l"/>
            <a:r>
              <a:rPr sz="900" b="0">
                <a:solidFill>
                  <a:srgbClr val="333333"/>
                </a:solidFill>
              </a:rPr>
              <a:t>$696.89</a:t>
            </a:r>
          </a:p>
        </p:txBody>
      </p:sp>
      <p:sp>
        <p:nvSpPr>
          <p:cNvPr id="451" name="Rectangle 450"/>
          <p:cNvSpPr/>
          <p:nvPr/>
        </p:nvSpPr>
        <p:spPr>
          <a:xfrm>
            <a:off x="3794760" y="5819013"/>
            <a:ext cx="78638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 name="TextBox 451"/>
          <p:cNvSpPr txBox="1"/>
          <p:nvPr/>
        </p:nvSpPr>
        <p:spPr>
          <a:xfrm>
            <a:off x="3831336" y="5846445"/>
            <a:ext cx="731520" cy="230832"/>
          </a:xfrm>
          <a:prstGeom prst="rect">
            <a:avLst/>
          </a:prstGeom>
          <a:noFill/>
        </p:spPr>
        <p:txBody>
          <a:bodyPr wrap="square">
            <a:spAutoFit/>
          </a:bodyPr>
          <a:lstStyle/>
          <a:p>
            <a:pPr algn="l"/>
            <a:r>
              <a:rPr sz="900" b="0">
                <a:solidFill>
                  <a:srgbClr val="333333"/>
                </a:solidFill>
              </a:rPr>
              <a:t>$34,844</a:t>
            </a:r>
          </a:p>
        </p:txBody>
      </p:sp>
      <p:sp>
        <p:nvSpPr>
          <p:cNvPr id="453" name="Rectangle 452"/>
          <p:cNvSpPr/>
          <p:nvPr/>
        </p:nvSpPr>
        <p:spPr>
          <a:xfrm>
            <a:off x="4581144" y="5819013"/>
            <a:ext cx="117043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4" name="TextBox 453"/>
          <p:cNvSpPr txBox="1"/>
          <p:nvPr/>
        </p:nvSpPr>
        <p:spPr>
          <a:xfrm>
            <a:off x="4541520" y="5846445"/>
            <a:ext cx="1287780" cy="230832"/>
          </a:xfrm>
          <a:prstGeom prst="rect">
            <a:avLst/>
          </a:prstGeom>
          <a:noFill/>
        </p:spPr>
        <p:txBody>
          <a:bodyPr wrap="square">
            <a:spAutoFit/>
          </a:bodyPr>
          <a:lstStyle/>
          <a:p>
            <a:pPr algn="l"/>
            <a:r>
              <a:rPr sz="900" b="0">
                <a:solidFill>
                  <a:srgbClr val="333333"/>
                </a:solidFill>
              </a:rPr>
              <a:t>ACTIVE</a:t>
            </a:r>
          </a:p>
        </p:txBody>
      </p:sp>
      <p:sp>
        <p:nvSpPr>
          <p:cNvPr id="455" name="Rectangle 454"/>
          <p:cNvSpPr/>
          <p:nvPr/>
        </p:nvSpPr>
        <p:spPr>
          <a:xfrm>
            <a:off x="502920" y="6061329"/>
            <a:ext cx="56692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 name="TextBox 455"/>
          <p:cNvSpPr txBox="1"/>
          <p:nvPr/>
        </p:nvSpPr>
        <p:spPr>
          <a:xfrm>
            <a:off x="539496" y="6088761"/>
            <a:ext cx="512064" cy="230832"/>
          </a:xfrm>
          <a:prstGeom prst="rect">
            <a:avLst/>
          </a:prstGeom>
          <a:noFill/>
        </p:spPr>
        <p:txBody>
          <a:bodyPr wrap="square">
            <a:spAutoFit/>
          </a:bodyPr>
          <a:lstStyle/>
          <a:p>
            <a:pPr algn="l"/>
            <a:r>
              <a:rPr sz="900" b="0">
                <a:solidFill>
                  <a:srgbClr val="333333"/>
                </a:solidFill>
              </a:rPr>
              <a:t>3</a:t>
            </a:r>
          </a:p>
        </p:txBody>
      </p:sp>
      <p:sp>
        <p:nvSpPr>
          <p:cNvPr id="457" name="Rectangle 456"/>
          <p:cNvSpPr/>
          <p:nvPr/>
        </p:nvSpPr>
        <p:spPr>
          <a:xfrm>
            <a:off x="1069848" y="6061329"/>
            <a:ext cx="56692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8" name="TextBox 457"/>
          <p:cNvSpPr txBox="1"/>
          <p:nvPr/>
        </p:nvSpPr>
        <p:spPr>
          <a:xfrm>
            <a:off x="1106424" y="6088761"/>
            <a:ext cx="512064" cy="230832"/>
          </a:xfrm>
          <a:prstGeom prst="rect">
            <a:avLst/>
          </a:prstGeom>
          <a:noFill/>
        </p:spPr>
        <p:txBody>
          <a:bodyPr wrap="square">
            <a:spAutoFit/>
          </a:bodyPr>
          <a:lstStyle/>
          <a:p>
            <a:pPr algn="l"/>
            <a:r>
              <a:rPr sz="900" b="0">
                <a:solidFill>
                  <a:srgbClr val="333333"/>
                </a:solidFill>
              </a:rPr>
              <a:t>81</a:t>
            </a:r>
          </a:p>
        </p:txBody>
      </p:sp>
      <p:sp>
        <p:nvSpPr>
          <p:cNvPr id="459" name="Rectangle 458"/>
          <p:cNvSpPr/>
          <p:nvPr/>
        </p:nvSpPr>
        <p:spPr>
          <a:xfrm>
            <a:off x="1636776" y="6061329"/>
            <a:ext cx="859536"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 name="TextBox 459"/>
          <p:cNvSpPr txBox="1"/>
          <p:nvPr/>
        </p:nvSpPr>
        <p:spPr>
          <a:xfrm>
            <a:off x="1673352" y="6088761"/>
            <a:ext cx="804672" cy="230832"/>
          </a:xfrm>
          <a:prstGeom prst="rect">
            <a:avLst/>
          </a:prstGeom>
          <a:noFill/>
        </p:spPr>
        <p:txBody>
          <a:bodyPr wrap="square">
            <a:spAutoFit/>
          </a:bodyPr>
          <a:lstStyle/>
          <a:p>
            <a:pPr algn="l"/>
            <a:r>
              <a:rPr sz="900" b="0">
                <a:solidFill>
                  <a:srgbClr val="333333"/>
                </a:solidFill>
              </a:rPr>
              <a:t>2026-04-01</a:t>
            </a:r>
          </a:p>
        </p:txBody>
      </p:sp>
      <p:sp>
        <p:nvSpPr>
          <p:cNvPr id="461" name="Rectangle 460"/>
          <p:cNvSpPr/>
          <p:nvPr/>
        </p:nvSpPr>
        <p:spPr>
          <a:xfrm>
            <a:off x="2496312" y="6061329"/>
            <a:ext cx="566928"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 name="TextBox 461"/>
          <p:cNvSpPr txBox="1"/>
          <p:nvPr/>
        </p:nvSpPr>
        <p:spPr>
          <a:xfrm>
            <a:off x="2532888" y="6088761"/>
            <a:ext cx="512064" cy="230832"/>
          </a:xfrm>
          <a:prstGeom prst="rect">
            <a:avLst/>
          </a:prstGeom>
          <a:noFill/>
        </p:spPr>
        <p:txBody>
          <a:bodyPr wrap="square">
            <a:spAutoFit/>
          </a:bodyPr>
          <a:lstStyle/>
          <a:p>
            <a:pPr algn="l"/>
            <a:r>
              <a:rPr sz="900" b="0">
                <a:solidFill>
                  <a:srgbClr val="333333"/>
                </a:solidFill>
              </a:rPr>
              <a:t>B3</a:t>
            </a:r>
          </a:p>
        </p:txBody>
      </p:sp>
      <p:sp>
        <p:nvSpPr>
          <p:cNvPr id="463" name="Rectangle 462"/>
          <p:cNvSpPr/>
          <p:nvPr/>
        </p:nvSpPr>
        <p:spPr>
          <a:xfrm>
            <a:off x="3063240" y="6061329"/>
            <a:ext cx="731520"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 name="TextBox 463"/>
          <p:cNvSpPr txBox="1"/>
          <p:nvPr/>
        </p:nvSpPr>
        <p:spPr>
          <a:xfrm>
            <a:off x="3099816" y="6088761"/>
            <a:ext cx="676656" cy="230832"/>
          </a:xfrm>
          <a:prstGeom prst="rect">
            <a:avLst/>
          </a:prstGeom>
          <a:noFill/>
        </p:spPr>
        <p:txBody>
          <a:bodyPr wrap="square">
            <a:spAutoFit/>
          </a:bodyPr>
          <a:lstStyle/>
          <a:p>
            <a:pPr algn="l"/>
            <a:r>
              <a:rPr sz="900" b="0">
                <a:solidFill>
                  <a:srgbClr val="333333"/>
                </a:solidFill>
              </a:rPr>
              <a:t>$417.80</a:t>
            </a:r>
          </a:p>
        </p:txBody>
      </p:sp>
      <p:sp>
        <p:nvSpPr>
          <p:cNvPr id="465" name="Rectangle 464"/>
          <p:cNvSpPr/>
          <p:nvPr/>
        </p:nvSpPr>
        <p:spPr>
          <a:xfrm>
            <a:off x="3794760" y="6061329"/>
            <a:ext cx="786384"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 name="TextBox 465"/>
          <p:cNvSpPr txBox="1"/>
          <p:nvPr/>
        </p:nvSpPr>
        <p:spPr>
          <a:xfrm>
            <a:off x="3831336" y="6088761"/>
            <a:ext cx="731520" cy="230832"/>
          </a:xfrm>
          <a:prstGeom prst="rect">
            <a:avLst/>
          </a:prstGeom>
          <a:noFill/>
        </p:spPr>
        <p:txBody>
          <a:bodyPr wrap="square">
            <a:spAutoFit/>
          </a:bodyPr>
          <a:lstStyle/>
          <a:p>
            <a:pPr algn="l"/>
            <a:r>
              <a:rPr sz="900" b="0">
                <a:solidFill>
                  <a:srgbClr val="333333"/>
                </a:solidFill>
              </a:rPr>
              <a:t>$20,890</a:t>
            </a:r>
          </a:p>
        </p:txBody>
      </p:sp>
      <p:sp>
        <p:nvSpPr>
          <p:cNvPr id="467" name="Rectangle 466"/>
          <p:cNvSpPr/>
          <p:nvPr/>
        </p:nvSpPr>
        <p:spPr>
          <a:xfrm>
            <a:off x="4581144" y="6061329"/>
            <a:ext cx="1170432" cy="2423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 name="TextBox 467"/>
          <p:cNvSpPr txBox="1"/>
          <p:nvPr/>
        </p:nvSpPr>
        <p:spPr>
          <a:xfrm>
            <a:off x="4541520" y="6088761"/>
            <a:ext cx="1287780" cy="230832"/>
          </a:xfrm>
          <a:prstGeom prst="rect">
            <a:avLst/>
          </a:prstGeom>
          <a:noFill/>
        </p:spPr>
        <p:txBody>
          <a:bodyPr wrap="square">
            <a:spAutoFit/>
          </a:bodyPr>
          <a:lstStyle/>
          <a:p>
            <a:pPr algn="l"/>
            <a:r>
              <a:rPr sz="900" b="0">
                <a:solidFill>
                  <a:srgbClr val="333333"/>
                </a:solidFill>
              </a:rPr>
              <a:t>PROMISE_TO_PAY</a:t>
            </a:r>
          </a:p>
        </p:txBody>
      </p:sp>
      <p:sp>
        <p:nvSpPr>
          <p:cNvPr id="469" name="Rectangle 468"/>
          <p:cNvSpPr/>
          <p:nvPr/>
        </p:nvSpPr>
        <p:spPr>
          <a:xfrm>
            <a:off x="502920" y="6303645"/>
            <a:ext cx="56692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 name="TextBox 469"/>
          <p:cNvSpPr txBox="1"/>
          <p:nvPr/>
        </p:nvSpPr>
        <p:spPr>
          <a:xfrm>
            <a:off x="539496" y="6331077"/>
            <a:ext cx="512064" cy="230832"/>
          </a:xfrm>
          <a:prstGeom prst="rect">
            <a:avLst/>
          </a:prstGeom>
          <a:noFill/>
        </p:spPr>
        <p:txBody>
          <a:bodyPr wrap="square">
            <a:spAutoFit/>
          </a:bodyPr>
          <a:lstStyle/>
          <a:p>
            <a:pPr algn="l"/>
            <a:r>
              <a:rPr sz="900" b="0">
                <a:solidFill>
                  <a:srgbClr val="333333"/>
                </a:solidFill>
              </a:rPr>
              <a:t>27</a:t>
            </a:r>
          </a:p>
        </p:txBody>
      </p:sp>
      <p:sp>
        <p:nvSpPr>
          <p:cNvPr id="471" name="Rectangle 470"/>
          <p:cNvSpPr/>
          <p:nvPr/>
        </p:nvSpPr>
        <p:spPr>
          <a:xfrm>
            <a:off x="1069848" y="6303645"/>
            <a:ext cx="56692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2" name="TextBox 471"/>
          <p:cNvSpPr txBox="1"/>
          <p:nvPr/>
        </p:nvSpPr>
        <p:spPr>
          <a:xfrm>
            <a:off x="1106424" y="6331077"/>
            <a:ext cx="512064" cy="230832"/>
          </a:xfrm>
          <a:prstGeom prst="rect">
            <a:avLst/>
          </a:prstGeom>
          <a:noFill/>
        </p:spPr>
        <p:txBody>
          <a:bodyPr wrap="square">
            <a:spAutoFit/>
          </a:bodyPr>
          <a:lstStyle/>
          <a:p>
            <a:pPr algn="l"/>
            <a:r>
              <a:rPr sz="900" b="0">
                <a:solidFill>
                  <a:srgbClr val="333333"/>
                </a:solidFill>
              </a:rPr>
              <a:t>493</a:t>
            </a:r>
          </a:p>
        </p:txBody>
      </p:sp>
      <p:sp>
        <p:nvSpPr>
          <p:cNvPr id="473" name="Rectangle 472"/>
          <p:cNvSpPr/>
          <p:nvPr/>
        </p:nvSpPr>
        <p:spPr>
          <a:xfrm>
            <a:off x="1636776" y="6303645"/>
            <a:ext cx="859536"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4" name="TextBox 473"/>
          <p:cNvSpPr txBox="1"/>
          <p:nvPr/>
        </p:nvSpPr>
        <p:spPr>
          <a:xfrm>
            <a:off x="1673352" y="6331077"/>
            <a:ext cx="804672" cy="230832"/>
          </a:xfrm>
          <a:prstGeom prst="rect">
            <a:avLst/>
          </a:prstGeom>
          <a:noFill/>
        </p:spPr>
        <p:txBody>
          <a:bodyPr wrap="square">
            <a:spAutoFit/>
          </a:bodyPr>
          <a:lstStyle/>
          <a:p>
            <a:pPr algn="l"/>
            <a:r>
              <a:rPr sz="900" b="0">
                <a:solidFill>
                  <a:srgbClr val="333333"/>
                </a:solidFill>
              </a:rPr>
              <a:t>2026-04-01</a:t>
            </a:r>
          </a:p>
        </p:txBody>
      </p:sp>
      <p:sp>
        <p:nvSpPr>
          <p:cNvPr id="475" name="Rectangle 474"/>
          <p:cNvSpPr/>
          <p:nvPr/>
        </p:nvSpPr>
        <p:spPr>
          <a:xfrm>
            <a:off x="2496312" y="6303645"/>
            <a:ext cx="566928"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6" name="TextBox 475"/>
          <p:cNvSpPr txBox="1"/>
          <p:nvPr/>
        </p:nvSpPr>
        <p:spPr>
          <a:xfrm>
            <a:off x="2532888" y="6331077"/>
            <a:ext cx="512064" cy="230832"/>
          </a:xfrm>
          <a:prstGeom prst="rect">
            <a:avLst/>
          </a:prstGeom>
          <a:noFill/>
        </p:spPr>
        <p:txBody>
          <a:bodyPr wrap="square">
            <a:spAutoFit/>
          </a:bodyPr>
          <a:lstStyle/>
          <a:p>
            <a:pPr algn="l"/>
            <a:r>
              <a:rPr sz="900" b="0">
                <a:solidFill>
                  <a:srgbClr val="333333"/>
                </a:solidFill>
              </a:rPr>
              <a:t>B2</a:t>
            </a:r>
          </a:p>
        </p:txBody>
      </p:sp>
      <p:sp>
        <p:nvSpPr>
          <p:cNvPr id="477" name="Rectangle 476"/>
          <p:cNvSpPr/>
          <p:nvPr/>
        </p:nvSpPr>
        <p:spPr>
          <a:xfrm>
            <a:off x="3063240" y="6303645"/>
            <a:ext cx="731520"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8" name="TextBox 477"/>
          <p:cNvSpPr txBox="1"/>
          <p:nvPr/>
        </p:nvSpPr>
        <p:spPr>
          <a:xfrm>
            <a:off x="3099816" y="6331077"/>
            <a:ext cx="676656" cy="230832"/>
          </a:xfrm>
          <a:prstGeom prst="rect">
            <a:avLst/>
          </a:prstGeom>
          <a:noFill/>
        </p:spPr>
        <p:txBody>
          <a:bodyPr wrap="square">
            <a:spAutoFit/>
          </a:bodyPr>
          <a:lstStyle/>
          <a:p>
            <a:pPr algn="l"/>
            <a:r>
              <a:rPr sz="900" b="0">
                <a:solidFill>
                  <a:srgbClr val="333333"/>
                </a:solidFill>
              </a:rPr>
              <a:t>$263.87</a:t>
            </a:r>
          </a:p>
        </p:txBody>
      </p:sp>
      <p:sp>
        <p:nvSpPr>
          <p:cNvPr id="479" name="Rectangle 478"/>
          <p:cNvSpPr/>
          <p:nvPr/>
        </p:nvSpPr>
        <p:spPr>
          <a:xfrm>
            <a:off x="3794760" y="6303645"/>
            <a:ext cx="786384"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0" name="TextBox 479"/>
          <p:cNvSpPr txBox="1"/>
          <p:nvPr/>
        </p:nvSpPr>
        <p:spPr>
          <a:xfrm>
            <a:off x="3831336" y="6331077"/>
            <a:ext cx="731520" cy="230832"/>
          </a:xfrm>
          <a:prstGeom prst="rect">
            <a:avLst/>
          </a:prstGeom>
          <a:noFill/>
        </p:spPr>
        <p:txBody>
          <a:bodyPr wrap="square">
            <a:spAutoFit/>
          </a:bodyPr>
          <a:lstStyle/>
          <a:p>
            <a:pPr algn="l"/>
            <a:r>
              <a:rPr sz="900" b="0">
                <a:solidFill>
                  <a:srgbClr val="333333"/>
                </a:solidFill>
              </a:rPr>
              <a:t>$13,194</a:t>
            </a:r>
          </a:p>
        </p:txBody>
      </p:sp>
      <p:sp>
        <p:nvSpPr>
          <p:cNvPr id="481" name="Rectangle 480"/>
          <p:cNvSpPr/>
          <p:nvPr/>
        </p:nvSpPr>
        <p:spPr>
          <a:xfrm>
            <a:off x="4581144" y="6303645"/>
            <a:ext cx="1170432" cy="2423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2" name="TextBox 481"/>
          <p:cNvSpPr txBox="1"/>
          <p:nvPr/>
        </p:nvSpPr>
        <p:spPr>
          <a:xfrm>
            <a:off x="4541520" y="6331077"/>
            <a:ext cx="1287780" cy="230832"/>
          </a:xfrm>
          <a:prstGeom prst="rect">
            <a:avLst/>
          </a:prstGeom>
          <a:noFill/>
        </p:spPr>
        <p:txBody>
          <a:bodyPr wrap="square">
            <a:spAutoFit/>
          </a:bodyPr>
          <a:lstStyle/>
          <a:p>
            <a:pPr algn="l"/>
            <a:r>
              <a:rPr sz="900" b="0">
                <a:solidFill>
                  <a:srgbClr val="333333"/>
                </a:solidFill>
              </a:rPr>
              <a:t>PROMISE_TO_PAY</a:t>
            </a:r>
          </a:p>
        </p:txBody>
      </p:sp>
      <p:sp>
        <p:nvSpPr>
          <p:cNvPr id="483" name="Cornerstone">
            <a:extLst>
              <a:ext uri="{FF2B5EF4-FFF2-40B4-BE49-F238E27FC236}">
                <a16:creationId xmlns:a16="http://schemas.microsoft.com/office/drawing/2014/main" id="{2787F931-45AB-5DEF-285B-0B20902D6302}"/>
              </a:ext>
              <a:ext uri="{C183D7F6-B498-43B3-948B-1728B52AA6E4}">
                <adec:decorative xmlns:adec="http://schemas.microsoft.com/office/drawing/2017/decorative" val="1"/>
              </a:ext>
            </a:extLst>
          </p:cNvPr>
          <p:cNvSpPr>
            <a:spLocks noChangeAspect="1"/>
          </p:cNvSpPr>
          <p:nvPr/>
        </p:nvSpPr>
        <p:spPr bwMode="gray">
          <a:xfrm rot="16200000">
            <a:off x="10393974" y="423158"/>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gradFill>
          <a:ln w="9525" algn="ctr">
            <a:noFill/>
            <a:miter lim="800000"/>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5"/>
          <p:cNvSpPr txBox="1"/>
          <p:nvPr/>
        </p:nvSpPr>
        <p:spPr>
          <a:xfrm>
            <a:off x="595948" y="1529715"/>
            <a:ext cx="5266944" cy="292388"/>
          </a:xfrm>
          <a:prstGeom prst="rect">
            <a:avLst/>
          </a:prstGeom>
          <a:noFill/>
        </p:spPr>
        <p:txBody>
          <a:bodyPr wrap="square">
            <a:spAutoFit/>
          </a:bodyPr>
          <a:lstStyle/>
          <a:p>
            <a:pPr algn="l"/>
            <a:r>
              <a:rPr sz="1300" b="1">
                <a:solidFill>
                  <a:srgbClr val="FFFFFF"/>
                </a:solidFill>
                <a:latin typeface="Calibri"/>
              </a:rPr>
              <a:t>Phase 2 â€” Planned</a:t>
            </a:r>
          </a:p>
        </p:txBody>
      </p:sp>
      <p:sp>
        <p:nvSpPr>
          <p:cNvPr id="58" name="Title 57">
            <a:extLst>
              <a:ext uri="{FF2B5EF4-FFF2-40B4-BE49-F238E27FC236}">
                <a16:creationId xmlns:a16="http://schemas.microsoft.com/office/drawing/2014/main" id="{15D6B2C3-8BC8-1DDB-997D-D12915F408F2}"/>
              </a:ext>
            </a:extLst>
          </p:cNvPr>
          <p:cNvSpPr>
            <a:spLocks noGrp="1"/>
          </p:cNvSpPr>
          <p:nvPr>
            <p:ph type="title"/>
          </p:nvPr>
        </p:nvSpPr>
        <p:spPr/>
        <p:txBody>
          <a:bodyPr/>
          <a:lstStyle/>
          <a:p>
            <a:r>
              <a:rPr lang="en-US" dirty="0" err="1"/>
              <a:t>TDGen</a:t>
            </a:r>
            <a:r>
              <a:rPr lang="en-US" dirty="0"/>
              <a:t> Next Steps</a:t>
            </a:r>
            <a:endParaRPr lang="en-CA" dirty="0"/>
          </a:p>
        </p:txBody>
      </p:sp>
      <p:sp>
        <p:nvSpPr>
          <p:cNvPr id="60" name="Content Placeholder 59">
            <a:extLst>
              <a:ext uri="{FF2B5EF4-FFF2-40B4-BE49-F238E27FC236}">
                <a16:creationId xmlns:a16="http://schemas.microsoft.com/office/drawing/2014/main" id="{6576B083-0042-895A-32AD-C02E71AAB088}"/>
              </a:ext>
            </a:extLst>
          </p:cNvPr>
          <p:cNvSpPr>
            <a:spLocks noGrp="1"/>
          </p:cNvSpPr>
          <p:nvPr>
            <p:ph sz="quarter" idx="19"/>
          </p:nvPr>
        </p:nvSpPr>
        <p:spPr>
          <a:xfrm>
            <a:off x="765737" y="1767176"/>
            <a:ext cx="5563373" cy="4325649"/>
          </a:xfrm>
        </p:spPr>
        <p:txBody>
          <a:bodyPr/>
          <a:lstStyle/>
          <a:p>
            <a:pPr marL="342900" indent="-342900">
              <a:buClr>
                <a:schemeClr val="tx1"/>
              </a:buClr>
              <a:buFont typeface="Arial" panose="020B0604020202020204" pitchFamily="34" charset="0"/>
              <a:buChar char="•"/>
            </a:pPr>
            <a:r>
              <a:rPr lang="en-US" dirty="0">
                <a:solidFill>
                  <a:srgbClr val="333333"/>
                </a:solidFill>
                <a:latin typeface="Calibri"/>
              </a:rPr>
              <a:t>Validate generated synthetic data with the Enterprise Protect QA team</a:t>
            </a:r>
          </a:p>
          <a:p>
            <a:pPr marL="606425" lvl="1" indent="-342900">
              <a:buClr>
                <a:schemeClr val="tx1"/>
              </a:buClr>
              <a:buFont typeface="Courier New" panose="02070309020205020404" pitchFamily="49" charset="0"/>
              <a:buChar char="o"/>
            </a:pPr>
            <a:r>
              <a:rPr lang="en-US" dirty="0">
                <a:solidFill>
                  <a:srgbClr val="333333"/>
                </a:solidFill>
                <a:latin typeface="Calibri"/>
              </a:rPr>
              <a:t>confirm rates match expected fraud lifecycle volumes</a:t>
            </a:r>
          </a:p>
          <a:p>
            <a:pPr marL="606425" lvl="1" indent="-342900">
              <a:buClr>
                <a:schemeClr val="tx1"/>
              </a:buClr>
              <a:buFont typeface="Courier New" panose="02070309020205020404" pitchFamily="49" charset="0"/>
              <a:buChar char="o"/>
            </a:pPr>
            <a:r>
              <a:rPr lang="en-US" dirty="0">
                <a:solidFill>
                  <a:srgbClr val="333333"/>
                </a:solidFill>
                <a:latin typeface="Calibri"/>
              </a:rPr>
              <a:t>define requirements for daily probabilistic seeding of new ACCOUNT, CUSTOMER and CARD</a:t>
            </a:r>
          </a:p>
          <a:p>
            <a:pPr marL="342900" indent="-342900">
              <a:buClr>
                <a:schemeClr val="tx1"/>
              </a:buClr>
              <a:buFont typeface="Arial" panose="020B0604020202020204" pitchFamily="34" charset="0"/>
              <a:buChar char="•"/>
            </a:pPr>
            <a:r>
              <a:rPr lang="en-US" dirty="0">
                <a:solidFill>
                  <a:srgbClr val="333333"/>
                </a:solidFill>
                <a:latin typeface="Calibri"/>
              </a:rPr>
              <a:t>Test GitHub Actions workflows scheduled nightly for state advance and deltas</a:t>
            </a:r>
          </a:p>
          <a:p>
            <a:pPr marL="342900" indent="-342900">
              <a:buClr>
                <a:schemeClr val="tx1"/>
              </a:buClr>
              <a:buFont typeface="Arial" panose="020B0604020202020204" pitchFamily="34" charset="0"/>
              <a:buChar char="•"/>
            </a:pPr>
            <a:r>
              <a:rPr lang="en-US" dirty="0">
                <a:solidFill>
                  <a:srgbClr val="333333"/>
                </a:solidFill>
                <a:latin typeface="Calibri"/>
              </a:rPr>
              <a:t>Define test scenarios (e.g., high-fraud day, payment cycle stress, charge off waves, etc.)</a:t>
            </a:r>
          </a:p>
          <a:p>
            <a:endParaRPr lang="en-US" dirty="0">
              <a:solidFill>
                <a:srgbClr val="333333"/>
              </a:solidFill>
              <a:latin typeface="Calibri"/>
            </a:endParaRPr>
          </a:p>
          <a:p>
            <a:endParaRPr lang="en-CA" dirty="0"/>
          </a:p>
        </p:txBody>
      </p:sp>
      <p:pic>
        <p:nvPicPr>
          <p:cNvPr id="62" name="Picture Placeholder 16">
            <a:extLst>
              <a:ext uri="{FF2B5EF4-FFF2-40B4-BE49-F238E27FC236}">
                <a16:creationId xmlns:a16="http://schemas.microsoft.com/office/drawing/2014/main" id="{05D8682B-F2D0-AA5F-A3D5-794121E23B8C}"/>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rcRect l="15" r="15"/>
          <a:stretch/>
        </p:blipFill>
        <p:spPr>
          <a:xfrm>
            <a:off x="6690907" y="483073"/>
            <a:ext cx="5329237" cy="5330825"/>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a:ln>
            <a:noFill/>
          </a:ln>
        </p:spPr>
      </p:pic>
      <p:sp>
        <p:nvSpPr>
          <p:cNvPr id="63" name="Freeform 5" descr="CGI cornerstone">
            <a:extLst>
              <a:ext uri="{FF2B5EF4-FFF2-40B4-BE49-F238E27FC236}">
                <a16:creationId xmlns:a16="http://schemas.microsoft.com/office/drawing/2014/main" id="{6627F970-A1AA-A82F-55DE-1F22D0418728}"/>
              </a:ext>
              <a:ext uri="{C183D7F6-B498-43B3-948B-1728B52AA6E4}">
                <adec:decorative xmlns:adec="http://schemas.microsoft.com/office/drawing/2017/decorative" val="0"/>
              </a:ext>
            </a:extLst>
          </p:cNvPr>
          <p:cNvSpPr>
            <a:spLocks/>
          </p:cNvSpPr>
          <p:nvPr/>
        </p:nvSpPr>
        <p:spPr bwMode="auto">
          <a:xfrm rot="16200000" flipH="1">
            <a:off x="6690907" y="4028298"/>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1269B0-A116-366E-01F9-B4445A495459}"/>
              </a:ext>
            </a:extLst>
          </p:cNvPr>
          <p:cNvSpPr>
            <a:spLocks noGrp="1"/>
          </p:cNvSpPr>
          <p:nvPr>
            <p:ph type="title"/>
          </p:nvPr>
        </p:nvSpPr>
        <p:spPr>
          <a:xfrm>
            <a:off x="397795" y="-1698199"/>
            <a:ext cx="10658475" cy="1433462"/>
          </a:xfrm>
        </p:spPr>
        <p:txBody>
          <a:bodyPr vert="horz" lIns="0" tIns="0" rIns="0" bIns="0" rtlCol="0" anchor="b" anchorCtr="0">
            <a:normAutofit/>
          </a:bodyPr>
          <a:lstStyle/>
          <a:p>
            <a:r>
              <a:rPr lang="en-US" sz="1200" noProof="0" dirty="0"/>
              <a:t>Insights you can act on </a:t>
            </a:r>
            <a:br>
              <a:rPr lang="en-US" sz="1200" noProof="0" dirty="0"/>
            </a:br>
            <a:r>
              <a:rPr lang="en-US" sz="1200" noProof="0" dirty="0"/>
              <a:t>Founded in 1976, CGI is among the largest IT and business consulting services firms in the world.</a:t>
            </a:r>
            <a:br>
              <a:rPr lang="en-US" sz="1200" noProof="0" dirty="0"/>
            </a:br>
            <a:br>
              <a:rPr lang="en-US" sz="1200" noProof="0" dirty="0"/>
            </a:br>
            <a:r>
              <a:rPr lang="en-US" sz="1200" noProof="0" dirty="0"/>
              <a:t>We are insights-driven and outcomes-focused to help accelerate returns on your investments. Across hundreds of locations worldwide, we provide comprehensive, scalable and sustainable </a:t>
            </a:r>
            <a:br>
              <a:rPr lang="en-US" sz="1200" noProof="0" dirty="0"/>
            </a:br>
            <a:r>
              <a:rPr lang="en-US" sz="1200" noProof="0" dirty="0"/>
              <a:t>IT and business consulting services that are informed globally </a:t>
            </a:r>
            <a:br>
              <a:rPr lang="en-US" sz="1200" noProof="0" dirty="0"/>
            </a:br>
            <a:r>
              <a:rPr lang="en-US" sz="1200" noProof="0" dirty="0"/>
              <a:t>and delivered locally.</a:t>
            </a:r>
          </a:p>
        </p:txBody>
      </p:sp>
      <p:sp>
        <p:nvSpPr>
          <p:cNvPr id="2" name="Rectangle 1">
            <a:extLst>
              <a:ext uri="{FF2B5EF4-FFF2-40B4-BE49-F238E27FC236}">
                <a16:creationId xmlns:a16="http://schemas.microsoft.com/office/drawing/2014/main" id="{B39851EF-F5F7-2B32-1345-AD02CB89FC61}"/>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gray">
          <a:xfrm>
            <a:off x="0" y="6322423"/>
            <a:ext cx="12192000" cy="535577"/>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243325697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4508" y="164593"/>
            <a:ext cx="11183112" cy="523220"/>
          </a:xfrm>
          <a:prstGeom prst="rect">
            <a:avLst/>
          </a:prstGeom>
          <a:noFill/>
        </p:spPr>
        <p:txBody>
          <a:bodyPr wrap="square">
            <a:spAutoFit/>
          </a:bodyPr>
          <a:lstStyle/>
          <a:p>
            <a:pPr algn="l"/>
            <a:r>
              <a:rPr sz="2800" dirty="0">
                <a:latin typeface="+mj-lt"/>
                <a:ea typeface="+mj-ea"/>
                <a:cs typeface="+mj-cs"/>
              </a:rPr>
              <a:t>CLI Reference</a:t>
            </a:r>
          </a:p>
        </p:txBody>
      </p:sp>
      <p:sp>
        <p:nvSpPr>
          <p:cNvPr id="4" name="TextBox 3"/>
          <p:cNvSpPr txBox="1"/>
          <p:nvPr/>
        </p:nvSpPr>
        <p:spPr>
          <a:xfrm>
            <a:off x="504508" y="886968"/>
            <a:ext cx="11183112" cy="292388"/>
          </a:xfrm>
          <a:prstGeom prst="rect">
            <a:avLst/>
          </a:prstGeom>
          <a:noFill/>
        </p:spPr>
        <p:txBody>
          <a:bodyPr wrap="square">
            <a:spAutoFit/>
          </a:bodyPr>
          <a:lstStyle/>
          <a:p>
            <a:pPr algn="l"/>
            <a:r>
              <a:rPr sz="1300" dirty="0">
                <a:solidFill>
                  <a:srgbClr val="6E6E6E"/>
                </a:solidFill>
                <a:latin typeface="Calibri"/>
              </a:rPr>
              <a:t>All </a:t>
            </a:r>
            <a:r>
              <a:rPr lang="en-US" sz="1300" dirty="0" err="1">
                <a:solidFill>
                  <a:srgbClr val="6E6E6E"/>
                </a:solidFill>
                <a:latin typeface="Calibri"/>
              </a:rPr>
              <a:t>tdgen_temporal.cli</a:t>
            </a:r>
            <a:r>
              <a:rPr lang="en-US" sz="1300" dirty="0">
                <a:solidFill>
                  <a:srgbClr val="6E6E6E"/>
                </a:solidFill>
                <a:latin typeface="Calibri"/>
              </a:rPr>
              <a:t> </a:t>
            </a:r>
            <a:r>
              <a:rPr sz="1300" dirty="0">
                <a:solidFill>
                  <a:srgbClr val="6E6E6E"/>
                </a:solidFill>
                <a:latin typeface="Calibri"/>
              </a:rPr>
              <a:t>modes run from the terminal — no GUI required  |  actual commands from the 30-day run</a:t>
            </a:r>
          </a:p>
        </p:txBody>
      </p:sp>
      <p:sp>
        <p:nvSpPr>
          <p:cNvPr id="6" name="Rectangle 5"/>
          <p:cNvSpPr/>
          <p:nvPr/>
        </p:nvSpPr>
        <p:spPr>
          <a:xfrm>
            <a:off x="504509" y="1426464"/>
            <a:ext cx="8820466" cy="113385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4508" y="1426464"/>
            <a:ext cx="54864" cy="1133856"/>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2524" y="1499616"/>
            <a:ext cx="822960" cy="292388"/>
          </a:xfrm>
          <a:prstGeom prst="rect">
            <a:avLst/>
          </a:prstGeom>
          <a:noFill/>
        </p:spPr>
        <p:txBody>
          <a:bodyPr wrap="square">
            <a:spAutoFit/>
          </a:bodyPr>
          <a:lstStyle/>
          <a:p>
            <a:pPr algn="l"/>
            <a:r>
              <a:rPr sz="1300" b="1">
                <a:solidFill>
                  <a:srgbClr val="E4002B"/>
                </a:solidFill>
                <a:latin typeface="Calibri"/>
              </a:rPr>
              <a:t>init</a:t>
            </a:r>
          </a:p>
        </p:txBody>
      </p:sp>
      <p:sp>
        <p:nvSpPr>
          <p:cNvPr id="9" name="Rectangle 8"/>
          <p:cNvSpPr/>
          <p:nvPr/>
        </p:nvSpPr>
        <p:spPr>
          <a:xfrm>
            <a:off x="632524" y="1916811"/>
            <a:ext cx="8513762" cy="2560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5676" y="1944244"/>
            <a:ext cx="8412035" cy="246221"/>
          </a:xfrm>
          <a:prstGeom prst="rect">
            <a:avLst/>
          </a:prstGeom>
          <a:noFill/>
        </p:spPr>
        <p:txBody>
          <a:bodyPr wrap="square">
            <a:spAutoFit/>
          </a:bodyPr>
          <a:lstStyle/>
          <a:p>
            <a:pPr algn="l"/>
            <a:r>
              <a:rPr sz="1000" dirty="0">
                <a:solidFill>
                  <a:srgbClr val="AAFFAA"/>
                </a:solidFill>
                <a:latin typeface="Calibri"/>
              </a:rPr>
              <a:t>python -m </a:t>
            </a:r>
            <a:r>
              <a:rPr sz="1000" dirty="0" err="1">
                <a:solidFill>
                  <a:srgbClr val="AAFFAA"/>
                </a:solidFill>
                <a:latin typeface="Calibri"/>
              </a:rPr>
              <a:t>tdgen_temporal.cli</a:t>
            </a:r>
            <a:r>
              <a:rPr sz="1000" dirty="0">
                <a:solidFill>
                  <a:srgbClr val="AAFFAA"/>
                </a:solidFill>
                <a:latin typeface="Calibri"/>
              </a:rPr>
              <a:t> </a:t>
            </a:r>
            <a:r>
              <a:rPr sz="1000" dirty="0" err="1">
                <a:solidFill>
                  <a:srgbClr val="AAFFAA"/>
                </a:solidFill>
                <a:latin typeface="Calibri"/>
              </a:rPr>
              <a:t>init</a:t>
            </a:r>
            <a:r>
              <a:rPr sz="1000" dirty="0">
                <a:solidFill>
                  <a:srgbClr val="AAFFAA"/>
                </a:solidFill>
                <a:latin typeface="Calibri"/>
              </a:rPr>
              <a:t> --</a:t>
            </a:r>
            <a:r>
              <a:rPr sz="1000" dirty="0" err="1">
                <a:solidFill>
                  <a:srgbClr val="AAFFAA"/>
                </a:solidFill>
                <a:latin typeface="Calibri"/>
              </a:rPr>
              <a:t>db</a:t>
            </a:r>
            <a:r>
              <a:rPr sz="1000" dirty="0">
                <a:solidFill>
                  <a:srgbClr val="AAFFAA"/>
                </a:solidFill>
                <a:latin typeface="Calibri"/>
              </a:rPr>
              <a:t> output_30day/</a:t>
            </a:r>
            <a:r>
              <a:rPr sz="1000" dirty="0" err="1">
                <a:solidFill>
                  <a:srgbClr val="AAFFAA"/>
                </a:solidFill>
                <a:latin typeface="Calibri"/>
              </a:rPr>
              <a:t>state.db</a:t>
            </a:r>
            <a:r>
              <a:rPr sz="1000" dirty="0">
                <a:solidFill>
                  <a:srgbClr val="AAFFAA"/>
                </a:solidFill>
                <a:latin typeface="Calibri"/>
              </a:rPr>
              <a:t> --date 2026-03-31</a:t>
            </a:r>
          </a:p>
        </p:txBody>
      </p:sp>
      <p:sp>
        <p:nvSpPr>
          <p:cNvPr id="11" name="TextBox 10"/>
          <p:cNvSpPr txBox="1"/>
          <p:nvPr/>
        </p:nvSpPr>
        <p:spPr>
          <a:xfrm>
            <a:off x="1546923" y="1481329"/>
            <a:ext cx="10049256" cy="430887"/>
          </a:xfrm>
          <a:prstGeom prst="rect">
            <a:avLst/>
          </a:prstGeom>
          <a:noFill/>
        </p:spPr>
        <p:txBody>
          <a:bodyPr wrap="square">
            <a:spAutoFit/>
          </a:bodyPr>
          <a:lstStyle/>
          <a:p>
            <a:pPr algn="l"/>
            <a:r>
              <a:rPr sz="1100">
                <a:solidFill>
                  <a:srgbClr val="333333"/>
                </a:solidFill>
                <a:latin typeface="Calibri"/>
              </a:rPr>
              <a:t>Seed the Day 0 population. Run once. Creates output_30day/state.db with 500 accounts,
500 customers, 500 cards, 200 merchants, and all reference tables.  (1,733 inserts, ~0.4s)</a:t>
            </a:r>
          </a:p>
        </p:txBody>
      </p:sp>
      <p:sp>
        <p:nvSpPr>
          <p:cNvPr id="12" name="Rectangle 11"/>
          <p:cNvSpPr/>
          <p:nvPr/>
        </p:nvSpPr>
        <p:spPr>
          <a:xfrm>
            <a:off x="504509" y="2651760"/>
            <a:ext cx="8820466" cy="113385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4508" y="2651760"/>
            <a:ext cx="54864" cy="1133856"/>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2524" y="2724912"/>
            <a:ext cx="822960" cy="292388"/>
          </a:xfrm>
          <a:prstGeom prst="rect">
            <a:avLst/>
          </a:prstGeom>
          <a:noFill/>
        </p:spPr>
        <p:txBody>
          <a:bodyPr wrap="square">
            <a:spAutoFit/>
          </a:bodyPr>
          <a:lstStyle/>
          <a:p>
            <a:pPr algn="l"/>
            <a:r>
              <a:rPr sz="1300" b="1">
                <a:solidFill>
                  <a:srgbClr val="E4002B"/>
                </a:solidFill>
                <a:latin typeface="Calibri"/>
              </a:rPr>
              <a:t>advance</a:t>
            </a:r>
          </a:p>
        </p:txBody>
      </p:sp>
      <p:sp>
        <p:nvSpPr>
          <p:cNvPr id="15" name="Rectangle 14"/>
          <p:cNvSpPr/>
          <p:nvPr/>
        </p:nvSpPr>
        <p:spPr>
          <a:xfrm>
            <a:off x="632524" y="3151632"/>
            <a:ext cx="8513762" cy="2560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05676" y="3179065"/>
            <a:ext cx="8412035" cy="246221"/>
          </a:xfrm>
          <a:prstGeom prst="rect">
            <a:avLst/>
          </a:prstGeom>
          <a:noFill/>
        </p:spPr>
        <p:txBody>
          <a:bodyPr wrap="square">
            <a:spAutoFit/>
          </a:bodyPr>
          <a:lstStyle/>
          <a:p>
            <a:pPr algn="l"/>
            <a:r>
              <a:rPr sz="1000" dirty="0">
                <a:solidFill>
                  <a:srgbClr val="AAFFAA"/>
                </a:solidFill>
                <a:latin typeface="Calibri"/>
              </a:rPr>
              <a:t>python -m </a:t>
            </a:r>
            <a:r>
              <a:rPr sz="1000" dirty="0" err="1">
                <a:solidFill>
                  <a:srgbClr val="AAFFAA"/>
                </a:solidFill>
                <a:latin typeface="Calibri"/>
              </a:rPr>
              <a:t>tdgen_temporal.cli</a:t>
            </a:r>
            <a:r>
              <a:rPr sz="1000" dirty="0">
                <a:solidFill>
                  <a:srgbClr val="AAFFAA"/>
                </a:solidFill>
                <a:latin typeface="Calibri"/>
              </a:rPr>
              <a:t> advance --</a:t>
            </a:r>
            <a:r>
              <a:rPr sz="1000" dirty="0" err="1">
                <a:solidFill>
                  <a:srgbClr val="AAFFAA"/>
                </a:solidFill>
                <a:latin typeface="Calibri"/>
              </a:rPr>
              <a:t>db</a:t>
            </a:r>
            <a:r>
              <a:rPr sz="1000" dirty="0">
                <a:solidFill>
                  <a:srgbClr val="AAFFAA"/>
                </a:solidFill>
                <a:latin typeface="Calibri"/>
              </a:rPr>
              <a:t> output_30day/</a:t>
            </a:r>
            <a:r>
              <a:rPr sz="1000" dirty="0" err="1">
                <a:solidFill>
                  <a:srgbClr val="AAFFAA"/>
                </a:solidFill>
                <a:latin typeface="Calibri"/>
              </a:rPr>
              <a:t>state.db</a:t>
            </a:r>
            <a:r>
              <a:rPr sz="1000" dirty="0">
                <a:solidFill>
                  <a:srgbClr val="AAFFAA"/>
                </a:solidFill>
                <a:latin typeface="Calibri"/>
              </a:rPr>
              <a:t> --days 30 --output output_30day</a:t>
            </a:r>
          </a:p>
        </p:txBody>
      </p:sp>
      <p:sp>
        <p:nvSpPr>
          <p:cNvPr id="17" name="TextBox 16"/>
          <p:cNvSpPr txBox="1"/>
          <p:nvPr/>
        </p:nvSpPr>
        <p:spPr>
          <a:xfrm>
            <a:off x="1546923" y="2706625"/>
            <a:ext cx="10049256" cy="430887"/>
          </a:xfrm>
          <a:prstGeom prst="rect">
            <a:avLst/>
          </a:prstGeom>
          <a:noFill/>
        </p:spPr>
        <p:txBody>
          <a:bodyPr wrap="square">
            <a:spAutoFit/>
          </a:bodyPr>
          <a:lstStyle/>
          <a:p>
            <a:pPr algn="l"/>
            <a:r>
              <a:rPr sz="1100">
                <a:solidFill>
                  <a:srgbClr val="333333"/>
                </a:solidFill>
                <a:latin typeface="Calibri"/>
              </a:rPr>
              <a:t>Advance the simulation by N days from the current state. Writes delta files to
output_30day/deltas/YYYY-MM-DD/inserts/ and updates/ each day.  (~1,240 inserts/day, ~0.35s)</a:t>
            </a:r>
          </a:p>
        </p:txBody>
      </p:sp>
      <p:sp>
        <p:nvSpPr>
          <p:cNvPr id="18" name="Rectangle 17"/>
          <p:cNvSpPr/>
          <p:nvPr/>
        </p:nvSpPr>
        <p:spPr>
          <a:xfrm>
            <a:off x="504509" y="3877056"/>
            <a:ext cx="8820466" cy="113385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4508" y="3877056"/>
            <a:ext cx="54864" cy="1133856"/>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2524" y="3950208"/>
            <a:ext cx="822960" cy="292388"/>
          </a:xfrm>
          <a:prstGeom prst="rect">
            <a:avLst/>
          </a:prstGeom>
          <a:noFill/>
        </p:spPr>
        <p:txBody>
          <a:bodyPr wrap="square">
            <a:spAutoFit/>
          </a:bodyPr>
          <a:lstStyle/>
          <a:p>
            <a:pPr algn="l"/>
            <a:r>
              <a:rPr sz="1300" b="1">
                <a:solidFill>
                  <a:srgbClr val="E4002B"/>
                </a:solidFill>
                <a:latin typeface="Calibri"/>
              </a:rPr>
              <a:t>backfill</a:t>
            </a:r>
          </a:p>
        </p:txBody>
      </p:sp>
      <p:sp>
        <p:nvSpPr>
          <p:cNvPr id="21" name="Rectangle 20"/>
          <p:cNvSpPr/>
          <p:nvPr/>
        </p:nvSpPr>
        <p:spPr>
          <a:xfrm>
            <a:off x="632524" y="4348353"/>
            <a:ext cx="8513762" cy="2560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5676" y="4375786"/>
            <a:ext cx="8412035" cy="246221"/>
          </a:xfrm>
          <a:prstGeom prst="rect">
            <a:avLst/>
          </a:prstGeom>
          <a:noFill/>
        </p:spPr>
        <p:txBody>
          <a:bodyPr wrap="square">
            <a:spAutoFit/>
          </a:bodyPr>
          <a:lstStyle/>
          <a:p>
            <a:pPr algn="l"/>
            <a:r>
              <a:rPr sz="1000" dirty="0">
                <a:solidFill>
                  <a:srgbClr val="AAFFAA"/>
                </a:solidFill>
                <a:latin typeface="Calibri"/>
              </a:rPr>
              <a:t>python -m </a:t>
            </a:r>
            <a:r>
              <a:rPr sz="1000" dirty="0" err="1">
                <a:solidFill>
                  <a:srgbClr val="AAFFAA"/>
                </a:solidFill>
                <a:latin typeface="Calibri"/>
              </a:rPr>
              <a:t>tdgen_temporal.cli</a:t>
            </a:r>
            <a:r>
              <a:rPr sz="1000" dirty="0">
                <a:solidFill>
                  <a:srgbClr val="AAFFAA"/>
                </a:solidFill>
                <a:latin typeface="Calibri"/>
              </a:rPr>
              <a:t> backfill --from 2026-01-01 --to 2026-03-30 --</a:t>
            </a:r>
            <a:r>
              <a:rPr sz="1000" dirty="0" err="1">
                <a:solidFill>
                  <a:srgbClr val="AAFFAA"/>
                </a:solidFill>
                <a:latin typeface="Calibri"/>
              </a:rPr>
              <a:t>db</a:t>
            </a:r>
            <a:r>
              <a:rPr sz="1000" dirty="0">
                <a:solidFill>
                  <a:srgbClr val="AAFFAA"/>
                </a:solidFill>
                <a:latin typeface="Calibri"/>
              </a:rPr>
              <a:t> output_30day/</a:t>
            </a:r>
            <a:r>
              <a:rPr sz="1000" dirty="0" err="1">
                <a:solidFill>
                  <a:srgbClr val="AAFFAA"/>
                </a:solidFill>
                <a:latin typeface="Calibri"/>
              </a:rPr>
              <a:t>state.db</a:t>
            </a:r>
            <a:endParaRPr sz="1000" dirty="0">
              <a:solidFill>
                <a:srgbClr val="AAFFAA"/>
              </a:solidFill>
              <a:latin typeface="Calibri"/>
            </a:endParaRPr>
          </a:p>
        </p:txBody>
      </p:sp>
      <p:sp>
        <p:nvSpPr>
          <p:cNvPr id="23" name="TextBox 22"/>
          <p:cNvSpPr txBox="1"/>
          <p:nvPr/>
        </p:nvSpPr>
        <p:spPr>
          <a:xfrm>
            <a:off x="1546923" y="3931921"/>
            <a:ext cx="7599363" cy="430887"/>
          </a:xfrm>
          <a:prstGeom prst="rect">
            <a:avLst/>
          </a:prstGeom>
          <a:noFill/>
        </p:spPr>
        <p:txBody>
          <a:bodyPr wrap="square">
            <a:spAutoFit/>
          </a:bodyPr>
          <a:lstStyle/>
          <a:p>
            <a:pPr algn="l"/>
            <a:r>
              <a:rPr sz="1100" dirty="0">
                <a:solidFill>
                  <a:srgbClr val="333333"/>
                </a:solidFill>
                <a:latin typeface="Calibri"/>
              </a:rPr>
              <a:t>Generate a full date range of history in sequence. </a:t>
            </a:r>
            <a:br>
              <a:rPr lang="en-US" sz="1100" dirty="0">
                <a:solidFill>
                  <a:srgbClr val="333333"/>
                </a:solidFill>
                <a:latin typeface="Calibri"/>
              </a:rPr>
            </a:br>
            <a:r>
              <a:rPr sz="1100" dirty="0">
                <a:solidFill>
                  <a:srgbClr val="333333"/>
                </a:solidFill>
                <a:latin typeface="Calibri"/>
              </a:rPr>
              <a:t>Useful for creating a rich</a:t>
            </a:r>
            <a:r>
              <a:rPr lang="en-US" sz="1100" dirty="0">
                <a:solidFill>
                  <a:srgbClr val="333333"/>
                </a:solidFill>
                <a:latin typeface="Calibri"/>
              </a:rPr>
              <a:t> </a:t>
            </a:r>
            <a:r>
              <a:rPr sz="1100" dirty="0">
                <a:solidFill>
                  <a:srgbClr val="333333"/>
                </a:solidFill>
                <a:latin typeface="Calibri"/>
              </a:rPr>
              <a:t>historical dataset before handing off to QA teams.</a:t>
            </a:r>
          </a:p>
        </p:txBody>
      </p:sp>
      <p:sp>
        <p:nvSpPr>
          <p:cNvPr id="24" name="Rectangle 23"/>
          <p:cNvSpPr/>
          <p:nvPr/>
        </p:nvSpPr>
        <p:spPr>
          <a:xfrm>
            <a:off x="504509" y="5102352"/>
            <a:ext cx="8820466" cy="113385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4508" y="5102352"/>
            <a:ext cx="54864" cy="1133856"/>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2524" y="5175504"/>
            <a:ext cx="822960" cy="292388"/>
          </a:xfrm>
          <a:prstGeom prst="rect">
            <a:avLst/>
          </a:prstGeom>
          <a:noFill/>
        </p:spPr>
        <p:txBody>
          <a:bodyPr wrap="square">
            <a:spAutoFit/>
          </a:bodyPr>
          <a:lstStyle/>
          <a:p>
            <a:pPr algn="l"/>
            <a:r>
              <a:rPr sz="1300" b="1">
                <a:solidFill>
                  <a:srgbClr val="E4002B"/>
                </a:solidFill>
                <a:latin typeface="Calibri"/>
              </a:rPr>
              <a:t>status</a:t>
            </a:r>
          </a:p>
        </p:txBody>
      </p:sp>
      <p:sp>
        <p:nvSpPr>
          <p:cNvPr id="27" name="Rectangle 26"/>
          <p:cNvSpPr/>
          <p:nvPr/>
        </p:nvSpPr>
        <p:spPr>
          <a:xfrm>
            <a:off x="632524" y="5573649"/>
            <a:ext cx="8513762" cy="2560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05676" y="5601082"/>
            <a:ext cx="8412035" cy="246221"/>
          </a:xfrm>
          <a:prstGeom prst="rect">
            <a:avLst/>
          </a:prstGeom>
          <a:noFill/>
        </p:spPr>
        <p:txBody>
          <a:bodyPr wrap="square">
            <a:spAutoFit/>
          </a:bodyPr>
          <a:lstStyle/>
          <a:p>
            <a:pPr algn="l"/>
            <a:r>
              <a:rPr sz="1000" dirty="0">
                <a:solidFill>
                  <a:srgbClr val="AAFFAA"/>
                </a:solidFill>
                <a:latin typeface="Calibri"/>
              </a:rPr>
              <a:t>python -m </a:t>
            </a:r>
            <a:r>
              <a:rPr sz="1000" dirty="0" err="1">
                <a:solidFill>
                  <a:srgbClr val="AAFFAA"/>
                </a:solidFill>
                <a:latin typeface="Calibri"/>
              </a:rPr>
              <a:t>tdgen_temporal.cli</a:t>
            </a:r>
            <a:r>
              <a:rPr sz="1000" dirty="0">
                <a:solidFill>
                  <a:srgbClr val="AAFFAA"/>
                </a:solidFill>
                <a:latin typeface="Calibri"/>
              </a:rPr>
              <a:t> status --</a:t>
            </a:r>
            <a:r>
              <a:rPr sz="1000" dirty="0" err="1">
                <a:solidFill>
                  <a:srgbClr val="AAFFAA"/>
                </a:solidFill>
                <a:latin typeface="Calibri"/>
              </a:rPr>
              <a:t>db</a:t>
            </a:r>
            <a:r>
              <a:rPr sz="1000" dirty="0">
                <a:solidFill>
                  <a:srgbClr val="AAFFAA"/>
                </a:solidFill>
                <a:latin typeface="Calibri"/>
              </a:rPr>
              <a:t> output_30day/</a:t>
            </a:r>
            <a:r>
              <a:rPr sz="1000" dirty="0" err="1">
                <a:solidFill>
                  <a:srgbClr val="AAFFAA"/>
                </a:solidFill>
                <a:latin typeface="Calibri"/>
              </a:rPr>
              <a:t>state.db</a:t>
            </a:r>
            <a:endParaRPr sz="1000" dirty="0">
              <a:solidFill>
                <a:srgbClr val="AAFFAA"/>
              </a:solidFill>
              <a:latin typeface="Calibri"/>
            </a:endParaRPr>
          </a:p>
        </p:txBody>
      </p:sp>
      <p:sp>
        <p:nvSpPr>
          <p:cNvPr id="29" name="TextBox 28"/>
          <p:cNvSpPr txBox="1"/>
          <p:nvPr/>
        </p:nvSpPr>
        <p:spPr>
          <a:xfrm>
            <a:off x="1546923" y="5157217"/>
            <a:ext cx="10049256" cy="430887"/>
          </a:xfrm>
          <a:prstGeom prst="rect">
            <a:avLst/>
          </a:prstGeom>
          <a:noFill/>
        </p:spPr>
        <p:txBody>
          <a:bodyPr wrap="square">
            <a:spAutoFit/>
          </a:bodyPr>
          <a:lstStyle/>
          <a:p>
            <a:pPr algn="l"/>
            <a:r>
              <a:rPr sz="1100">
                <a:solidFill>
                  <a:srgbClr val="333333"/>
                </a:solidFill>
                <a:latin typeface="Calibri"/>
              </a:rPr>
              <a:t>Show current simulation date, total runs, and row counts for all entity tables.
No side effects — safe to run at any time.</a:t>
            </a:r>
          </a:p>
        </p:txBody>
      </p:sp>
      <p:sp>
        <p:nvSpPr>
          <p:cNvPr id="33" name="Rectangle 32">
            <a:extLst>
              <a:ext uri="{FF2B5EF4-FFF2-40B4-BE49-F238E27FC236}">
                <a16:creationId xmlns:a16="http://schemas.microsoft.com/office/drawing/2014/main" id="{0376E3E9-851A-DB28-524F-012024A02DCD}"/>
              </a:ext>
            </a:extLst>
          </p:cNvPr>
          <p:cNvSpPr/>
          <p:nvPr/>
        </p:nvSpPr>
        <p:spPr>
          <a:xfrm>
            <a:off x="504508" y="1261871"/>
            <a:ext cx="8820467" cy="45719"/>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3D7ED-B3BA-C6E7-E249-D7BC9AE2D3F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0B5DF7D-1930-AD90-E1C6-CABA35F3A1E5}"/>
              </a:ext>
            </a:extLst>
          </p:cNvPr>
          <p:cNvSpPr>
            <a:spLocks noGrp="1"/>
          </p:cNvSpPr>
          <p:nvPr>
            <p:ph type="title"/>
          </p:nvPr>
        </p:nvSpPr>
        <p:spPr/>
        <p:txBody>
          <a:bodyPr/>
          <a:lstStyle/>
          <a:p>
            <a:r>
              <a:rPr lang="en-US" dirty="0"/>
              <a:t>A 30-Day Advancing </a:t>
            </a:r>
            <a:br>
              <a:rPr lang="en-US" dirty="0"/>
            </a:br>
            <a:r>
              <a:rPr lang="en-US" dirty="0"/>
              <a:t>Demonstration</a:t>
            </a:r>
            <a:br>
              <a:rPr lang="en-US" dirty="0"/>
            </a:br>
            <a:endParaRPr lang="en-CA" dirty="0"/>
          </a:p>
        </p:txBody>
      </p:sp>
      <p:sp>
        <p:nvSpPr>
          <p:cNvPr id="9" name="Content Placeholder 8">
            <a:extLst>
              <a:ext uri="{FF2B5EF4-FFF2-40B4-BE49-F238E27FC236}">
                <a16:creationId xmlns:a16="http://schemas.microsoft.com/office/drawing/2014/main" id="{76D4B2DA-87CC-6111-3D6B-B1556297DAED}"/>
              </a:ext>
            </a:extLst>
          </p:cNvPr>
          <p:cNvSpPr>
            <a:spLocks noGrp="1"/>
          </p:cNvSpPr>
          <p:nvPr>
            <p:ph sz="quarter" idx="17"/>
          </p:nvPr>
        </p:nvSpPr>
        <p:spPr>
          <a:xfrm>
            <a:off x="766764" y="1527176"/>
            <a:ext cx="3418982" cy="4565650"/>
          </a:xfrm>
        </p:spPr>
        <p:txBody>
          <a:bodyPr/>
          <a:lstStyle/>
          <a:p>
            <a:endParaRPr lang="en-US" dirty="0"/>
          </a:p>
          <a:p>
            <a:r>
              <a:rPr lang="en-US" b="1" dirty="0" err="1"/>
              <a:t>init</a:t>
            </a:r>
            <a:endParaRPr lang="en-US" b="1" dirty="0"/>
          </a:p>
          <a:p>
            <a:r>
              <a:rPr lang="en-US" dirty="0"/>
              <a:t>Creates the database from scratch, seeds all reference tables and the Day 0 population (accounts, customers, cards, merchants, etc.)</a:t>
            </a:r>
            <a:endParaRPr lang="en-CA" dirty="0"/>
          </a:p>
        </p:txBody>
      </p:sp>
      <p:sp>
        <p:nvSpPr>
          <p:cNvPr id="3" name="Slide Number Placeholder 2">
            <a:extLst>
              <a:ext uri="{FF2B5EF4-FFF2-40B4-BE49-F238E27FC236}">
                <a16:creationId xmlns:a16="http://schemas.microsoft.com/office/drawing/2014/main" id="{C75A4D18-72CF-BCFF-2A65-B5CF0869C8EE}"/>
              </a:ext>
            </a:extLst>
          </p:cNvPr>
          <p:cNvSpPr>
            <a:spLocks noGrp="1"/>
          </p:cNvSpPr>
          <p:nvPr>
            <p:ph type="sldNum" sz="quarter" idx="10"/>
          </p:nvPr>
        </p:nvSpPr>
        <p:spPr/>
        <p:txBody>
          <a:bodyPr/>
          <a:lstStyle/>
          <a:p>
            <a:fld id="{525A3C56-E491-49B2-93F3-63532DF516BC}" type="slidenum">
              <a:rPr lang="en-US" noProof="0" smtClean="0"/>
              <a:pPr/>
              <a:t>14</a:t>
            </a:fld>
            <a:endParaRPr lang="en-US" noProof="0"/>
          </a:p>
        </p:txBody>
      </p:sp>
      <p:sp>
        <p:nvSpPr>
          <p:cNvPr id="4" name="TextBox 3">
            <a:extLst>
              <a:ext uri="{FF2B5EF4-FFF2-40B4-BE49-F238E27FC236}">
                <a16:creationId xmlns:a16="http://schemas.microsoft.com/office/drawing/2014/main" id="{24C29254-8BAB-A2CF-BF65-DD0AB2030A79}"/>
              </a:ext>
            </a:extLst>
          </p:cNvPr>
          <p:cNvSpPr txBox="1"/>
          <p:nvPr/>
        </p:nvSpPr>
        <p:spPr>
          <a:xfrm>
            <a:off x="4460657" y="686693"/>
            <a:ext cx="7620000" cy="5202706"/>
          </a:xfrm>
          <a:prstGeom prst="rect">
            <a:avLst/>
          </a:prstGeom>
          <a:noFill/>
        </p:spPr>
        <p:txBody>
          <a:bodyPr wrap="square">
            <a:spAutoFit/>
          </a:bodyPr>
          <a:lstStyle/>
          <a:p>
            <a:pPr marL="0" marR="0">
              <a:lnSpc>
                <a:spcPct val="107000"/>
              </a:lnSpc>
              <a:spcAft>
                <a:spcPts val="800"/>
              </a:spcAft>
              <a:buNone/>
            </a:pP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a:t>
            </a:r>
            <a:r>
              <a:rPr lang="en-CA" sz="1400" dirty="0" err="1">
                <a:effectLst/>
                <a:latin typeface="Cascadia Code" panose="020B0609020000020004" pitchFamily="49" charset="0"/>
                <a:ea typeface="Cascadia Code" panose="020B0609020000020004" pitchFamily="49" charset="0"/>
                <a:cs typeface="Cascadia Code" panose="020B0609020000020004" pitchFamily="49" charset="0"/>
              </a:rPr>
              <a:t>venv</a:t>
            </a: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 PS C:\Users\fred.ferguson\projects\tdgen-temporal&gt; </a:t>
            </a:r>
            <a:r>
              <a:rPr lang="en-CA" sz="1400" dirty="0">
                <a:effectLst/>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python -m </a:t>
            </a:r>
            <a:r>
              <a:rPr lang="en-CA" sz="1400" dirty="0" err="1">
                <a:effectLst/>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tdgen_temporal.cli</a:t>
            </a:r>
            <a:r>
              <a:rPr lang="en-CA" sz="1400" dirty="0">
                <a:effectLst/>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 </a:t>
            </a:r>
            <a:r>
              <a:rPr lang="en-CA" sz="1400" dirty="0" err="1">
                <a:effectLst/>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init</a:t>
            </a:r>
            <a:r>
              <a:rPr lang="en-CA" sz="1400" dirty="0">
                <a:effectLst/>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 --</a:t>
            </a:r>
            <a:r>
              <a:rPr lang="en-CA" sz="1400" dirty="0" err="1">
                <a:effectLst/>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db</a:t>
            </a:r>
            <a:r>
              <a:rPr lang="en-CA" sz="1400" dirty="0">
                <a:effectLst/>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 output_30day/</a:t>
            </a:r>
            <a:r>
              <a:rPr lang="en-CA" sz="1400" dirty="0" err="1">
                <a:effectLst/>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state.db</a:t>
            </a:r>
            <a:r>
              <a:rPr lang="en-CA" sz="1400" dirty="0">
                <a:effectLst/>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 --date 2026-03-31.</a:t>
            </a:r>
            <a:endParaRPr lang="en-CA" sz="1400" dirty="0">
              <a:effectLst/>
              <a:latin typeface="Cascadia Code" panose="020B0609020000020004" pitchFamily="49" charset="0"/>
              <a:ea typeface="Cascadia Code" panose="020B0609020000020004" pitchFamily="49" charset="0"/>
              <a:cs typeface="Cascadia Code" panose="020B0609020000020004" pitchFamily="49" charset="0"/>
            </a:endParaRPr>
          </a:p>
          <a:p>
            <a:pPr marL="0" marR="0">
              <a:lnSpc>
                <a:spcPct val="107000"/>
              </a:lnSpc>
              <a:spcAft>
                <a:spcPts val="800"/>
              </a:spcAft>
              <a:buNone/>
            </a:pP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a:t>
            </a:r>
            <a:r>
              <a:rPr lang="en-CA" sz="1400" dirty="0" err="1">
                <a:effectLst/>
                <a:latin typeface="Cascadia Code" panose="020B0609020000020004" pitchFamily="49" charset="0"/>
                <a:ea typeface="Cascadia Code" panose="020B0609020000020004" pitchFamily="49" charset="0"/>
                <a:cs typeface="Cascadia Code" panose="020B0609020000020004" pitchFamily="49" charset="0"/>
              </a:rPr>
              <a:t>init</a:t>
            </a: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 Removing existing database output_30day\</a:t>
            </a:r>
            <a:r>
              <a:rPr lang="en-CA" sz="1400" dirty="0" err="1">
                <a:effectLst/>
                <a:latin typeface="Cascadia Code" panose="020B0609020000020004" pitchFamily="49" charset="0"/>
                <a:ea typeface="Cascadia Code" panose="020B0609020000020004" pitchFamily="49" charset="0"/>
                <a:cs typeface="Cascadia Code" panose="020B0609020000020004" pitchFamily="49" charset="0"/>
              </a:rPr>
              <a:t>state.db</a:t>
            </a: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a:t>
            </a:r>
          </a:p>
          <a:p>
            <a:pPr marL="0" marR="0">
              <a:lnSpc>
                <a:spcPct val="107000"/>
              </a:lnSpc>
              <a:spcAft>
                <a:spcPts val="800"/>
              </a:spcAft>
              <a:buNone/>
            </a:pP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a:t>
            </a:r>
            <a:r>
              <a:rPr lang="en-CA" sz="1400" dirty="0" err="1">
                <a:effectLst/>
                <a:latin typeface="Cascadia Code" panose="020B0609020000020004" pitchFamily="49" charset="0"/>
                <a:ea typeface="Cascadia Code" panose="020B0609020000020004" pitchFamily="49" charset="0"/>
                <a:cs typeface="Cascadia Code" panose="020B0609020000020004" pitchFamily="49" charset="0"/>
              </a:rPr>
              <a:t>init</a:t>
            </a: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 Creating tables in output_30day\</a:t>
            </a:r>
            <a:r>
              <a:rPr lang="en-CA" sz="1400" dirty="0" err="1">
                <a:effectLst/>
                <a:latin typeface="Cascadia Code" panose="020B0609020000020004" pitchFamily="49" charset="0"/>
                <a:ea typeface="Cascadia Code" panose="020B0609020000020004" pitchFamily="49" charset="0"/>
                <a:cs typeface="Cascadia Code" panose="020B0609020000020004" pitchFamily="49" charset="0"/>
              </a:rPr>
              <a:t>state.db</a:t>
            </a: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a:t>
            </a:r>
          </a:p>
          <a:p>
            <a:pPr marL="0" marR="0">
              <a:lnSpc>
                <a:spcPct val="107000"/>
              </a:lnSpc>
              <a:spcAft>
                <a:spcPts val="800"/>
              </a:spcAft>
              <a:buNone/>
            </a:pP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a:t>
            </a:r>
            <a:r>
              <a:rPr lang="en-CA" sz="1400" dirty="0" err="1">
                <a:effectLst/>
                <a:latin typeface="Cascadia Code" panose="020B0609020000020004" pitchFamily="49" charset="0"/>
                <a:ea typeface="Cascadia Code" panose="020B0609020000020004" pitchFamily="49" charset="0"/>
                <a:cs typeface="Cascadia Code" panose="020B0609020000020004" pitchFamily="49" charset="0"/>
              </a:rPr>
              <a:t>init</a:t>
            </a: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 Seeding reference tables...</a:t>
            </a:r>
          </a:p>
          <a:p>
            <a:pPr marL="0" marR="0">
              <a:lnSpc>
                <a:spcPct val="107000"/>
              </a:lnSpc>
              <a:spcAft>
                <a:spcPts val="800"/>
              </a:spcAft>
              <a:buNone/>
            </a:pP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a:t>
            </a:r>
            <a:r>
              <a:rPr lang="en-CA" sz="1400" dirty="0" err="1">
                <a:effectLst/>
                <a:latin typeface="Cascadia Code" panose="020B0609020000020004" pitchFamily="49" charset="0"/>
                <a:ea typeface="Cascadia Code" panose="020B0609020000020004" pitchFamily="49" charset="0"/>
                <a:cs typeface="Cascadia Code" panose="020B0609020000020004" pitchFamily="49" charset="0"/>
              </a:rPr>
              <a:t>init</a:t>
            </a: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 Seeding 3 clients...</a:t>
            </a:r>
          </a:p>
          <a:p>
            <a:pPr marL="0" marR="0">
              <a:lnSpc>
                <a:spcPct val="107000"/>
              </a:lnSpc>
              <a:spcAft>
                <a:spcPts val="800"/>
              </a:spcAft>
              <a:buNone/>
            </a:pP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a:t>
            </a:r>
            <a:r>
              <a:rPr lang="en-CA" sz="1400" dirty="0" err="1">
                <a:effectLst/>
                <a:latin typeface="Cascadia Code" panose="020B0609020000020004" pitchFamily="49" charset="0"/>
                <a:ea typeface="Cascadia Code" panose="020B0609020000020004" pitchFamily="49" charset="0"/>
                <a:cs typeface="Cascadia Code" panose="020B0609020000020004" pitchFamily="49" charset="0"/>
              </a:rPr>
              <a:t>init</a:t>
            </a: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 Seeding 10 providers...</a:t>
            </a:r>
          </a:p>
          <a:p>
            <a:pPr marL="0" marR="0">
              <a:lnSpc>
                <a:spcPct val="107000"/>
              </a:lnSpc>
              <a:spcAft>
                <a:spcPts val="800"/>
              </a:spcAft>
              <a:buNone/>
            </a:pP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a:t>
            </a:r>
            <a:r>
              <a:rPr lang="en-CA" sz="1400" dirty="0" err="1">
                <a:effectLst/>
                <a:latin typeface="Cascadia Code" panose="020B0609020000020004" pitchFamily="49" charset="0"/>
                <a:ea typeface="Cascadia Code" panose="020B0609020000020004" pitchFamily="49" charset="0"/>
                <a:cs typeface="Cascadia Code" panose="020B0609020000020004" pitchFamily="49" charset="0"/>
              </a:rPr>
              <a:t>init</a:t>
            </a: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 Seeding 20 products...</a:t>
            </a:r>
          </a:p>
          <a:p>
            <a:pPr marL="0" marR="0">
              <a:lnSpc>
                <a:spcPct val="107000"/>
              </a:lnSpc>
              <a:spcAft>
                <a:spcPts val="800"/>
              </a:spcAft>
              <a:buNone/>
            </a:pP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a:t>
            </a:r>
            <a:r>
              <a:rPr lang="en-CA" sz="1400" dirty="0" err="1">
                <a:effectLst/>
                <a:latin typeface="Cascadia Code" panose="020B0609020000020004" pitchFamily="49" charset="0"/>
                <a:ea typeface="Cascadia Code" panose="020B0609020000020004" pitchFamily="49" charset="0"/>
                <a:cs typeface="Cascadia Code" panose="020B0609020000020004" pitchFamily="49" charset="0"/>
              </a:rPr>
              <a:t>init</a:t>
            </a: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 Seeding 200 merchants...</a:t>
            </a:r>
          </a:p>
          <a:p>
            <a:pPr marL="0" marR="0">
              <a:lnSpc>
                <a:spcPct val="107000"/>
              </a:lnSpc>
              <a:spcAft>
                <a:spcPts val="800"/>
              </a:spcAft>
              <a:buNone/>
            </a:pP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a:t>
            </a:r>
            <a:r>
              <a:rPr lang="en-CA" sz="1400" dirty="0" err="1">
                <a:effectLst/>
                <a:latin typeface="Cascadia Code" panose="020B0609020000020004" pitchFamily="49" charset="0"/>
                <a:ea typeface="Cascadia Code" panose="020B0609020000020004" pitchFamily="49" charset="0"/>
                <a:cs typeface="Cascadia Code" panose="020B0609020000020004" pitchFamily="49" charset="0"/>
              </a:rPr>
              <a:t>init</a:t>
            </a: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 Seeding 500 accounts (+ customers + cards)...</a:t>
            </a:r>
          </a:p>
          <a:p>
            <a:pPr marL="0" marR="0">
              <a:lnSpc>
                <a:spcPct val="107000"/>
              </a:lnSpc>
              <a:spcAft>
                <a:spcPts val="800"/>
              </a:spcAft>
              <a:buNone/>
            </a:pP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a:t>
            </a:r>
            <a:r>
              <a:rPr lang="en-CA" sz="1400" dirty="0" err="1">
                <a:effectLst/>
                <a:latin typeface="Cascadia Code" panose="020B0609020000020004" pitchFamily="49" charset="0"/>
                <a:ea typeface="Cascadia Code" panose="020B0609020000020004" pitchFamily="49" charset="0"/>
                <a:cs typeface="Cascadia Code" panose="020B0609020000020004" pitchFamily="49" charset="0"/>
              </a:rPr>
              <a:t>init</a:t>
            </a: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 Done in 0.4s</a:t>
            </a:r>
          </a:p>
          <a:p>
            <a:pPr marL="0" marR="0">
              <a:lnSpc>
                <a:spcPct val="107000"/>
              </a:lnSpc>
              <a:spcAft>
                <a:spcPts val="800"/>
              </a:spcAft>
              <a:buNone/>
            </a:pP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  Accounts : 500</a:t>
            </a:r>
          </a:p>
          <a:p>
            <a:pPr marL="0" marR="0">
              <a:lnSpc>
                <a:spcPct val="107000"/>
              </a:lnSpc>
              <a:spcAft>
                <a:spcPts val="800"/>
              </a:spcAft>
              <a:buNone/>
            </a:pP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  Customers: 500</a:t>
            </a:r>
          </a:p>
          <a:p>
            <a:pPr marL="0" marR="0">
              <a:lnSpc>
                <a:spcPct val="107000"/>
              </a:lnSpc>
              <a:spcAft>
                <a:spcPts val="800"/>
              </a:spcAft>
              <a:buNone/>
            </a:pP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  Cards    : 500</a:t>
            </a:r>
          </a:p>
          <a:p>
            <a:pPr marL="0" marR="0">
              <a:lnSpc>
                <a:spcPct val="107000"/>
              </a:lnSpc>
              <a:spcAft>
                <a:spcPts val="800"/>
              </a:spcAft>
              <a:buNone/>
            </a:pP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  Merchants: 200</a:t>
            </a:r>
          </a:p>
          <a:p>
            <a:pPr marL="0" marR="0">
              <a:lnSpc>
                <a:spcPct val="107000"/>
              </a:lnSpc>
              <a:spcAft>
                <a:spcPts val="800"/>
              </a:spcAft>
              <a:buNone/>
            </a:pPr>
            <a:r>
              <a:rPr lang="en-CA" sz="1400" dirty="0">
                <a:effectLst/>
                <a:latin typeface="Cascadia Code" panose="020B0609020000020004" pitchFamily="49" charset="0"/>
                <a:ea typeface="Cascadia Code" panose="020B0609020000020004" pitchFamily="49" charset="0"/>
                <a:cs typeface="Cascadia Code" panose="020B0609020000020004" pitchFamily="49" charset="0"/>
              </a:rPr>
              <a:t>  DB       : output_30day\</a:t>
            </a:r>
            <a:r>
              <a:rPr lang="en-CA" sz="1400" dirty="0" err="1">
                <a:effectLst/>
                <a:latin typeface="Cascadia Code" panose="020B0609020000020004" pitchFamily="49" charset="0"/>
                <a:ea typeface="Cascadia Code" panose="020B0609020000020004" pitchFamily="49" charset="0"/>
                <a:cs typeface="Cascadia Code" panose="020B0609020000020004" pitchFamily="49" charset="0"/>
              </a:rPr>
              <a:t>state.db</a:t>
            </a:r>
            <a:endParaRPr lang="en-CA" sz="1400" dirty="0">
              <a:effectLst/>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60294258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A44CA-C87F-1066-1CE7-B446BC134C1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0C13F28-D1F4-D11E-0F14-5AE90F7D842E}"/>
              </a:ext>
            </a:extLst>
          </p:cNvPr>
          <p:cNvSpPr>
            <a:spLocks noGrp="1"/>
          </p:cNvSpPr>
          <p:nvPr>
            <p:ph type="title"/>
          </p:nvPr>
        </p:nvSpPr>
        <p:spPr/>
        <p:txBody>
          <a:bodyPr/>
          <a:lstStyle/>
          <a:p>
            <a:r>
              <a:rPr lang="en-US" dirty="0"/>
              <a:t>A 30-Day Advancing </a:t>
            </a:r>
            <a:br>
              <a:rPr lang="en-US" dirty="0"/>
            </a:br>
            <a:r>
              <a:rPr lang="en-US" dirty="0"/>
              <a:t>Demonstration</a:t>
            </a:r>
            <a:br>
              <a:rPr lang="en-US" dirty="0"/>
            </a:br>
            <a:endParaRPr lang="en-CA" dirty="0"/>
          </a:p>
        </p:txBody>
      </p:sp>
      <p:sp>
        <p:nvSpPr>
          <p:cNvPr id="9" name="Content Placeholder 8">
            <a:extLst>
              <a:ext uri="{FF2B5EF4-FFF2-40B4-BE49-F238E27FC236}">
                <a16:creationId xmlns:a16="http://schemas.microsoft.com/office/drawing/2014/main" id="{1C1D610C-D080-FD0A-19AE-38A4C9013EAC}"/>
              </a:ext>
            </a:extLst>
          </p:cNvPr>
          <p:cNvSpPr>
            <a:spLocks noGrp="1"/>
          </p:cNvSpPr>
          <p:nvPr>
            <p:ph sz="quarter" idx="17"/>
          </p:nvPr>
        </p:nvSpPr>
        <p:spPr>
          <a:xfrm>
            <a:off x="766764" y="1527176"/>
            <a:ext cx="3418982" cy="4565650"/>
          </a:xfrm>
        </p:spPr>
        <p:txBody>
          <a:bodyPr/>
          <a:lstStyle/>
          <a:p>
            <a:endParaRPr lang="en-US" dirty="0"/>
          </a:p>
          <a:p>
            <a:r>
              <a:rPr lang="en-US" b="1" dirty="0"/>
              <a:t>advance</a:t>
            </a:r>
          </a:p>
          <a:p>
            <a:r>
              <a:rPr lang="en-US" dirty="0"/>
              <a:t>Moves the simulation forward N days from wherever the DB left off — generates daily transactions, statements, state changes, and writes output files</a:t>
            </a:r>
            <a:endParaRPr lang="en-CA" dirty="0"/>
          </a:p>
        </p:txBody>
      </p:sp>
      <p:sp>
        <p:nvSpPr>
          <p:cNvPr id="3" name="Slide Number Placeholder 2">
            <a:extLst>
              <a:ext uri="{FF2B5EF4-FFF2-40B4-BE49-F238E27FC236}">
                <a16:creationId xmlns:a16="http://schemas.microsoft.com/office/drawing/2014/main" id="{4319A756-6D54-9C4D-E1C7-A501D08B12C2}"/>
              </a:ext>
            </a:extLst>
          </p:cNvPr>
          <p:cNvSpPr>
            <a:spLocks noGrp="1"/>
          </p:cNvSpPr>
          <p:nvPr>
            <p:ph type="sldNum" sz="quarter" idx="10"/>
          </p:nvPr>
        </p:nvSpPr>
        <p:spPr/>
        <p:txBody>
          <a:bodyPr/>
          <a:lstStyle/>
          <a:p>
            <a:fld id="{525A3C56-E491-49B2-93F3-63532DF516BC}" type="slidenum">
              <a:rPr lang="en-US" noProof="0" smtClean="0"/>
              <a:pPr/>
              <a:t>15</a:t>
            </a:fld>
            <a:endParaRPr lang="en-US" noProof="0"/>
          </a:p>
        </p:txBody>
      </p:sp>
      <p:sp>
        <p:nvSpPr>
          <p:cNvPr id="2" name="TextBox 1">
            <a:extLst>
              <a:ext uri="{FF2B5EF4-FFF2-40B4-BE49-F238E27FC236}">
                <a16:creationId xmlns:a16="http://schemas.microsoft.com/office/drawing/2014/main" id="{D6EE5768-28EE-5FF0-324D-6BFAA9E01776}"/>
              </a:ext>
            </a:extLst>
          </p:cNvPr>
          <p:cNvSpPr txBox="1"/>
          <p:nvPr/>
        </p:nvSpPr>
        <p:spPr>
          <a:xfrm>
            <a:off x="4460657" y="686693"/>
            <a:ext cx="7670909" cy="3108543"/>
          </a:xfrm>
          <a:prstGeom prst="rect">
            <a:avLst/>
          </a:prstGeom>
          <a:noFill/>
        </p:spPr>
        <p:txBody>
          <a:bodyPr wrap="square">
            <a:spAutoFit/>
          </a:bodyPr>
          <a:lstStyle/>
          <a:p>
            <a:r>
              <a:rPr lang="en-CA" sz="1400" dirty="0">
                <a:latin typeface="Cascadia Code" panose="020B0609020000020004" pitchFamily="49" charset="0"/>
                <a:ea typeface="Cascadia Code" panose="020B0609020000020004" pitchFamily="49" charset="0"/>
                <a:cs typeface="Cascadia Code" panose="020B0609020000020004" pitchFamily="49" charset="0"/>
              </a:rPr>
              <a:t>(.</a:t>
            </a:r>
            <a:r>
              <a:rPr lang="en-CA" sz="1400" dirty="0" err="1">
                <a:latin typeface="Cascadia Code" panose="020B0609020000020004" pitchFamily="49" charset="0"/>
                <a:ea typeface="Cascadia Code" panose="020B0609020000020004" pitchFamily="49" charset="0"/>
                <a:cs typeface="Cascadia Code" panose="020B0609020000020004" pitchFamily="49" charset="0"/>
              </a:rPr>
              <a:t>venv</a:t>
            </a:r>
            <a:r>
              <a:rPr lang="en-CA" sz="1400" dirty="0">
                <a:latin typeface="Cascadia Code" panose="020B0609020000020004" pitchFamily="49" charset="0"/>
                <a:ea typeface="Cascadia Code" panose="020B0609020000020004" pitchFamily="49" charset="0"/>
                <a:cs typeface="Cascadia Code" panose="020B0609020000020004" pitchFamily="49" charset="0"/>
              </a:rPr>
              <a:t>) PS C:\Users\fred.ferguson\projects\tdgen-temporal</a:t>
            </a:r>
            <a:r>
              <a:rPr lang="en-CA" sz="1400" dirty="0">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&gt; python -m </a:t>
            </a:r>
            <a:r>
              <a:rPr lang="en-CA" sz="1400" dirty="0" err="1">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tdgen_temporal.cli</a:t>
            </a:r>
            <a:r>
              <a:rPr lang="en-CA" sz="1400" dirty="0">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 advance --</a:t>
            </a:r>
            <a:r>
              <a:rPr lang="en-CA" sz="1400" dirty="0" err="1">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db</a:t>
            </a:r>
            <a:r>
              <a:rPr lang="en-CA" sz="1400" dirty="0">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 output_30day/</a:t>
            </a:r>
            <a:r>
              <a:rPr lang="en-CA" sz="1400" dirty="0" err="1">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state.db</a:t>
            </a:r>
            <a:r>
              <a:rPr lang="en-CA" sz="1400" dirty="0">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 --days 30 --output output_30day</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&gt;&gt; </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2026-04-01  |  1,752 inserts  (  574 </a:t>
            </a:r>
            <a:r>
              <a:rPr lang="en-CA" sz="1400" dirty="0" err="1">
                <a:latin typeface="Cascadia Code" panose="020B0609020000020004" pitchFamily="49" charset="0"/>
                <a:ea typeface="Cascadia Code" panose="020B0609020000020004" pitchFamily="49" charset="0"/>
                <a:cs typeface="Cascadia Code" panose="020B0609020000020004" pitchFamily="49" charset="0"/>
              </a:rPr>
              <a:t>txns</a:t>
            </a:r>
            <a:r>
              <a:rPr lang="en-CA" sz="1400" dirty="0">
                <a:latin typeface="Cascadia Code" panose="020B0609020000020004" pitchFamily="49" charset="0"/>
                <a:ea typeface="Cascadia Code" panose="020B0609020000020004" pitchFamily="49" charset="0"/>
                <a:cs typeface="Cascadia Code" panose="020B0609020000020004" pitchFamily="49" charset="0"/>
              </a:rPr>
              <a:t>)  |    961 updates  |  0.4s</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2026-04-02  |  1,205 inserts  (  569 </a:t>
            </a:r>
            <a:r>
              <a:rPr lang="en-CA" sz="1400" dirty="0" err="1">
                <a:latin typeface="Cascadia Code" panose="020B0609020000020004" pitchFamily="49" charset="0"/>
                <a:ea typeface="Cascadia Code" panose="020B0609020000020004" pitchFamily="49" charset="0"/>
                <a:cs typeface="Cascadia Code" panose="020B0609020000020004" pitchFamily="49" charset="0"/>
              </a:rPr>
              <a:t>txns</a:t>
            </a:r>
            <a:r>
              <a:rPr lang="en-CA" sz="1400" dirty="0">
                <a:latin typeface="Cascadia Code" panose="020B0609020000020004" pitchFamily="49" charset="0"/>
                <a:ea typeface="Cascadia Code" panose="020B0609020000020004" pitchFamily="49" charset="0"/>
                <a:cs typeface="Cascadia Code" panose="020B0609020000020004" pitchFamily="49" charset="0"/>
              </a:rPr>
              <a:t>)  |    989 updates  |  0.3s</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2026-04-03  |  1,208 inserts  (  565 </a:t>
            </a:r>
            <a:r>
              <a:rPr lang="en-CA" sz="1400" dirty="0" err="1">
                <a:latin typeface="Cascadia Code" panose="020B0609020000020004" pitchFamily="49" charset="0"/>
                <a:ea typeface="Cascadia Code" panose="020B0609020000020004" pitchFamily="49" charset="0"/>
                <a:cs typeface="Cascadia Code" panose="020B0609020000020004" pitchFamily="49" charset="0"/>
              </a:rPr>
              <a:t>txns</a:t>
            </a:r>
            <a:r>
              <a:rPr lang="en-CA" sz="1400" dirty="0">
                <a:latin typeface="Cascadia Code" panose="020B0609020000020004" pitchFamily="49" charset="0"/>
                <a:ea typeface="Cascadia Code" panose="020B0609020000020004" pitchFamily="49" charset="0"/>
                <a:cs typeface="Cascadia Code" panose="020B0609020000020004" pitchFamily="49" charset="0"/>
              </a:rPr>
              <a:t>)  |    988 updates  |  0.4s</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2026-04-04  |  1,215 inserts  (  568 </a:t>
            </a:r>
            <a:r>
              <a:rPr lang="en-CA" sz="1400" dirty="0" err="1">
                <a:latin typeface="Cascadia Code" panose="020B0609020000020004" pitchFamily="49" charset="0"/>
                <a:ea typeface="Cascadia Code" panose="020B0609020000020004" pitchFamily="49" charset="0"/>
                <a:cs typeface="Cascadia Code" panose="020B0609020000020004" pitchFamily="49" charset="0"/>
              </a:rPr>
              <a:t>txns</a:t>
            </a:r>
            <a:r>
              <a:rPr lang="en-CA" sz="1400" dirty="0">
                <a:latin typeface="Cascadia Code" panose="020B0609020000020004" pitchFamily="49" charset="0"/>
                <a:ea typeface="Cascadia Code" panose="020B0609020000020004" pitchFamily="49" charset="0"/>
                <a:cs typeface="Cascadia Code" panose="020B0609020000020004" pitchFamily="49" charset="0"/>
              </a:rPr>
              <a:t>)  |    991 updates  |  0.3s</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2026-04-05  |  1,190 inserts  (  562 </a:t>
            </a:r>
            <a:r>
              <a:rPr lang="en-CA" sz="1400" dirty="0" err="1">
                <a:latin typeface="Cascadia Code" panose="020B0609020000020004" pitchFamily="49" charset="0"/>
                <a:ea typeface="Cascadia Code" panose="020B0609020000020004" pitchFamily="49" charset="0"/>
                <a:cs typeface="Cascadia Code" panose="020B0609020000020004" pitchFamily="49" charset="0"/>
              </a:rPr>
              <a:t>txns</a:t>
            </a:r>
            <a:r>
              <a:rPr lang="en-CA" sz="1400" dirty="0">
                <a:latin typeface="Cascadia Code" panose="020B0609020000020004" pitchFamily="49" charset="0"/>
                <a:ea typeface="Cascadia Code" panose="020B0609020000020004" pitchFamily="49" charset="0"/>
                <a:cs typeface="Cascadia Code" panose="020B0609020000020004" pitchFamily="49" charset="0"/>
              </a:rPr>
              <a:t>)  |    988 updates  |  0.3s</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2026-04-06  |  1,256 inserts  (  595 </a:t>
            </a:r>
            <a:r>
              <a:rPr lang="en-CA" sz="1400" dirty="0" err="1">
                <a:latin typeface="Cascadia Code" panose="020B0609020000020004" pitchFamily="49" charset="0"/>
                <a:ea typeface="Cascadia Code" panose="020B0609020000020004" pitchFamily="49" charset="0"/>
                <a:cs typeface="Cascadia Code" panose="020B0609020000020004" pitchFamily="49" charset="0"/>
              </a:rPr>
              <a:t>txns</a:t>
            </a:r>
            <a:r>
              <a:rPr lang="en-CA" sz="1400" dirty="0">
                <a:latin typeface="Cascadia Code" panose="020B0609020000020004" pitchFamily="49" charset="0"/>
                <a:ea typeface="Cascadia Code" panose="020B0609020000020004" pitchFamily="49" charset="0"/>
                <a:cs typeface="Cascadia Code" panose="020B0609020000020004" pitchFamily="49" charset="0"/>
              </a:rPr>
              <a:t>)  |    986 updates  |  0.3s</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2026-04-07  |  1,228 inserts  (  584 </a:t>
            </a:r>
            <a:r>
              <a:rPr lang="en-CA" sz="1400" dirty="0" err="1">
                <a:latin typeface="Cascadia Code" panose="020B0609020000020004" pitchFamily="49" charset="0"/>
                <a:ea typeface="Cascadia Code" panose="020B0609020000020004" pitchFamily="49" charset="0"/>
                <a:cs typeface="Cascadia Code" panose="020B0609020000020004" pitchFamily="49" charset="0"/>
              </a:rPr>
              <a:t>txns</a:t>
            </a:r>
            <a:r>
              <a:rPr lang="en-CA" sz="1400" dirty="0">
                <a:latin typeface="Cascadia Code" panose="020B0609020000020004" pitchFamily="49" charset="0"/>
                <a:ea typeface="Cascadia Code" panose="020B0609020000020004" pitchFamily="49" charset="0"/>
                <a:cs typeface="Cascadia Code" panose="020B0609020000020004" pitchFamily="49" charset="0"/>
              </a:rPr>
              <a:t>)  |    986 updates  |  0.3s</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2026-04-29  |  1,289 inserts  (  621 </a:t>
            </a:r>
            <a:r>
              <a:rPr lang="en-CA" sz="1400" dirty="0" err="1">
                <a:latin typeface="Cascadia Code" panose="020B0609020000020004" pitchFamily="49" charset="0"/>
                <a:ea typeface="Cascadia Code" panose="020B0609020000020004" pitchFamily="49" charset="0"/>
                <a:cs typeface="Cascadia Code" panose="020B0609020000020004" pitchFamily="49" charset="0"/>
              </a:rPr>
              <a:t>txns</a:t>
            </a:r>
            <a:r>
              <a:rPr lang="en-CA" sz="1400" dirty="0">
                <a:latin typeface="Cascadia Code" panose="020B0609020000020004" pitchFamily="49" charset="0"/>
                <a:ea typeface="Cascadia Code" panose="020B0609020000020004" pitchFamily="49" charset="0"/>
                <a:cs typeface="Cascadia Code" panose="020B0609020000020004" pitchFamily="49" charset="0"/>
              </a:rPr>
              <a:t>)  |    995 updates  |  0.5s</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2026-04-30  |  1,191 inserts  (  568 </a:t>
            </a:r>
            <a:r>
              <a:rPr lang="en-CA" sz="1400" dirty="0" err="1">
                <a:latin typeface="Cascadia Code" panose="020B0609020000020004" pitchFamily="49" charset="0"/>
                <a:ea typeface="Cascadia Code" panose="020B0609020000020004" pitchFamily="49" charset="0"/>
                <a:cs typeface="Cascadia Code" panose="020B0609020000020004" pitchFamily="49" charset="0"/>
              </a:rPr>
              <a:t>txns</a:t>
            </a:r>
            <a:r>
              <a:rPr lang="en-CA" sz="1400" dirty="0">
                <a:latin typeface="Cascadia Code" panose="020B0609020000020004" pitchFamily="49" charset="0"/>
                <a:ea typeface="Cascadia Code" panose="020B0609020000020004" pitchFamily="49" charset="0"/>
                <a:cs typeface="Cascadia Code" panose="020B0609020000020004" pitchFamily="49" charset="0"/>
              </a:rPr>
              <a:t>)  |    994 updates  |  0.3s</a:t>
            </a:r>
          </a:p>
        </p:txBody>
      </p:sp>
    </p:spTree>
    <p:extLst>
      <p:ext uri="{BB962C8B-B14F-4D97-AF65-F5344CB8AC3E}">
        <p14:creationId xmlns:p14="http://schemas.microsoft.com/office/powerpoint/2010/main" val="251064299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70961-3AF4-8468-D73B-0F7C30C58CF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DF8DCD1-1D7B-B856-0CB0-40DD2B9568A6}"/>
              </a:ext>
            </a:extLst>
          </p:cNvPr>
          <p:cNvSpPr>
            <a:spLocks noGrp="1"/>
          </p:cNvSpPr>
          <p:nvPr>
            <p:ph type="title"/>
          </p:nvPr>
        </p:nvSpPr>
        <p:spPr/>
        <p:txBody>
          <a:bodyPr/>
          <a:lstStyle/>
          <a:p>
            <a:r>
              <a:rPr lang="en-US" dirty="0"/>
              <a:t>A 30-Day Advancing </a:t>
            </a:r>
            <a:br>
              <a:rPr lang="en-US" dirty="0"/>
            </a:br>
            <a:r>
              <a:rPr lang="en-US" dirty="0"/>
              <a:t>Demonstration</a:t>
            </a:r>
            <a:br>
              <a:rPr lang="en-US" dirty="0"/>
            </a:br>
            <a:endParaRPr lang="en-CA" dirty="0"/>
          </a:p>
        </p:txBody>
      </p:sp>
      <p:sp>
        <p:nvSpPr>
          <p:cNvPr id="9" name="Content Placeholder 8">
            <a:extLst>
              <a:ext uri="{FF2B5EF4-FFF2-40B4-BE49-F238E27FC236}">
                <a16:creationId xmlns:a16="http://schemas.microsoft.com/office/drawing/2014/main" id="{9B048833-000C-8DCE-C232-28BFC2DEDF59}"/>
              </a:ext>
            </a:extLst>
          </p:cNvPr>
          <p:cNvSpPr>
            <a:spLocks noGrp="1"/>
          </p:cNvSpPr>
          <p:nvPr>
            <p:ph sz="quarter" idx="17"/>
          </p:nvPr>
        </p:nvSpPr>
        <p:spPr>
          <a:xfrm>
            <a:off x="766764" y="1527176"/>
            <a:ext cx="3418982" cy="4565650"/>
          </a:xfrm>
        </p:spPr>
        <p:txBody>
          <a:bodyPr/>
          <a:lstStyle/>
          <a:p>
            <a:endParaRPr lang="en-US" dirty="0"/>
          </a:p>
          <a:p>
            <a:r>
              <a:rPr lang="en-US" b="1" dirty="0"/>
              <a:t>backfill</a:t>
            </a:r>
          </a:p>
          <a:p>
            <a:r>
              <a:rPr lang="en-US" dirty="0"/>
              <a:t>Same daily logic as advance, but over an explicit --from/--to date range rather than continuing from the DB's current date</a:t>
            </a:r>
            <a:endParaRPr lang="en-CA" dirty="0"/>
          </a:p>
        </p:txBody>
      </p:sp>
      <p:sp>
        <p:nvSpPr>
          <p:cNvPr id="3" name="Slide Number Placeholder 2">
            <a:extLst>
              <a:ext uri="{FF2B5EF4-FFF2-40B4-BE49-F238E27FC236}">
                <a16:creationId xmlns:a16="http://schemas.microsoft.com/office/drawing/2014/main" id="{A4BB1757-15AF-63F9-46BB-795BC651690B}"/>
              </a:ext>
            </a:extLst>
          </p:cNvPr>
          <p:cNvSpPr>
            <a:spLocks noGrp="1"/>
          </p:cNvSpPr>
          <p:nvPr>
            <p:ph type="sldNum" sz="quarter" idx="10"/>
          </p:nvPr>
        </p:nvSpPr>
        <p:spPr/>
        <p:txBody>
          <a:bodyPr/>
          <a:lstStyle/>
          <a:p>
            <a:fld id="{525A3C56-E491-49B2-93F3-63532DF516BC}" type="slidenum">
              <a:rPr lang="en-US" noProof="0" smtClean="0"/>
              <a:pPr/>
              <a:t>16</a:t>
            </a:fld>
            <a:endParaRPr lang="en-US" noProof="0"/>
          </a:p>
        </p:txBody>
      </p:sp>
      <p:sp>
        <p:nvSpPr>
          <p:cNvPr id="6" name="TextBox 5">
            <a:extLst>
              <a:ext uri="{FF2B5EF4-FFF2-40B4-BE49-F238E27FC236}">
                <a16:creationId xmlns:a16="http://schemas.microsoft.com/office/drawing/2014/main" id="{87DE9F1B-AE71-E880-8ECB-9311A5FDECE7}"/>
              </a:ext>
            </a:extLst>
          </p:cNvPr>
          <p:cNvSpPr txBox="1"/>
          <p:nvPr/>
        </p:nvSpPr>
        <p:spPr>
          <a:xfrm>
            <a:off x="4460658" y="686693"/>
            <a:ext cx="7747108" cy="4401205"/>
          </a:xfrm>
          <a:prstGeom prst="rect">
            <a:avLst/>
          </a:prstGeom>
          <a:noFill/>
        </p:spPr>
        <p:txBody>
          <a:bodyPr wrap="square">
            <a:spAutoFit/>
          </a:bodyPr>
          <a:lstStyle/>
          <a:p>
            <a:r>
              <a:rPr lang="en-CA" sz="1400" dirty="0">
                <a:latin typeface="Cascadia Code" panose="020B0609020000020004" pitchFamily="49" charset="0"/>
                <a:ea typeface="Cascadia Code" panose="020B0609020000020004" pitchFamily="49" charset="0"/>
                <a:cs typeface="Cascadia Code" panose="020B0609020000020004" pitchFamily="49" charset="0"/>
              </a:rPr>
              <a:t>(.</a:t>
            </a:r>
            <a:r>
              <a:rPr lang="en-CA" sz="1400" dirty="0" err="1">
                <a:latin typeface="Cascadia Code" panose="020B0609020000020004" pitchFamily="49" charset="0"/>
                <a:ea typeface="Cascadia Code" panose="020B0609020000020004" pitchFamily="49" charset="0"/>
                <a:cs typeface="Cascadia Code" panose="020B0609020000020004" pitchFamily="49" charset="0"/>
              </a:rPr>
              <a:t>venv</a:t>
            </a:r>
            <a:r>
              <a:rPr lang="en-CA" sz="1400" dirty="0">
                <a:latin typeface="Cascadia Code" panose="020B0609020000020004" pitchFamily="49" charset="0"/>
                <a:ea typeface="Cascadia Code" panose="020B0609020000020004" pitchFamily="49" charset="0"/>
                <a:cs typeface="Cascadia Code" panose="020B0609020000020004" pitchFamily="49" charset="0"/>
              </a:rPr>
              <a:t>) PS C:\Users\fred.ferguson\projects\tdgen-temporal&gt; </a:t>
            </a:r>
            <a:r>
              <a:rPr lang="en-CA" sz="1400" dirty="0">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python -m </a:t>
            </a:r>
            <a:r>
              <a:rPr lang="en-CA" sz="1400" dirty="0" err="1">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tdgen_temporal.cli</a:t>
            </a:r>
            <a:r>
              <a:rPr lang="en-CA" sz="1400" dirty="0">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 backfill --from 2026-01-01 --to 2026-03-30 --</a:t>
            </a:r>
            <a:r>
              <a:rPr lang="en-CA" sz="1400" dirty="0" err="1">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db</a:t>
            </a:r>
            <a:r>
              <a:rPr lang="en-CA" sz="1400" dirty="0">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 output_30day/</a:t>
            </a:r>
            <a:r>
              <a:rPr lang="en-CA" sz="1400" dirty="0" err="1">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state.db</a:t>
            </a:r>
            <a:endParaRPr lang="en-CA" sz="1400" dirty="0">
              <a:highlight>
                <a:srgbClr val="FFFF00"/>
              </a:highlight>
              <a:latin typeface="Cascadia Code" panose="020B0609020000020004" pitchFamily="49" charset="0"/>
              <a:ea typeface="Cascadia Code" panose="020B0609020000020004" pitchFamily="49" charset="0"/>
              <a:cs typeface="Cascadia Code" panose="020B0609020000020004" pitchFamily="49" charset="0"/>
            </a:endParaRPr>
          </a:p>
          <a:p>
            <a:r>
              <a:rPr lang="en-CA" sz="1400" dirty="0">
                <a:latin typeface="Cascadia Code" panose="020B0609020000020004" pitchFamily="49" charset="0"/>
                <a:ea typeface="Cascadia Code" panose="020B0609020000020004" pitchFamily="49" charset="0"/>
                <a:cs typeface="Cascadia Code" panose="020B0609020000020004" pitchFamily="49" charset="0"/>
              </a:rPr>
              <a:t>&gt;&gt;</a:t>
            </a:r>
            <a:r>
              <a:rPr lang="en-CA" sz="1400" dirty="0">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 </a:t>
            </a:r>
          </a:p>
          <a:p>
            <a:endParaRPr lang="en-CA" sz="1400" dirty="0">
              <a:latin typeface="Cascadia Code" panose="020B0609020000020004" pitchFamily="49" charset="0"/>
              <a:ea typeface="Cascadia Code" panose="020B0609020000020004" pitchFamily="49" charset="0"/>
              <a:cs typeface="Cascadia Code" panose="020B0609020000020004" pitchFamily="49" charset="0"/>
            </a:endParaRPr>
          </a:p>
          <a:p>
            <a:r>
              <a:rPr lang="en-CA" sz="1400" dirty="0">
                <a:latin typeface="Cascadia Code" panose="020B0609020000020004" pitchFamily="49" charset="0"/>
                <a:ea typeface="Cascadia Code" panose="020B0609020000020004" pitchFamily="49" charset="0"/>
                <a:cs typeface="Cascadia Code" panose="020B0609020000020004" pitchFamily="49" charset="0"/>
              </a:rPr>
              <a:t>Backfilling 2026-01-01 -&gt; 2026-03-30 (89 days)</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2026-01-01  |  1,716 inserts  (  571 </a:t>
            </a:r>
            <a:r>
              <a:rPr lang="en-CA" sz="1400" dirty="0" err="1">
                <a:latin typeface="Cascadia Code" panose="020B0609020000020004" pitchFamily="49" charset="0"/>
                <a:ea typeface="Cascadia Code" panose="020B0609020000020004" pitchFamily="49" charset="0"/>
                <a:cs typeface="Cascadia Code" panose="020B0609020000020004" pitchFamily="49" charset="0"/>
              </a:rPr>
              <a:t>txns</a:t>
            </a:r>
            <a:r>
              <a:rPr lang="en-CA" sz="1400" dirty="0">
                <a:latin typeface="Cascadia Code" panose="020B0609020000020004" pitchFamily="49" charset="0"/>
                <a:ea typeface="Cascadia Code" panose="020B0609020000020004" pitchFamily="49" charset="0"/>
                <a:cs typeface="Cascadia Code" panose="020B0609020000020004" pitchFamily="49" charset="0"/>
              </a:rPr>
              <a:t>)  |    995 updates  |  0.4s</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2026-01-02  |  1,207 inserts  (  569 </a:t>
            </a:r>
            <a:r>
              <a:rPr lang="en-CA" sz="1400" dirty="0" err="1">
                <a:latin typeface="Cascadia Code" panose="020B0609020000020004" pitchFamily="49" charset="0"/>
                <a:ea typeface="Cascadia Code" panose="020B0609020000020004" pitchFamily="49" charset="0"/>
                <a:cs typeface="Cascadia Code" panose="020B0609020000020004" pitchFamily="49" charset="0"/>
              </a:rPr>
              <a:t>txns</a:t>
            </a:r>
            <a:r>
              <a:rPr lang="en-CA" sz="1400" dirty="0">
                <a:latin typeface="Cascadia Code" panose="020B0609020000020004" pitchFamily="49" charset="0"/>
                <a:ea typeface="Cascadia Code" panose="020B0609020000020004" pitchFamily="49" charset="0"/>
                <a:cs typeface="Cascadia Code" panose="020B0609020000020004" pitchFamily="49" charset="0"/>
              </a:rPr>
              <a:t>)  |    996 updates  |  0.4s</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2026-03-29  |  1,180 inserts  (  564 </a:t>
            </a:r>
            <a:r>
              <a:rPr lang="en-CA" sz="1400" dirty="0" err="1">
                <a:latin typeface="Cascadia Code" panose="020B0609020000020004" pitchFamily="49" charset="0"/>
                <a:ea typeface="Cascadia Code" panose="020B0609020000020004" pitchFamily="49" charset="0"/>
                <a:cs typeface="Cascadia Code" panose="020B0609020000020004" pitchFamily="49" charset="0"/>
              </a:rPr>
              <a:t>txns</a:t>
            </a:r>
            <a:r>
              <a:rPr lang="en-CA" sz="1400" dirty="0">
                <a:latin typeface="Cascadia Code" panose="020B0609020000020004" pitchFamily="49" charset="0"/>
                <a:ea typeface="Cascadia Code" panose="020B0609020000020004" pitchFamily="49" charset="0"/>
                <a:cs typeface="Cascadia Code" panose="020B0609020000020004" pitchFamily="49" charset="0"/>
              </a:rPr>
              <a:t>)  |    981 updates  |  0.4s</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2026-03-30  |  1,182 inserts  (  569 </a:t>
            </a:r>
            <a:r>
              <a:rPr lang="en-CA" sz="1400" dirty="0" err="1">
                <a:latin typeface="Cascadia Code" panose="020B0609020000020004" pitchFamily="49" charset="0"/>
                <a:ea typeface="Cascadia Code" panose="020B0609020000020004" pitchFamily="49" charset="0"/>
                <a:cs typeface="Cascadia Code" panose="020B0609020000020004" pitchFamily="49" charset="0"/>
              </a:rPr>
              <a:t>txns</a:t>
            </a:r>
            <a:r>
              <a:rPr lang="en-CA" sz="1400" dirty="0">
                <a:latin typeface="Cascadia Code" panose="020B0609020000020004" pitchFamily="49" charset="0"/>
                <a:ea typeface="Cascadia Code" panose="020B0609020000020004" pitchFamily="49" charset="0"/>
                <a:cs typeface="Cascadia Code" panose="020B0609020000020004" pitchFamily="49" charset="0"/>
              </a:rPr>
              <a:t>)  |    980 updates  |  0.4s</a:t>
            </a:r>
          </a:p>
          <a:p>
            <a:endParaRPr lang="en-CA" sz="1400" dirty="0">
              <a:latin typeface="Cascadia Code" panose="020B0609020000020004" pitchFamily="49" charset="0"/>
              <a:ea typeface="Cascadia Code" panose="020B0609020000020004" pitchFamily="49" charset="0"/>
              <a:cs typeface="Cascadia Code" panose="020B0609020000020004" pitchFamily="49" charset="0"/>
            </a:endParaRPr>
          </a:p>
          <a:p>
            <a:r>
              <a:rPr lang="en-CA" sz="1400" dirty="0">
                <a:latin typeface="Cascadia Code" panose="020B0609020000020004" pitchFamily="49" charset="0"/>
                <a:ea typeface="Cascadia Code" panose="020B0609020000020004" pitchFamily="49" charset="0"/>
                <a:cs typeface="Cascadia Code" panose="020B0609020000020004" pitchFamily="49" charset="0"/>
              </a:rPr>
              <a:t>Backfill complete — 89 days processed</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SCORE_RECORD                      1,482 inserts</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AUTHORIZATION                    57,010 inserts</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TRANSACTION                      52,391 inserts</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STATEMENT                         1,482 inserts</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FRAUD_ALERT                          44 inserts</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CHARGEBACK                           32 inserts</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DISPUTE                             102 inserts</a:t>
            </a:r>
          </a:p>
        </p:txBody>
      </p:sp>
    </p:spTree>
    <p:extLst>
      <p:ext uri="{BB962C8B-B14F-4D97-AF65-F5344CB8AC3E}">
        <p14:creationId xmlns:p14="http://schemas.microsoft.com/office/powerpoint/2010/main" val="384511264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992E4-B50C-C05D-BD58-CC4CAFA7853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BCBB646-D02E-F2C8-F9B2-97F4D60833A0}"/>
              </a:ext>
            </a:extLst>
          </p:cNvPr>
          <p:cNvSpPr>
            <a:spLocks noGrp="1"/>
          </p:cNvSpPr>
          <p:nvPr>
            <p:ph type="title"/>
          </p:nvPr>
        </p:nvSpPr>
        <p:spPr/>
        <p:txBody>
          <a:bodyPr/>
          <a:lstStyle/>
          <a:p>
            <a:r>
              <a:rPr lang="en-US" dirty="0"/>
              <a:t>A 30-Day Advancing </a:t>
            </a:r>
            <a:br>
              <a:rPr lang="en-US" dirty="0"/>
            </a:br>
            <a:r>
              <a:rPr lang="en-US" dirty="0"/>
              <a:t>Demonstration</a:t>
            </a:r>
            <a:br>
              <a:rPr lang="en-US" dirty="0"/>
            </a:br>
            <a:endParaRPr lang="en-CA" dirty="0"/>
          </a:p>
        </p:txBody>
      </p:sp>
      <p:sp>
        <p:nvSpPr>
          <p:cNvPr id="9" name="Content Placeholder 8">
            <a:extLst>
              <a:ext uri="{FF2B5EF4-FFF2-40B4-BE49-F238E27FC236}">
                <a16:creationId xmlns:a16="http://schemas.microsoft.com/office/drawing/2014/main" id="{E44A296C-3612-82BD-4119-2502B45A1A85}"/>
              </a:ext>
            </a:extLst>
          </p:cNvPr>
          <p:cNvSpPr>
            <a:spLocks noGrp="1"/>
          </p:cNvSpPr>
          <p:nvPr>
            <p:ph sz="quarter" idx="17"/>
          </p:nvPr>
        </p:nvSpPr>
        <p:spPr>
          <a:xfrm>
            <a:off x="766764" y="1527176"/>
            <a:ext cx="3418982" cy="4565650"/>
          </a:xfrm>
        </p:spPr>
        <p:txBody>
          <a:bodyPr/>
          <a:lstStyle/>
          <a:p>
            <a:endParaRPr lang="en-US" dirty="0"/>
          </a:p>
          <a:p>
            <a:r>
              <a:rPr lang="en-US" b="1" dirty="0"/>
              <a:t>status</a:t>
            </a:r>
          </a:p>
          <a:p>
            <a:r>
              <a:rPr lang="en-US" dirty="0"/>
              <a:t>Summarizes the current simulation date, total runs, and row counts for every entity table</a:t>
            </a:r>
            <a:endParaRPr lang="en-CA" dirty="0"/>
          </a:p>
        </p:txBody>
      </p:sp>
      <p:sp>
        <p:nvSpPr>
          <p:cNvPr id="3" name="Slide Number Placeholder 2">
            <a:extLst>
              <a:ext uri="{FF2B5EF4-FFF2-40B4-BE49-F238E27FC236}">
                <a16:creationId xmlns:a16="http://schemas.microsoft.com/office/drawing/2014/main" id="{35A40F8D-DD87-8847-AB23-3FF1580AEAC5}"/>
              </a:ext>
            </a:extLst>
          </p:cNvPr>
          <p:cNvSpPr>
            <a:spLocks noGrp="1"/>
          </p:cNvSpPr>
          <p:nvPr>
            <p:ph type="sldNum" sz="quarter" idx="10"/>
          </p:nvPr>
        </p:nvSpPr>
        <p:spPr/>
        <p:txBody>
          <a:bodyPr/>
          <a:lstStyle/>
          <a:p>
            <a:fld id="{525A3C56-E491-49B2-93F3-63532DF516BC}" type="slidenum">
              <a:rPr lang="en-US" noProof="0" smtClean="0"/>
              <a:pPr/>
              <a:t>17</a:t>
            </a:fld>
            <a:endParaRPr lang="en-US" noProof="0"/>
          </a:p>
        </p:txBody>
      </p:sp>
      <p:sp>
        <p:nvSpPr>
          <p:cNvPr id="5" name="TextBox 4">
            <a:extLst>
              <a:ext uri="{FF2B5EF4-FFF2-40B4-BE49-F238E27FC236}">
                <a16:creationId xmlns:a16="http://schemas.microsoft.com/office/drawing/2014/main" id="{77133E55-1F9B-50DE-1616-FFCF18618FCF}"/>
              </a:ext>
            </a:extLst>
          </p:cNvPr>
          <p:cNvSpPr txBox="1"/>
          <p:nvPr/>
        </p:nvSpPr>
        <p:spPr>
          <a:xfrm>
            <a:off x="4460657" y="225669"/>
            <a:ext cx="8534400" cy="6124754"/>
          </a:xfrm>
          <a:prstGeom prst="rect">
            <a:avLst/>
          </a:prstGeom>
          <a:noFill/>
        </p:spPr>
        <p:txBody>
          <a:bodyPr wrap="square">
            <a:spAutoFit/>
          </a:bodyPr>
          <a:lstStyle/>
          <a:p>
            <a:r>
              <a:rPr lang="en-CA" sz="1400" dirty="0">
                <a:latin typeface="Cascadia Code" panose="020B0609020000020004" pitchFamily="49" charset="0"/>
                <a:ea typeface="Cascadia Code" panose="020B0609020000020004" pitchFamily="49" charset="0"/>
                <a:cs typeface="Cascadia Code" panose="020B0609020000020004" pitchFamily="49" charset="0"/>
              </a:rPr>
              <a:t>(.</a:t>
            </a:r>
            <a:r>
              <a:rPr lang="en-CA" sz="1400" dirty="0" err="1">
                <a:latin typeface="Cascadia Code" panose="020B0609020000020004" pitchFamily="49" charset="0"/>
                <a:ea typeface="Cascadia Code" panose="020B0609020000020004" pitchFamily="49" charset="0"/>
                <a:cs typeface="Cascadia Code" panose="020B0609020000020004" pitchFamily="49" charset="0"/>
              </a:rPr>
              <a:t>venv</a:t>
            </a:r>
            <a:r>
              <a:rPr lang="en-CA" sz="1400" dirty="0">
                <a:latin typeface="Cascadia Code" panose="020B0609020000020004" pitchFamily="49" charset="0"/>
                <a:ea typeface="Cascadia Code" panose="020B0609020000020004" pitchFamily="49" charset="0"/>
                <a:cs typeface="Cascadia Code" panose="020B0609020000020004" pitchFamily="49" charset="0"/>
              </a:rPr>
              <a:t>) PS C:\Users\fred.ferguson\projects\tdgen-temporal&gt; </a:t>
            </a:r>
            <a:r>
              <a:rPr lang="en-CA" sz="1400" dirty="0">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python -m </a:t>
            </a:r>
            <a:r>
              <a:rPr lang="en-CA" sz="1400" dirty="0" err="1">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tdgen_temporal.cli</a:t>
            </a:r>
            <a:r>
              <a:rPr lang="en-CA" sz="1400" dirty="0">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 status --</a:t>
            </a:r>
            <a:r>
              <a:rPr lang="en-CA" sz="1400" dirty="0" err="1">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db</a:t>
            </a:r>
            <a:r>
              <a:rPr lang="en-CA" sz="1400" dirty="0">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 output_30day/</a:t>
            </a:r>
            <a:r>
              <a:rPr lang="en-CA" sz="1400" dirty="0" err="1">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state.db</a:t>
            </a:r>
            <a:endParaRPr lang="en-CA" sz="1400" dirty="0">
              <a:highlight>
                <a:srgbClr val="FFFF00"/>
              </a:highlight>
              <a:latin typeface="Cascadia Code" panose="020B0609020000020004" pitchFamily="49" charset="0"/>
              <a:ea typeface="Cascadia Code" panose="020B0609020000020004" pitchFamily="49" charset="0"/>
              <a:cs typeface="Cascadia Code" panose="020B0609020000020004" pitchFamily="49" charset="0"/>
            </a:endParaRPr>
          </a:p>
          <a:p>
            <a:r>
              <a:rPr lang="en-CA" sz="1400" dirty="0">
                <a:latin typeface="Cascadia Code" panose="020B0609020000020004" pitchFamily="49" charset="0"/>
                <a:ea typeface="Cascadia Code" panose="020B0609020000020004" pitchFamily="49" charset="0"/>
                <a:cs typeface="Cascadia Code" panose="020B0609020000020004" pitchFamily="49" charset="0"/>
              </a:rPr>
              <a:t>&gt;&gt; </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Simulation Status</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Current date : 2026-03-30</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Total runs   : 119</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Last run ID  : ad38087c-0f4b-46b7-b821-9c0f99143a78</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DB path      : output_30day\</a:t>
            </a:r>
            <a:r>
              <a:rPr lang="en-CA" sz="1400" dirty="0" err="1">
                <a:latin typeface="Cascadia Code" panose="020B0609020000020004" pitchFamily="49" charset="0"/>
                <a:ea typeface="Cascadia Code" panose="020B0609020000020004" pitchFamily="49" charset="0"/>
                <a:cs typeface="Cascadia Code" panose="020B0609020000020004" pitchFamily="49" charset="0"/>
              </a:rPr>
              <a:t>state.db</a:t>
            </a:r>
            <a:endParaRPr lang="en-CA" sz="1400" dirty="0">
              <a:latin typeface="Cascadia Code" panose="020B0609020000020004" pitchFamily="49" charset="0"/>
              <a:ea typeface="Cascadia Code" panose="020B0609020000020004" pitchFamily="49" charset="0"/>
              <a:cs typeface="Cascadia Code" panose="020B0609020000020004" pitchFamily="49" charset="0"/>
            </a:endParaRPr>
          </a:p>
          <a:p>
            <a:r>
              <a:rPr lang="en-CA" sz="1400" dirty="0">
                <a:latin typeface="Cascadia Code" panose="020B0609020000020004" pitchFamily="49" charset="0"/>
                <a:ea typeface="Cascadia Code" panose="020B0609020000020004" pitchFamily="49" charset="0"/>
                <a:cs typeface="Cascadia Code" panose="020B0609020000020004" pitchFamily="49" charset="0"/>
              </a:rPr>
              <a:t> </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Table                                    Rows</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  --------</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CLIENT                                      3</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PROVIDER                                   10</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PRODUCT_DEFINITION                         20</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MERCHANT                                  200</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ACCOUNT                                   500</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CUSTOMER                                  500</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CARD                                      500</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AUTHORIZATION                          76,013</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TRANSACTION                            69,811</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STATEMENT                               1,976</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DISPUTE                                   137</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CHARGEBACK                                 36</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FRAUD_ALERT                                55</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SCORE_RECORD                            1,976</a:t>
            </a:r>
          </a:p>
          <a:p>
            <a:r>
              <a:rPr lang="en-CA" sz="1400" dirty="0">
                <a:latin typeface="Cascadia Code" panose="020B0609020000020004" pitchFamily="49" charset="0"/>
                <a:ea typeface="Cascadia Code" panose="020B0609020000020004" pitchFamily="49" charset="0"/>
                <a:cs typeface="Cascadia Code" panose="020B0609020000020004" pitchFamily="49" charset="0"/>
              </a:rPr>
              <a:t>  COLLECTION_CASE                            27</a:t>
            </a:r>
          </a:p>
        </p:txBody>
      </p:sp>
    </p:spTree>
    <p:extLst>
      <p:ext uri="{BB962C8B-B14F-4D97-AF65-F5344CB8AC3E}">
        <p14:creationId xmlns:p14="http://schemas.microsoft.com/office/powerpoint/2010/main" val="69236515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3.9600.0"/>
  <p:tag name="AS_RELEASE_DATE" val="2021.02.14"/>
  <p:tag name="AS_TITLE" val="Aspose.Slides for .NET 4.0"/>
  <p:tag name="AS_VERSION" val="21.2"/>
</p:tagLst>
</file>

<file path=ppt/theme/theme1.xml><?xml version="1.0" encoding="utf-8"?>
<a:theme xmlns:a="http://schemas.openxmlformats.org/drawingml/2006/main" name="CGI Slide Master">
  <a:themeElements>
    <a:clrScheme name="CGI">
      <a:dk1>
        <a:sysClr val="windowText" lastClr="000000"/>
      </a:dk1>
      <a:lt1>
        <a:sysClr val="window" lastClr="FFFFFF"/>
      </a:lt1>
      <a:dk2>
        <a:srgbClr val="200A58"/>
      </a:dk2>
      <a:lt2>
        <a:srgbClr val="EEEEEE"/>
      </a:lt2>
      <a:accent1>
        <a:srgbClr val="5236AB"/>
      </a:accent1>
      <a:accent2>
        <a:srgbClr val="9E83F5"/>
      </a:accent2>
      <a:accent3>
        <a:srgbClr val="CBC3E6"/>
      </a:accent3>
      <a:accent4>
        <a:srgbClr val="E31937"/>
      </a:accent4>
      <a:accent5>
        <a:srgbClr val="991F3D"/>
      </a:accent5>
      <a:accent6>
        <a:srgbClr val="650A21"/>
      </a:accent6>
      <a:hlink>
        <a:srgbClr val="5236AB"/>
      </a:hlink>
      <a:folHlink>
        <a:srgbClr val="5236AB"/>
      </a:folHlink>
    </a:clrScheme>
    <a:fontScheme name="CGI Font theme">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9525" algn="ctr">
          <a:noFill/>
          <a:miter lim="800000"/>
          <a:headEnd/>
          <a:tailEnd/>
        </a:ln>
        <a:effectLst/>
      </a:spPr>
      <a:bodyPr lIns="63500" tIns="0" rIns="64800" bIns="0" rtlCol="0" anchor="ctr"/>
      <a:lstStyle>
        <a:defPPr algn="ctr">
          <a:spcBef>
            <a:spcPct val="0"/>
          </a:spcBef>
          <a:buClrTx/>
          <a:buSzPct val="90000"/>
          <a:defRPr sz="1600" b="1" dirty="0">
            <a:solidFill>
              <a:schemeClr val="bg1"/>
            </a:solidFill>
            <a:cs typeface="Arial" pitchFamily="34" charset="0"/>
          </a:defRPr>
        </a:defPPr>
      </a:lstStyle>
    </a:spDef>
    <a:lnDef>
      <a:spPr bwMode="gray">
        <a:noFill/>
        <a:ln w="12700">
          <a:solidFill>
            <a:schemeClr val="accent1"/>
          </a:solidFill>
          <a:round/>
          <a:headEnd/>
          <a:tailEnd/>
        </a:ln>
        <a:effectLst/>
      </a:spPr>
      <a:bodyPr/>
      <a:lstStyle/>
    </a:lnDef>
    <a:txDef>
      <a:spPr/>
      <a:bodyPr vert="horz" lIns="0" tIns="0" rIns="0" bIns="0" rtlCol="0" anchor="t" anchorCtr="0">
        <a:normAutofit/>
      </a:bodyPr>
      <a:lstStyle>
        <a:defPPr algn="l">
          <a:defRPr dirty="0" smtClean="0"/>
        </a:defPPr>
      </a:lstStyle>
    </a:txDef>
  </a:objectDefaults>
  <a:extraClrSchemeLst/>
  <a:custClrLst>
    <a:custClr name="CGI Purple (R82 G54 B171)">
      <a:srgbClr val="5236AB"/>
    </a:custClr>
    <a:custClr name="Blank">
      <a:srgbClr val="FFFFFF"/>
    </a:custClr>
    <a:custClr name="Charts and diagrams - Purple 1 (R32 G10 B88)">
      <a:srgbClr val="200A58"/>
    </a:custClr>
    <a:custClr name="Charts and diagrams - Purple 2 (R82 G54 B171)">
      <a:srgbClr val="5236AB"/>
    </a:custClr>
    <a:custClr name="Charts and diagrams - Purple 3 (R110 G63 B237)">
      <a:srgbClr val="6E3FED"/>
    </a:custClr>
    <a:custClr name="Charts and diagrams - Purple 4 (R158 G131 B245)">
      <a:srgbClr val="9E83F5"/>
    </a:custClr>
    <a:custClr name="Charts and diagrams - Purple 5 (R191 G181 B249)">
      <a:srgbClr val="BFB5F9"/>
    </a:custClr>
    <a:custClr name="Charts and diagrams - Purple 6 (R203 G195 B230)">
      <a:srgbClr val="CBC3E6"/>
    </a:custClr>
    <a:custClr name="Charts and diagrams - Purple 7 (R230 G227 B243)">
      <a:srgbClr val="E6E3F3"/>
    </a:custClr>
    <a:custClr name="Blank">
      <a:srgbClr val="FFFFFF"/>
    </a:custClr>
    <a:custClr name="CGI Red (R227 G25 B55)">
      <a:srgbClr val="E31937"/>
    </a:custClr>
    <a:custClr name="Blank">
      <a:srgbClr val="FFFFFF"/>
    </a:custClr>
    <a:custClr name="Charts and diagrams - Red 1 (R101 G10 B33)">
      <a:srgbClr val="650A21"/>
    </a:custClr>
    <a:custClr name="Charts and diagrams - Red 2 (R153 G31 61)">
      <a:srgbClr val="991F3D"/>
    </a:custClr>
    <a:custClr name="Charts and diagrams - Red 3 (R227 G25 B55)">
      <a:srgbClr val="E31937"/>
    </a:custClr>
    <a:custClr name="Charts and diagrams - Red 4 (R255 G106 B0)">
      <a:srgbClr val="FF6A00"/>
    </a:custClr>
    <a:custClr name="Charts and diagrams - Red 5 (R255 G115 B98)">
      <a:srgbClr val="FF7362"/>
    </a:custClr>
    <a:custClr name="Charts and diagrams - Red 6 (R255 G151 B138)">
      <a:srgbClr val="FF978A"/>
    </a:custClr>
    <a:custClr name="Charts and diagrams - Red 7 (R255 G205 B210)">
      <a:srgbClr val="FFCDD2"/>
    </a:custClr>
    <a:custClr name="Blank">
      <a:srgbClr val="FFFFFF"/>
    </a:custClr>
    <a:custClr name="CGI Black (R0 G0 B0)">
      <a:srgbClr val="000000"/>
    </a:custClr>
    <a:custClr name="Blank">
      <a:srgbClr val="FFFFFF"/>
    </a:custClr>
    <a:custClr name="Charts and diagrams - Black 1 (R0 G0 B0)">
      <a:srgbClr val="000000"/>
    </a:custClr>
    <a:custClr name="Charts and diagrams - Black 2 (R51 G51 B51)">
      <a:srgbClr val="333333"/>
    </a:custClr>
    <a:custClr name="Charts and diagrams - Black 3 (R85 G85 B85)">
      <a:srgbClr val="555555"/>
    </a:custClr>
    <a:custClr name="Charts and diagrams - Black 4 (R119 G119 B119)">
      <a:srgbClr val="777777"/>
    </a:custClr>
    <a:custClr name="Charts and diagrams - Black 5 (R153 G153 B153)">
      <a:srgbClr val="999999"/>
    </a:custClr>
    <a:custClr name="Charts and diagrams - Black 6 (R204 G204 B204)">
      <a:srgbClr val="CCCCCC"/>
    </a:custClr>
    <a:custClr name="Charts and diagrams - Black 7 (R238 G238 B238)">
      <a:srgbClr val="EEEEEE"/>
    </a:custClr>
    <a:custClr name="Blank">
      <a:srgbClr val="FFFFFF"/>
    </a:custClr>
    <a:custClr name="Blank">
      <a:srgbClr val="FFFFFF"/>
    </a:custClr>
    <a:custClr name="Blank">
      <a:srgbClr val="FFFFFF"/>
    </a:custClr>
    <a:custClr name="Blank">
      <a:srgbClr val="FFFFFF"/>
    </a:custClr>
    <a:custClr name="Charts and diagrams - Magenta 1 (R126 G27 B76)">
      <a:srgbClr val="7E1B4C"/>
    </a:custClr>
    <a:custClr name="Charts and diagrams - Magenta 2 (R168 G36 B101)">
      <a:srgbClr val="A82465"/>
    </a:custClr>
    <a:custClr name="Charts and diagrams - Magenta 3 (R203 G124 B163)">
      <a:srgbClr val="CB7CA3"/>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Green - For data reporting only. See color guidelines on Brand Source before using.">
      <a:srgbClr val="128354"/>
    </a:custClr>
    <a:custClr name="Yellow - For data reporting only. See color guidelines on Brand Source before using.">
      <a:srgbClr val="F1A425"/>
    </a:custClr>
    <a:custClr name="Red - For data reporting only. This is not CGI Red. See color guidelines on Brand Source before using.">
      <a:srgbClr val="B00020"/>
    </a:custClr>
  </a:custClrLst>
  <a:extLst>
    <a:ext uri="{05A4C25C-085E-4340-85A3-A5531E510DB2}">
      <thm15:themeFamily xmlns:thm15="http://schemas.microsoft.com/office/thememl/2012/main" name="Présentation23" id="{9F8878AD-6570-AE41-9EA6-26E1B50EE94E}" vid="{DFB4B924-130F-AA45-A2E5-FDC399BD8E64}"/>
    </a:ext>
  </a:extLst>
</a:theme>
</file>

<file path=ppt/theme/theme2.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_activity xmlns="4f879e56-9f92-40af-bbcb-f1fc61641d2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ADFD89EC9364748818751F87C090A02" ma:contentTypeVersion="11" ma:contentTypeDescription="Create a new document." ma:contentTypeScope="" ma:versionID="66f5f8870749dc1f9986a0e37ce1088b">
  <xsd:schema xmlns:xsd="http://www.w3.org/2001/XMLSchema" xmlns:xs="http://www.w3.org/2001/XMLSchema" xmlns:p="http://schemas.microsoft.com/office/2006/metadata/properties" xmlns:ns3="4f879e56-9f92-40af-bbcb-f1fc61641d2a" targetNamespace="http://schemas.microsoft.com/office/2006/metadata/properties" ma:root="true" ma:fieldsID="db455be7241abd671770acfaa0fcf4e7" ns3:_="">
    <xsd:import namespace="4f879e56-9f92-40af-bbcb-f1fc61641d2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879e56-9f92-40af-bbcb-f1fc61641d2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F4C4F6A-F6A5-45C8-BAAA-52FB70E387C7}">
  <ds:schemaRefs>
    <ds:schemaRef ds:uri="http://purl.org/dc/terms/"/>
    <ds:schemaRef ds:uri="http://schemas.microsoft.com/office/infopath/2007/PartnerControls"/>
    <ds:schemaRef ds:uri="http://schemas.microsoft.com/office/2006/metadata/properties"/>
    <ds:schemaRef ds:uri="http://www.w3.org/XML/1998/namespace"/>
    <ds:schemaRef ds:uri="http://schemas.microsoft.com/office/2006/documentManagement/types"/>
    <ds:schemaRef ds:uri="http://purl.org/dc/elements/1.1/"/>
    <ds:schemaRef ds:uri="http://schemas.openxmlformats.org/package/2006/metadata/core-properties"/>
    <ds:schemaRef ds:uri="4f879e56-9f92-40af-bbcb-f1fc61641d2a"/>
    <ds:schemaRef ds:uri="http://purl.org/dc/dcmitype/"/>
  </ds:schemaRefs>
</ds:datastoreItem>
</file>

<file path=customXml/itemProps2.xml><?xml version="1.0" encoding="utf-8"?>
<ds:datastoreItem xmlns:ds="http://schemas.openxmlformats.org/officeDocument/2006/customXml" ds:itemID="{ADA5D674-9920-4D2F-B065-BC24FD29F86D}">
  <ds:schemaRefs>
    <ds:schemaRef ds:uri="http://schemas.microsoft.com/sharepoint/v3/contenttype/forms"/>
  </ds:schemaRefs>
</ds:datastoreItem>
</file>

<file path=customXml/itemProps3.xml><?xml version="1.0" encoding="utf-8"?>
<ds:datastoreItem xmlns:ds="http://schemas.openxmlformats.org/officeDocument/2006/customXml" ds:itemID="{DCCDC1DE-1194-4A4E-9AB7-B04F9F5A02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879e56-9f92-40af-bbcb-f1fc61641d2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af293e6-3850-4258-b2c7-0aa0e3bfa7d9}" enabled="1" method="Privileged" siteId="{b9fec68c-c92d-461e-9a97-3d03a0f18b82}" removed="0"/>
</clbl:labelList>
</file>

<file path=docProps/app.xml><?xml version="1.0" encoding="utf-8"?>
<Properties xmlns="http://schemas.openxmlformats.org/officeDocument/2006/extended-properties" xmlns:vt="http://schemas.openxmlformats.org/officeDocument/2006/docPropsVTypes">
  <Template>EN-CGI-Standard-presentation-template</Template>
  <TotalTime>621</TotalTime>
  <Words>2945</Words>
  <Application>Microsoft Office PowerPoint</Application>
  <PresentationFormat>Widescreen</PresentationFormat>
  <Paragraphs>765</Paragraphs>
  <Slides>17</Slides>
  <Notes>3</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CGI Slide Master</vt:lpstr>
      <vt:lpstr>Test Data Generation with Claude Code Day-Over-Day Synthetic Test Data</vt:lpstr>
      <vt:lpstr>Temporal Test Data Generator (TDGen)</vt:lpstr>
      <vt:lpstr>Scope : TSYS TS2 Credit Card Processing Schema</vt:lpstr>
      <vt:lpstr>Scope : TSYS TS2 Credit Card Processing Schema</vt:lpstr>
      <vt:lpstr>The 9-step TDGen Daily Data Generation Pipeline</vt:lpstr>
      <vt:lpstr>PowerPoint Presentation</vt:lpstr>
      <vt:lpstr>PowerPoint Presentation</vt:lpstr>
      <vt:lpstr>PowerPoint Presentation</vt:lpstr>
      <vt:lpstr>PowerPoint Presentation</vt:lpstr>
      <vt:lpstr>PowerPoint Presentation</vt:lpstr>
      <vt:lpstr>TDGen Next Steps</vt:lpstr>
      <vt:lpstr>Insights you can act on  Founded in 1976, CGI is among the largest IT and business consulting services firms in the world.  We are insights-driven and outcomes-focused to help accelerate returns on your investments. Across hundreds of locations worldwide, we provide comprehensive, scalable and sustainable  IT and business consulting services that are informed globally  and delivered locally.</vt:lpstr>
      <vt:lpstr>PowerPoint Presentation</vt:lpstr>
      <vt:lpstr>A 30-Day Advancing  Demonstration </vt:lpstr>
      <vt:lpstr>A 30-Day Advancing  Demonstration </vt:lpstr>
      <vt:lpstr>A 30-Day Advancing  Demonstration </vt:lpstr>
      <vt:lpstr>A 30-Day Advancing  Demonstration </vt:lpstr>
    </vt:vector>
  </TitlesOfParts>
  <Manager>cgi.brand.crp@cgi.com</Manager>
  <Company>CGI</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Ferguson, Frederick E</dc:creator>
  <cp:keywords>CGI, PowerPoint, template, brand, CGI</cp:keywords>
  <dc:description/>
  <cp:lastModifiedBy>Ferguson, Frederick E</cp:lastModifiedBy>
  <cp:revision>6</cp:revision>
  <dcterms:created xsi:type="dcterms:W3CDTF">2026-04-14T17:01:31Z</dcterms:created>
  <dcterms:modified xsi:type="dcterms:W3CDTF">2026-04-16T14:04:57Z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usiness Practice">
    <vt:lpwstr/>
  </property>
  <property fmtid="{D5CDD505-2E9C-101B-9397-08002B2CF9AE}" pid="3" name="Business theme">
    <vt:lpwstr/>
  </property>
  <property fmtid="{D5CDD505-2E9C-101B-9397-08002B2CF9AE}" pid="4" name="Content Format">
    <vt:lpwstr/>
  </property>
  <property fmtid="{D5CDD505-2E9C-101B-9397-08002B2CF9AE}" pid="5" name="ContentTypeId">
    <vt:lpwstr>0x0101006ADFD89EC9364748818751F87C090A02</vt:lpwstr>
  </property>
  <property fmtid="{D5CDD505-2E9C-101B-9397-08002B2CF9AE}" pid="6" name="Functions">
    <vt:lpwstr/>
  </property>
  <property fmtid="{D5CDD505-2E9C-101B-9397-08002B2CF9AE}" pid="7" name="Geography">
    <vt:lpwstr/>
  </property>
  <property fmtid="{D5CDD505-2E9C-101B-9397-08002B2CF9AE}" pid="8" name="Intellectual Property">
    <vt:lpwstr/>
  </property>
  <property fmtid="{D5CDD505-2E9C-101B-9397-08002B2CF9AE}" pid="9" name="Organisation">
    <vt:lpwstr>260;#Group|43ac7042-3752-4f1b-8a93-43b36e65d3e5</vt:lpwstr>
  </property>
  <property fmtid="{D5CDD505-2E9C-101B-9397-08002B2CF9AE}" pid="10" name="Sector">
    <vt:lpwstr/>
  </property>
  <property fmtid="{D5CDD505-2E9C-101B-9397-08002B2CF9AE}" pid="11" name="Service line">
    <vt:lpwstr/>
  </property>
  <property fmtid="{D5CDD505-2E9C-101B-9397-08002B2CF9AE}" pid="12" name="WizKit Template inter.">
    <vt:i4>1</vt:i4>
  </property>
  <property fmtid="{D5CDD505-2E9C-101B-9397-08002B2CF9AE}" pid="13" name="WizKit Template Type">
    <vt:lpwstr>Widescreen</vt:lpwstr>
  </property>
  <property fmtid="{D5CDD505-2E9C-101B-9397-08002B2CF9AE}" pid="14" name="WizKit Template Version">
    <vt:i4>5</vt:i4>
  </property>
  <property fmtid="{D5CDD505-2E9C-101B-9397-08002B2CF9AE}" pid="15" name="ClassificationContentMarkingFooterLocations">
    <vt:lpwstr>Title and agenda slide layouts:8\Content slide layouts:8\CV/Resume and team slide layouts:6\Content highlight or quote slides:6\New section cover slides:7\Closing slide layouts:6</vt:lpwstr>
  </property>
  <property fmtid="{D5CDD505-2E9C-101B-9397-08002B2CF9AE}" pid="16" name="ClassificationContentMarkingFooterText">
    <vt:lpwstr>Internal</vt:lpwstr>
  </property>
  <property fmtid="{D5CDD505-2E9C-101B-9397-08002B2CF9AE}" pid="17" name="MediaServiceImageTags">
    <vt:lpwstr/>
  </property>
  <property fmtid="{D5CDD505-2E9C-101B-9397-08002B2CF9AE}" pid="18" name="_ExtendedDescription">
    <vt:lpwstr>Slide options for the following&amp;#58; covers, dividers, agendas, page layouts, resumes, teams, charts/diagrams, and closings. This template also includes usage instructions and a CGI color reference guide.</vt:lpwstr>
  </property>
</Properties>
</file>